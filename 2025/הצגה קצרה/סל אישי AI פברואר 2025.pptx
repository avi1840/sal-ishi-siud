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5.xml" ContentType="application/vnd.openxmlformats-officedocument.theme+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theme/theme6.xml" ContentType="application/vnd.openxmlformats-officedocument.theme+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7.xml" ContentType="application/vnd.openxmlformats-officedocument.theme+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notesSlides/notesSlide2.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60" r:id="rId1"/>
    <p:sldMasterId id="2147483679" r:id="rId2"/>
    <p:sldMasterId id="2147483708" r:id="rId3"/>
    <p:sldMasterId id="2147483719" r:id="rId4"/>
    <p:sldMasterId id="2147483744" r:id="rId5"/>
    <p:sldMasterId id="2147483792" r:id="rId6"/>
    <p:sldMasterId id="2147483804" r:id="rId7"/>
    <p:sldMasterId id="2147483824" r:id="rId8"/>
  </p:sldMasterIdLst>
  <p:notesMasterIdLst>
    <p:notesMasterId r:id="rId29"/>
  </p:notesMasterIdLst>
  <p:sldIdLst>
    <p:sldId id="2145707331" r:id="rId9"/>
    <p:sldId id="1927" r:id="rId10"/>
    <p:sldId id="2145707333" r:id="rId11"/>
    <p:sldId id="2145707258" r:id="rId12"/>
    <p:sldId id="2145707317" r:id="rId13"/>
    <p:sldId id="2145707221" r:id="rId14"/>
    <p:sldId id="2145707302" r:id="rId15"/>
    <p:sldId id="2145707189" r:id="rId16"/>
    <p:sldId id="2145707335" r:id="rId17"/>
    <p:sldId id="2145707298" r:id="rId18"/>
    <p:sldId id="2145707238" r:id="rId19"/>
    <p:sldId id="2145706441" r:id="rId20"/>
    <p:sldId id="2145706440" r:id="rId21"/>
    <p:sldId id="2145707326" r:id="rId22"/>
    <p:sldId id="2145707332" r:id="rId23"/>
    <p:sldId id="2145707334" r:id="rId24"/>
    <p:sldId id="2145707337" r:id="rId25"/>
    <p:sldId id="2145707339" r:id="rId26"/>
    <p:sldId id="2145707242" r:id="rId27"/>
    <p:sldId id="2145706336" r:id="rId28"/>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3960" autoAdjust="0"/>
    <p:restoredTop sz="95033" autoAdjust="0"/>
  </p:normalViewPr>
  <p:slideViewPr>
    <p:cSldViewPr snapToGrid="0">
      <p:cViewPr varScale="1">
        <p:scale>
          <a:sx n="66" d="100"/>
          <a:sy n="66" d="100"/>
        </p:scale>
        <p:origin x="628"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 Type="http://schemas.openxmlformats.org/officeDocument/2006/relationships/slideMaster" Target="slideMasters/slideMaster3.xml"/><Relationship Id="rId21" Type="http://schemas.openxmlformats.org/officeDocument/2006/relationships/slide" Target="slides/slide13.xml"/><Relationship Id="rId7" Type="http://schemas.openxmlformats.org/officeDocument/2006/relationships/slideMaster" Target="slideMasters/slideMaster7.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presProps" Target="presProps.xml"/><Relationship Id="rId8" Type="http://schemas.openxmlformats.org/officeDocument/2006/relationships/slideMaster" Target="slideMasters/slideMaster8.xml"/></Relationships>
</file>

<file path=ppt/charts/_rels/chart1.xml.rels><?xml version="1.0" encoding="UTF-8" standalone="yes"?>
<Relationships xmlns="http://schemas.openxmlformats.org/package/2006/relationships"><Relationship Id="rId3" Type="http://schemas.openxmlformats.org/officeDocument/2006/relationships/oleObject" Target="file:///\\netapp\workgrps\Hizdaknut\&#1506;&#1493;&#1490;&#1514;%20&#1492;&#1492;&#1493;&#1510;&#1488;&#1492;%20&#1492;&#1514;&#1511;&#1510;&#1497;&#1489;&#1497;&#1514;%20&#1506;&#1500;%20&#1494;&#1511;&#1504;&#1497;&#1501;.xlsx" TargetMode="Externa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molsa.gov.il\Shares\&#1488;&#1490;&#1507;%20&#1488;&#1494;&#1512;&#1495;&#1497;&#1501;%20&#1493;&#1514;&#1497;&#1511;&#1497;&#1501;\&#1488;&#1490;&#1508;&#1497;%20&#1514;&#1499;&#1504;&#1493;&#1503;%20&#1493;&#1514;&#1511;&#1510;&#1493;&#1489;\&#1488;&#1505;&#1496;&#1512;&#1496;&#1490;&#1497;&#1492;\&#1489;&#1497;&#1503;%20&#1502;&#1513;&#1512;&#1491;&#1497;\&#1488;&#1493;&#1510;&#1512;\&#1506;&#1493;&#1514;&#1511;%20&#1513;&#1500;%20ROI%20&#1506;&#1500;&#1493;&#1514;%20&#1514;&#1511;&#1510;&#1497;&#1489;&#1497;&#1514;%20%20&#1500;&#1508;&#1497;%20&#1512;&#1502;&#1493;&#1514;%20&#1505;&#1497;&#1506;&#1493;&#1491;.xlsx"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dPt>
            <c:idx val="0"/>
            <c:bubble3D val="0"/>
            <c:spPr>
              <a:solidFill>
                <a:schemeClr val="accent1">
                  <a:shade val="38000"/>
                </a:schemeClr>
              </a:solidFill>
              <a:ln w="19050">
                <a:solidFill>
                  <a:schemeClr val="lt1"/>
                </a:solidFill>
              </a:ln>
              <a:effectLst/>
            </c:spPr>
            <c:extLst>
              <c:ext xmlns:c16="http://schemas.microsoft.com/office/drawing/2014/chart" uri="{C3380CC4-5D6E-409C-BE32-E72D297353CC}">
                <c16:uniqueId val="{00000001-804D-4F03-A1DE-3865F7456A06}"/>
              </c:ext>
            </c:extLst>
          </c:dPt>
          <c:dPt>
            <c:idx val="1"/>
            <c:bubble3D val="0"/>
            <c:spPr>
              <a:solidFill>
                <a:schemeClr val="accent1">
                  <a:shade val="47000"/>
                </a:schemeClr>
              </a:solidFill>
              <a:ln w="19050">
                <a:solidFill>
                  <a:schemeClr val="lt1"/>
                </a:solidFill>
              </a:ln>
              <a:effectLst/>
            </c:spPr>
            <c:extLst>
              <c:ext xmlns:c16="http://schemas.microsoft.com/office/drawing/2014/chart" uri="{C3380CC4-5D6E-409C-BE32-E72D297353CC}">
                <c16:uniqueId val="{00000003-804D-4F03-A1DE-3865F7456A06}"/>
              </c:ext>
            </c:extLst>
          </c:dPt>
          <c:dPt>
            <c:idx val="2"/>
            <c:bubble3D val="0"/>
            <c:spPr>
              <a:solidFill>
                <a:schemeClr val="accent1">
                  <a:shade val="56000"/>
                </a:schemeClr>
              </a:solidFill>
              <a:ln w="19050">
                <a:solidFill>
                  <a:schemeClr val="lt1"/>
                </a:solidFill>
              </a:ln>
              <a:effectLst/>
            </c:spPr>
            <c:extLst>
              <c:ext xmlns:c16="http://schemas.microsoft.com/office/drawing/2014/chart" uri="{C3380CC4-5D6E-409C-BE32-E72D297353CC}">
                <c16:uniqueId val="{00000005-804D-4F03-A1DE-3865F7456A06}"/>
              </c:ext>
            </c:extLst>
          </c:dPt>
          <c:dPt>
            <c:idx val="3"/>
            <c:bubble3D val="0"/>
            <c:spPr>
              <a:solidFill>
                <a:schemeClr val="accent1">
                  <a:shade val="65000"/>
                </a:schemeClr>
              </a:solidFill>
              <a:ln w="19050">
                <a:solidFill>
                  <a:schemeClr val="lt1"/>
                </a:solidFill>
              </a:ln>
              <a:effectLst/>
            </c:spPr>
            <c:extLst>
              <c:ext xmlns:c16="http://schemas.microsoft.com/office/drawing/2014/chart" uri="{C3380CC4-5D6E-409C-BE32-E72D297353CC}">
                <c16:uniqueId val="{00000007-804D-4F03-A1DE-3865F7456A06}"/>
              </c:ext>
            </c:extLst>
          </c:dPt>
          <c:dPt>
            <c:idx val="4"/>
            <c:bubble3D val="0"/>
            <c:spPr>
              <a:solidFill>
                <a:schemeClr val="accent1">
                  <a:shade val="73000"/>
                </a:schemeClr>
              </a:solidFill>
              <a:ln w="19050">
                <a:solidFill>
                  <a:schemeClr val="lt1"/>
                </a:solidFill>
              </a:ln>
              <a:effectLst/>
            </c:spPr>
            <c:extLst>
              <c:ext xmlns:c16="http://schemas.microsoft.com/office/drawing/2014/chart" uri="{C3380CC4-5D6E-409C-BE32-E72D297353CC}">
                <c16:uniqueId val="{00000009-804D-4F03-A1DE-3865F7456A06}"/>
              </c:ext>
            </c:extLst>
          </c:dPt>
          <c:dPt>
            <c:idx val="5"/>
            <c:bubble3D val="0"/>
            <c:spPr>
              <a:solidFill>
                <a:schemeClr val="accent1">
                  <a:shade val="82000"/>
                </a:schemeClr>
              </a:solidFill>
              <a:ln w="19050">
                <a:solidFill>
                  <a:schemeClr val="lt1"/>
                </a:solidFill>
              </a:ln>
              <a:effectLst/>
            </c:spPr>
            <c:extLst>
              <c:ext xmlns:c16="http://schemas.microsoft.com/office/drawing/2014/chart" uri="{C3380CC4-5D6E-409C-BE32-E72D297353CC}">
                <c16:uniqueId val="{0000000B-804D-4F03-A1DE-3865F7456A06}"/>
              </c:ext>
            </c:extLst>
          </c:dPt>
          <c:dPt>
            <c:idx val="6"/>
            <c:bubble3D val="0"/>
            <c:spPr>
              <a:solidFill>
                <a:schemeClr val="accent1">
                  <a:shade val="91000"/>
                </a:schemeClr>
              </a:solidFill>
              <a:ln w="19050">
                <a:solidFill>
                  <a:schemeClr val="lt1"/>
                </a:solidFill>
              </a:ln>
              <a:effectLst/>
            </c:spPr>
            <c:extLst>
              <c:ext xmlns:c16="http://schemas.microsoft.com/office/drawing/2014/chart" uri="{C3380CC4-5D6E-409C-BE32-E72D297353CC}">
                <c16:uniqueId val="{0000000D-804D-4F03-A1DE-3865F7456A06}"/>
              </c:ext>
            </c:extLst>
          </c:dPt>
          <c:dPt>
            <c:idx val="7"/>
            <c:bubble3D val="0"/>
            <c:spPr>
              <a:solidFill>
                <a:schemeClr val="accent1"/>
              </a:solidFill>
              <a:ln w="19050">
                <a:solidFill>
                  <a:schemeClr val="lt1"/>
                </a:solidFill>
              </a:ln>
              <a:effectLst/>
            </c:spPr>
            <c:extLst>
              <c:ext xmlns:c16="http://schemas.microsoft.com/office/drawing/2014/chart" uri="{C3380CC4-5D6E-409C-BE32-E72D297353CC}">
                <c16:uniqueId val="{0000000F-804D-4F03-A1DE-3865F7456A06}"/>
              </c:ext>
            </c:extLst>
          </c:dPt>
          <c:dPt>
            <c:idx val="8"/>
            <c:bubble3D val="0"/>
            <c:spPr>
              <a:solidFill>
                <a:schemeClr val="accent1">
                  <a:tint val="92000"/>
                </a:schemeClr>
              </a:solidFill>
              <a:ln w="19050">
                <a:solidFill>
                  <a:schemeClr val="lt1"/>
                </a:solidFill>
              </a:ln>
              <a:effectLst/>
            </c:spPr>
            <c:extLst>
              <c:ext xmlns:c16="http://schemas.microsoft.com/office/drawing/2014/chart" uri="{C3380CC4-5D6E-409C-BE32-E72D297353CC}">
                <c16:uniqueId val="{00000011-804D-4F03-A1DE-3865F7456A06}"/>
              </c:ext>
            </c:extLst>
          </c:dPt>
          <c:dPt>
            <c:idx val="9"/>
            <c:bubble3D val="0"/>
            <c:spPr>
              <a:solidFill>
                <a:schemeClr val="accent1">
                  <a:tint val="83000"/>
                </a:schemeClr>
              </a:solidFill>
              <a:ln w="19050">
                <a:solidFill>
                  <a:schemeClr val="lt1"/>
                </a:solidFill>
              </a:ln>
              <a:effectLst/>
            </c:spPr>
            <c:extLst>
              <c:ext xmlns:c16="http://schemas.microsoft.com/office/drawing/2014/chart" uri="{C3380CC4-5D6E-409C-BE32-E72D297353CC}">
                <c16:uniqueId val="{00000013-804D-4F03-A1DE-3865F7456A06}"/>
              </c:ext>
            </c:extLst>
          </c:dPt>
          <c:dPt>
            <c:idx val="10"/>
            <c:bubble3D val="0"/>
            <c:spPr>
              <a:solidFill>
                <a:schemeClr val="accent1">
                  <a:tint val="74000"/>
                </a:schemeClr>
              </a:solidFill>
              <a:ln w="19050">
                <a:solidFill>
                  <a:schemeClr val="lt1"/>
                </a:solidFill>
              </a:ln>
              <a:effectLst/>
            </c:spPr>
            <c:extLst>
              <c:ext xmlns:c16="http://schemas.microsoft.com/office/drawing/2014/chart" uri="{C3380CC4-5D6E-409C-BE32-E72D297353CC}">
                <c16:uniqueId val="{00000015-804D-4F03-A1DE-3865F7456A06}"/>
              </c:ext>
            </c:extLst>
          </c:dPt>
          <c:dPt>
            <c:idx val="11"/>
            <c:bubble3D val="0"/>
            <c:spPr>
              <a:solidFill>
                <a:schemeClr val="accent1">
                  <a:tint val="65000"/>
                </a:schemeClr>
              </a:solidFill>
              <a:ln w="19050">
                <a:solidFill>
                  <a:schemeClr val="lt1"/>
                </a:solidFill>
              </a:ln>
              <a:effectLst/>
            </c:spPr>
            <c:extLst>
              <c:ext xmlns:c16="http://schemas.microsoft.com/office/drawing/2014/chart" uri="{C3380CC4-5D6E-409C-BE32-E72D297353CC}">
                <c16:uniqueId val="{00000017-804D-4F03-A1DE-3865F7456A06}"/>
              </c:ext>
            </c:extLst>
          </c:dPt>
          <c:dPt>
            <c:idx val="12"/>
            <c:bubble3D val="0"/>
            <c:spPr>
              <a:solidFill>
                <a:schemeClr val="accent1">
                  <a:tint val="57000"/>
                </a:schemeClr>
              </a:solidFill>
              <a:ln w="19050">
                <a:solidFill>
                  <a:schemeClr val="lt1"/>
                </a:solidFill>
              </a:ln>
              <a:effectLst/>
            </c:spPr>
            <c:extLst>
              <c:ext xmlns:c16="http://schemas.microsoft.com/office/drawing/2014/chart" uri="{C3380CC4-5D6E-409C-BE32-E72D297353CC}">
                <c16:uniqueId val="{00000019-804D-4F03-A1DE-3865F7456A06}"/>
              </c:ext>
            </c:extLst>
          </c:dPt>
          <c:dPt>
            <c:idx val="13"/>
            <c:bubble3D val="0"/>
            <c:spPr>
              <a:solidFill>
                <a:schemeClr val="accent1">
                  <a:tint val="48000"/>
                </a:schemeClr>
              </a:solidFill>
              <a:ln w="19050">
                <a:solidFill>
                  <a:schemeClr val="lt1"/>
                </a:solidFill>
              </a:ln>
              <a:effectLst/>
            </c:spPr>
            <c:extLst>
              <c:ext xmlns:c16="http://schemas.microsoft.com/office/drawing/2014/chart" uri="{C3380CC4-5D6E-409C-BE32-E72D297353CC}">
                <c16:uniqueId val="{0000001B-804D-4F03-A1DE-3865F7456A06}"/>
              </c:ext>
            </c:extLst>
          </c:dPt>
          <c:dPt>
            <c:idx val="14"/>
            <c:bubble3D val="0"/>
            <c:spPr>
              <a:solidFill>
                <a:schemeClr val="accent1">
                  <a:tint val="39000"/>
                </a:schemeClr>
              </a:solidFill>
              <a:ln w="19050">
                <a:solidFill>
                  <a:schemeClr val="lt1"/>
                </a:solidFill>
              </a:ln>
              <a:effectLst/>
            </c:spPr>
            <c:extLst>
              <c:ext xmlns:c16="http://schemas.microsoft.com/office/drawing/2014/chart" uri="{C3380CC4-5D6E-409C-BE32-E72D297353CC}">
                <c16:uniqueId val="{0000001D-804D-4F03-A1DE-3865F7456A06}"/>
              </c:ext>
            </c:extLst>
          </c:dPt>
          <c:dPt>
            <c:idx val="15"/>
            <c:bubble3D val="0"/>
            <c:spPr>
              <a:solidFill>
                <a:schemeClr val="accent1">
                  <a:tint val="39000"/>
                </a:schemeClr>
              </a:solidFill>
              <a:ln w="19050">
                <a:solidFill>
                  <a:schemeClr val="lt1"/>
                </a:solidFill>
              </a:ln>
              <a:effectLst/>
            </c:spPr>
            <c:extLst>
              <c:ext xmlns:c16="http://schemas.microsoft.com/office/drawing/2014/chart" uri="{C3380CC4-5D6E-409C-BE32-E72D297353CC}">
                <c16:uniqueId val="{0000001F-804D-4F03-A1DE-3865F7456A06}"/>
              </c:ext>
            </c:extLst>
          </c:dPt>
          <c:dLbls>
            <c:dLbl>
              <c:idx val="0"/>
              <c:spPr>
                <a:noFill/>
                <a:ln>
                  <a:noFill/>
                </a:ln>
                <a:effectLst/>
              </c:spPr>
              <c:txPr>
                <a:bodyPr rot="0" spcFirstLastPara="1" vertOverflow="ellipsis" vert="horz" wrap="square" anchor="ctr" anchorCtr="1"/>
                <a:lstStyle/>
                <a:p>
                  <a:pPr>
                    <a:defRPr sz="1100" b="0" i="0" u="none" strike="noStrike" kern="1200" baseline="0">
                      <a:solidFill>
                        <a:schemeClr val="bg1">
                          <a:lumMod val="75000"/>
                        </a:schemeClr>
                      </a:solidFill>
                      <a:latin typeface="Segoe UI" panose="020B0502040204020203" pitchFamily="34" charset="0"/>
                      <a:ea typeface="+mn-ea"/>
                      <a:cs typeface="Segoe UI" panose="020B0502040204020203" pitchFamily="34" charset="0"/>
                    </a:defRPr>
                  </a:pPr>
                  <a:endParaRPr lang="he-IL"/>
                </a:p>
              </c:txPr>
              <c:showLegendKey val="0"/>
              <c:showVal val="1"/>
              <c:showCatName val="1"/>
              <c:showSerName val="0"/>
              <c:showPercent val="0"/>
              <c:showBubbleSize val="0"/>
              <c:extLst>
                <c:ext xmlns:c16="http://schemas.microsoft.com/office/drawing/2014/chart" uri="{C3380CC4-5D6E-409C-BE32-E72D297353CC}">
                  <c16:uniqueId val="{00000001-804D-4F03-A1DE-3865F7456A06}"/>
                </c:ext>
              </c:extLst>
            </c:dLbl>
            <c:dLbl>
              <c:idx val="1"/>
              <c:tx>
                <c:rich>
                  <a:bodyPr rot="0" spcFirstLastPara="1" vertOverflow="ellipsis" vert="horz" wrap="square" anchor="ctr" anchorCtr="1"/>
                  <a:lstStyle/>
                  <a:p>
                    <a:pPr>
                      <a:defRPr sz="1100" b="0" i="0" u="none" strike="noStrike" kern="1200" baseline="0">
                        <a:solidFill>
                          <a:schemeClr val="bg1">
                            <a:lumMod val="75000"/>
                          </a:schemeClr>
                        </a:solidFill>
                        <a:latin typeface="Segoe UI" panose="020B0502040204020203" pitchFamily="34" charset="0"/>
                        <a:ea typeface="+mn-ea"/>
                        <a:cs typeface="Segoe UI" panose="020B0502040204020203" pitchFamily="34" charset="0"/>
                      </a:defRPr>
                    </a:pPr>
                    <a:fld id="{32E26173-42DE-4F16-BC6F-D1EA84ED6762}" type="CATEGORYNAME">
                      <a:rPr lang="he-IL" sz="1100"/>
                      <a:pPr>
                        <a:defRPr sz="1100">
                          <a:solidFill>
                            <a:schemeClr val="bg1">
                              <a:lumMod val="75000"/>
                            </a:schemeClr>
                          </a:solidFill>
                        </a:defRPr>
                      </a:pPr>
                      <a:t>[שם קטגוריה]</a:t>
                    </a:fld>
                    <a:r>
                      <a:rPr lang="he-IL" sz="1100" baseline="0"/>
                      <a:t>, </a:t>
                    </a:r>
                    <a:fld id="{5323395A-D5B4-471D-B3DD-E8DD1A3506ED}" type="VALUE">
                      <a:rPr lang="he-IL" sz="1100" baseline="0" smtClean="0"/>
                      <a:pPr>
                        <a:defRPr sz="1100">
                          <a:solidFill>
                            <a:schemeClr val="bg1">
                              <a:lumMod val="75000"/>
                            </a:schemeClr>
                          </a:solidFill>
                        </a:defRPr>
                      </a:pPr>
                      <a:t>[ערך]</a:t>
                    </a:fld>
                    <a:r>
                      <a:rPr lang="he-IL" sz="1100" baseline="0"/>
                      <a:t>/9.5</a:t>
                    </a:r>
                  </a:p>
                </c:rich>
              </c:tx>
              <c:spPr>
                <a:noFill/>
                <a:ln>
                  <a:noFill/>
                </a:ln>
                <a:effectLst/>
              </c:spPr>
              <c:txPr>
                <a:bodyPr rot="0" spcFirstLastPara="1" vertOverflow="ellipsis" vert="horz" wrap="square" anchor="ctr" anchorCtr="1"/>
                <a:lstStyle/>
                <a:p>
                  <a:pPr>
                    <a:defRPr sz="1100" b="0" i="0" u="none" strike="noStrike" kern="1200" baseline="0">
                      <a:solidFill>
                        <a:schemeClr val="bg1">
                          <a:lumMod val="75000"/>
                        </a:schemeClr>
                      </a:solidFill>
                      <a:latin typeface="Segoe UI" panose="020B0502040204020203" pitchFamily="34" charset="0"/>
                      <a:ea typeface="+mn-ea"/>
                      <a:cs typeface="Segoe UI" panose="020B0502040204020203" pitchFamily="34" charset="0"/>
                    </a:defRPr>
                  </a:pPr>
                  <a:endParaRPr lang="he-IL"/>
                </a:p>
              </c:txP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804D-4F03-A1DE-3865F7456A06}"/>
                </c:ext>
              </c:extLst>
            </c:dLbl>
            <c:dLbl>
              <c:idx val="3"/>
              <c:tx>
                <c:rich>
                  <a:bodyPr rot="0" spcFirstLastPara="1" vertOverflow="ellipsis" vert="horz" wrap="square" anchor="ctr" anchorCtr="1"/>
                  <a:lstStyle/>
                  <a:p>
                    <a:pPr>
                      <a:defRPr sz="1100" b="0" i="0" u="none" strike="noStrike" kern="1200" baseline="0">
                        <a:solidFill>
                          <a:schemeClr val="bg1">
                            <a:lumMod val="75000"/>
                          </a:schemeClr>
                        </a:solidFill>
                        <a:latin typeface="Segoe UI" panose="020B0502040204020203" pitchFamily="34" charset="0"/>
                        <a:ea typeface="+mn-ea"/>
                        <a:cs typeface="Segoe UI" panose="020B0502040204020203" pitchFamily="34" charset="0"/>
                      </a:defRPr>
                    </a:pPr>
                    <a:fld id="{185CD460-8D22-4B38-83E1-CCA1803CBE79}" type="CATEGORYNAME">
                      <a:rPr lang="he-IL" sz="1100" smtClean="0"/>
                      <a:pPr>
                        <a:defRPr sz="1100">
                          <a:solidFill>
                            <a:schemeClr val="bg1">
                              <a:lumMod val="75000"/>
                            </a:schemeClr>
                          </a:solidFill>
                        </a:defRPr>
                      </a:pPr>
                      <a:t>[שם קטגוריה]</a:t>
                    </a:fld>
                    <a:r>
                      <a:rPr lang="he-IL" sz="1100" baseline="0" dirty="0"/>
                      <a:t> </a:t>
                    </a:r>
                    <a:fld id="{095DCECD-DB69-4EB5-9444-F1F6AD412F4D}" type="VALUE">
                      <a:rPr lang="he-IL" sz="1100" baseline="0" dirty="0"/>
                      <a:pPr>
                        <a:defRPr sz="1100">
                          <a:solidFill>
                            <a:schemeClr val="bg1">
                              <a:lumMod val="75000"/>
                            </a:schemeClr>
                          </a:solidFill>
                        </a:defRPr>
                      </a:pPr>
                      <a:t>[ערך]</a:t>
                    </a:fld>
                    <a:endParaRPr lang="he-IL" sz="1100" baseline="0" dirty="0"/>
                  </a:p>
                </c:rich>
              </c:tx>
              <c:spPr>
                <a:noFill/>
                <a:ln>
                  <a:noFill/>
                </a:ln>
                <a:effectLst/>
              </c:spPr>
              <c:txPr>
                <a:bodyPr rot="0" spcFirstLastPara="1" vertOverflow="ellipsis" vert="horz" wrap="square" anchor="ctr" anchorCtr="1"/>
                <a:lstStyle/>
                <a:p>
                  <a:pPr>
                    <a:defRPr sz="1100" b="0" i="0" u="none" strike="noStrike" kern="1200" baseline="0">
                      <a:solidFill>
                        <a:schemeClr val="bg1">
                          <a:lumMod val="75000"/>
                        </a:schemeClr>
                      </a:solidFill>
                      <a:latin typeface="Segoe UI" panose="020B0502040204020203" pitchFamily="34" charset="0"/>
                      <a:ea typeface="+mn-ea"/>
                      <a:cs typeface="Segoe UI" panose="020B0502040204020203" pitchFamily="34" charset="0"/>
                    </a:defRPr>
                  </a:pPr>
                  <a:endParaRPr lang="he-IL"/>
                </a:p>
              </c:txP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804D-4F03-A1DE-3865F7456A06}"/>
                </c:ext>
              </c:extLst>
            </c:dLbl>
            <c:dLbl>
              <c:idx val="7"/>
              <c:layout>
                <c:manualLayout>
                  <c:x val="-6.2571259838280269E-2"/>
                  <c:y val="-9.6888657643725163E-4"/>
                </c:manualLayout>
              </c:layout>
              <c:tx>
                <c:rich>
                  <a:bodyPr rot="0" spcFirstLastPara="1" vertOverflow="ellipsis" vert="horz" wrap="square" anchor="ctr" anchorCtr="1"/>
                  <a:lstStyle/>
                  <a:p>
                    <a:pPr>
                      <a:defRPr sz="1100" b="0" i="0" u="none" strike="noStrike" kern="1200" baseline="0">
                        <a:solidFill>
                          <a:schemeClr val="tx1">
                            <a:lumMod val="75000"/>
                            <a:lumOff val="25000"/>
                          </a:schemeClr>
                        </a:solidFill>
                        <a:latin typeface="Segoe UI" panose="020B0502040204020203" pitchFamily="34" charset="0"/>
                        <a:ea typeface="+mn-ea"/>
                        <a:cs typeface="Segoe UI" panose="020B0502040204020203" pitchFamily="34" charset="0"/>
                      </a:defRPr>
                    </a:pPr>
                    <a:r>
                      <a:rPr lang="he-IL" sz="1100" b="1" dirty="0" err="1"/>
                      <a:t>מינהל</a:t>
                    </a:r>
                    <a:r>
                      <a:rPr lang="he-IL" sz="1100" b="1" dirty="0"/>
                      <a:t> אזרחים ותיקים ברווחה</a:t>
                    </a:r>
                    <a:r>
                      <a:rPr lang="he-IL" sz="1100" baseline="0" dirty="0"/>
                      <a:t> </a:t>
                    </a:r>
                    <a:fld id="{70634F7F-49C0-43A3-B9DD-21273F20D5E0}" type="VALUE">
                      <a:rPr lang="he-IL" sz="1100" b="1" baseline="0"/>
                      <a:pPr>
                        <a:defRPr sz="1100"/>
                      </a:pPr>
                      <a:t>[ערך]</a:t>
                    </a:fld>
                    <a:endParaRPr lang="he-IL" sz="1100" baseline="0" dirty="0"/>
                  </a:p>
                </c:rich>
              </c:tx>
              <c:spPr>
                <a:solidFill>
                  <a:schemeClr val="accent1">
                    <a:lumMod val="40000"/>
                    <a:lumOff val="60000"/>
                  </a:schemeClr>
                </a:solid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Segoe UI" panose="020B0502040204020203" pitchFamily="34" charset="0"/>
                      <a:ea typeface="+mn-ea"/>
                      <a:cs typeface="Segoe UI" panose="020B0502040204020203" pitchFamily="34" charset="0"/>
                    </a:defRPr>
                  </a:pPr>
                  <a:endParaRPr lang="he-IL"/>
                </a:p>
              </c:txPr>
              <c:showLegendKey val="0"/>
              <c:showVal val="1"/>
              <c:showCatName val="1"/>
              <c:showSerName val="0"/>
              <c:showPercent val="0"/>
              <c:showBubbleSize val="0"/>
              <c:extLst>
                <c:ext xmlns:c15="http://schemas.microsoft.com/office/drawing/2012/chart" uri="{CE6537A1-D6FC-4f65-9D91-7224C49458BB}">
                  <c15:layout>
                    <c:manualLayout>
                      <c:w val="0.17474391208663351"/>
                      <c:h val="8.6268898708049047E-2"/>
                    </c:manualLayout>
                  </c15:layout>
                  <c15:dlblFieldTable/>
                  <c15:showDataLabelsRange val="0"/>
                </c:ext>
                <c:ext xmlns:c16="http://schemas.microsoft.com/office/drawing/2014/chart" uri="{C3380CC4-5D6E-409C-BE32-E72D297353CC}">
                  <c16:uniqueId val="{0000000F-804D-4F03-A1DE-3865F7456A06}"/>
                </c:ext>
              </c:extLst>
            </c:dLbl>
            <c:dLbl>
              <c:idx val="8"/>
              <c:spPr>
                <a:noFill/>
                <a:ln>
                  <a:noFill/>
                </a:ln>
                <a:effectLst/>
              </c:spPr>
              <c:txPr>
                <a:bodyPr rot="0" spcFirstLastPara="1" vertOverflow="ellipsis" vert="horz" wrap="square" anchor="ctr" anchorCtr="1"/>
                <a:lstStyle/>
                <a:p>
                  <a:pPr>
                    <a:defRPr sz="1100" b="1" i="0" u="none" strike="noStrike" kern="1200" baseline="0">
                      <a:solidFill>
                        <a:schemeClr val="tx1">
                          <a:lumMod val="75000"/>
                          <a:lumOff val="25000"/>
                        </a:schemeClr>
                      </a:solidFill>
                      <a:latin typeface="Segoe UI" panose="020B0502040204020203" pitchFamily="34" charset="0"/>
                      <a:ea typeface="+mn-ea"/>
                      <a:cs typeface="Segoe UI" panose="020B0502040204020203" pitchFamily="34" charset="0"/>
                    </a:defRPr>
                  </a:pPr>
                  <a:endParaRPr lang="he-IL"/>
                </a:p>
              </c:txPr>
              <c:showLegendKey val="0"/>
              <c:showVal val="1"/>
              <c:showCatName val="1"/>
              <c:showSerName val="0"/>
              <c:showPercent val="0"/>
              <c:showBubbleSize val="0"/>
              <c:extLst>
                <c:ext xmlns:c16="http://schemas.microsoft.com/office/drawing/2014/chart" uri="{C3380CC4-5D6E-409C-BE32-E72D297353CC}">
                  <c16:uniqueId val="{00000011-804D-4F03-A1DE-3865F7456A06}"/>
                </c:ext>
              </c:extLst>
            </c:dLbl>
            <c:dLbl>
              <c:idx val="12"/>
              <c:spPr>
                <a:noFill/>
                <a:ln>
                  <a:noFill/>
                </a:ln>
                <a:effectLst/>
              </c:spPr>
              <c:txPr>
                <a:bodyPr rot="0" spcFirstLastPara="1" vertOverflow="ellipsis" vert="horz" wrap="square" anchor="ctr" anchorCtr="1"/>
                <a:lstStyle/>
                <a:p>
                  <a:pPr>
                    <a:defRPr sz="1100" b="1" i="0" u="none" strike="noStrike" kern="1200" baseline="0">
                      <a:solidFill>
                        <a:schemeClr val="tx1">
                          <a:lumMod val="75000"/>
                          <a:lumOff val="25000"/>
                        </a:schemeClr>
                      </a:solidFill>
                      <a:latin typeface="Segoe UI" panose="020B0502040204020203" pitchFamily="34" charset="0"/>
                      <a:ea typeface="+mn-ea"/>
                      <a:cs typeface="Segoe UI" panose="020B0502040204020203" pitchFamily="34" charset="0"/>
                    </a:defRPr>
                  </a:pPr>
                  <a:endParaRPr lang="he-IL"/>
                </a:p>
              </c:txPr>
              <c:showLegendKey val="0"/>
              <c:showVal val="1"/>
              <c:showCatName val="1"/>
              <c:showSerName val="0"/>
              <c:showPercent val="0"/>
              <c:showBubbleSize val="0"/>
              <c:extLst>
                <c:ext xmlns:c16="http://schemas.microsoft.com/office/drawing/2014/chart" uri="{C3380CC4-5D6E-409C-BE32-E72D297353CC}">
                  <c16:uniqueId val="{00000019-804D-4F03-A1DE-3865F7456A06}"/>
                </c:ext>
              </c:extLst>
            </c:dLbl>
            <c:dLbl>
              <c:idx val="13"/>
              <c:layout>
                <c:manualLayout>
                  <c:x val="-0.23098061049189708"/>
                  <c:y val="-1.4467630498820503E-2"/>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1B-804D-4F03-A1DE-3865F7456A06}"/>
                </c:ext>
              </c:extLst>
            </c:dLbl>
            <c:dLbl>
              <c:idx val="14"/>
              <c:layout>
                <c:manualLayout>
                  <c:x val="2.3896449845200764E-2"/>
                  <c:y val="3.6678100295496875E-2"/>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1D-804D-4F03-A1DE-3865F7456A06}"/>
                </c:ext>
              </c:extLst>
            </c:dLbl>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Segoe UI" panose="020B0502040204020203" pitchFamily="34" charset="0"/>
                    <a:ea typeface="+mn-ea"/>
                    <a:cs typeface="Segoe UI" panose="020B0502040204020203" pitchFamily="34" charset="0"/>
                  </a:defRPr>
                </a:pPr>
                <a:endParaRPr lang="he-IL"/>
              </a:p>
            </c:txPr>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גיליון1!$A$2:$A$17</c:f>
              <c:strCache>
                <c:ptCount val="16"/>
                <c:pt idx="0">
                  <c:v>קצבת זקנה ושאירים </c:v>
                </c:pt>
                <c:pt idx="1">
                  <c:v>גמלת סיעוד</c:v>
                </c:pt>
                <c:pt idx="2">
                  <c:v>אשפוז בבתי החולים - גריאטריה פעילה (קופות החולים)</c:v>
                </c:pt>
                <c:pt idx="3">
                  <c:v>הטבות מס</c:v>
                </c:pt>
                <c:pt idx="4">
                  <c:v>אשפוז במוסד (משרד הבריאות)</c:v>
                </c:pt>
                <c:pt idx="5">
                  <c:v>תקציב ניצולי שואה</c:v>
                </c:pt>
                <c:pt idx="6">
                  <c:v>השלמת הכנסה</c:v>
                </c:pt>
                <c:pt idx="7">
                  <c:v>השירות לזקן במשרד הרווחה</c:v>
                </c:pt>
                <c:pt idx="8">
                  <c:v>פנסיה תקציבית</c:v>
                </c:pt>
                <c:pt idx="9">
                  <c:v>סיוע בשכר דירה לקשישים</c:v>
                </c:pt>
                <c:pt idx="10">
                  <c:v>דיור ציבורי לקשישים</c:v>
                </c:pt>
                <c:pt idx="11">
                  <c:v>מקבצי דיור לקשישים עולים</c:v>
                </c:pt>
                <c:pt idx="12">
                  <c:v>פנסיה צוברת לעובדי מדינה</c:v>
                </c:pt>
                <c:pt idx="13">
                  <c:v>סבסוד מיועדות</c:v>
                </c:pt>
                <c:pt idx="14">
                  <c:v>סיוע לקרנות הותיקות</c:v>
                </c:pt>
                <c:pt idx="15">
                  <c:v>סל בריאות לקשישים</c:v>
                </c:pt>
              </c:strCache>
            </c:strRef>
          </c:cat>
          <c:val>
            <c:numRef>
              <c:f>גיליון1!$B$2:$B$17</c:f>
              <c:numCache>
                <c:formatCode>General</c:formatCode>
                <c:ptCount val="16"/>
                <c:pt idx="0">
                  <c:v>27.9</c:v>
                </c:pt>
                <c:pt idx="1">
                  <c:v>6.3</c:v>
                </c:pt>
                <c:pt idx="2">
                  <c:v>1.5</c:v>
                </c:pt>
                <c:pt idx="3">
                  <c:v>27</c:v>
                </c:pt>
                <c:pt idx="4">
                  <c:v>1.5</c:v>
                </c:pt>
                <c:pt idx="5">
                  <c:v>5.0999999999999996</c:v>
                </c:pt>
                <c:pt idx="6">
                  <c:v>3.3</c:v>
                </c:pt>
                <c:pt idx="7">
                  <c:v>0.5</c:v>
                </c:pt>
                <c:pt idx="8">
                  <c:v>23</c:v>
                </c:pt>
                <c:pt idx="9">
                  <c:v>0.8</c:v>
                </c:pt>
                <c:pt idx="10">
                  <c:v>0.03</c:v>
                </c:pt>
                <c:pt idx="11">
                  <c:v>0.4</c:v>
                </c:pt>
                <c:pt idx="12">
                  <c:v>14</c:v>
                </c:pt>
                <c:pt idx="13">
                  <c:v>6</c:v>
                </c:pt>
                <c:pt idx="14">
                  <c:v>4</c:v>
                </c:pt>
                <c:pt idx="15">
                  <c:v>16.399999999999999</c:v>
                </c:pt>
              </c:numCache>
            </c:numRef>
          </c:val>
          <c:extLst>
            <c:ext xmlns:c16="http://schemas.microsoft.com/office/drawing/2014/chart" uri="{C3380CC4-5D6E-409C-BE32-E72D297353CC}">
              <c16:uniqueId val="{00000020-804D-4F03-A1DE-3865F7456A06}"/>
            </c:ext>
          </c:extLst>
        </c:ser>
        <c:dLbls>
          <c:showLegendKey val="0"/>
          <c:showVal val="0"/>
          <c:showCatName val="0"/>
          <c:showSerName val="0"/>
          <c:showPercent val="0"/>
          <c:showBubbleSize val="0"/>
          <c:showLeaderLines val="1"/>
        </c:dLbls>
        <c:firstSliceAng val="360"/>
      </c:pieChart>
      <c:spPr>
        <a:noFill/>
        <a:ln>
          <a:noFill/>
        </a:ln>
        <a:effectLst/>
      </c:spPr>
    </c:plotArea>
    <c:plotVisOnly val="1"/>
    <c:dispBlanksAs val="gap"/>
    <c:showDLblsOverMax val="0"/>
  </c:chart>
  <c:spPr>
    <a:noFill/>
    <a:ln>
      <a:noFill/>
    </a:ln>
    <a:effectLst/>
  </c:spPr>
  <c:txPr>
    <a:bodyPr/>
    <a:lstStyle/>
    <a:p>
      <a:pPr>
        <a:defRPr sz="1050">
          <a:latin typeface="Segoe UI" panose="020B0502040204020203" pitchFamily="34" charset="0"/>
          <a:cs typeface="Segoe UI" panose="020B0502040204020203" pitchFamily="34" charset="0"/>
        </a:defRPr>
      </a:pPr>
      <a:endParaRPr lang="he-IL"/>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he-IL" dirty="0"/>
              <a:t>בשלושים השנים</a:t>
            </a:r>
            <a:r>
              <a:rPr lang="he-IL" baseline="0" dirty="0"/>
              <a:t> האחרונות </a:t>
            </a:r>
          </a:p>
          <a:p>
            <a:pPr>
              <a:defRPr/>
            </a:pPr>
            <a:r>
              <a:rPr lang="he-IL" baseline="0" dirty="0">
                <a:solidFill>
                  <a:schemeClr val="accent3"/>
                </a:solidFill>
              </a:rPr>
              <a:t>שיעור זכאי גמלת סיעוד</a:t>
            </a:r>
            <a:r>
              <a:rPr lang="he-IL" baseline="0" dirty="0"/>
              <a:t> גדל פי 5.5</a:t>
            </a:r>
            <a:endParaRPr lang="en-US" dirty="0"/>
          </a:p>
        </c:rich>
      </c:tx>
      <c:layout>
        <c:manualLayout>
          <c:xMode val="edge"/>
          <c:yMode val="edge"/>
          <c:x val="0.27483952991452992"/>
          <c:y val="1.7638888888888888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lineChart>
        <c:grouping val="standard"/>
        <c:varyColors val="0"/>
        <c:ser>
          <c:idx val="2"/>
          <c:order val="0"/>
          <c:tx>
            <c:strRef>
              <c:f>Sheet1!$C$1</c:f>
              <c:strCache>
                <c:ptCount val="1"/>
                <c:pt idx="0">
                  <c:v>שיעור הזכאים </c:v>
                </c:pt>
              </c:strCache>
            </c:strRef>
          </c:tx>
          <c:spPr>
            <a:ln w="12700" cap="flat" cmpd="sng" algn="ctr">
              <a:solidFill>
                <a:schemeClr val="dk1">
                  <a:shade val="50000"/>
                </a:schemeClr>
              </a:solidFill>
              <a:prstDash val="solid"/>
              <a:miter lim="800000"/>
            </a:ln>
            <a:effectLst/>
          </c:spPr>
          <c:marker>
            <c:symbol val="none"/>
          </c:marker>
          <c:dPt>
            <c:idx val="0"/>
            <c:marker>
              <c:symbol val="circle"/>
              <c:size val="7"/>
              <c:spPr>
                <a:solidFill>
                  <a:schemeClr val="dk1"/>
                </a:solidFill>
                <a:ln w="12700" cap="flat" cmpd="sng" algn="ctr">
                  <a:solidFill>
                    <a:schemeClr val="dk1">
                      <a:shade val="50000"/>
                    </a:schemeClr>
                  </a:solidFill>
                  <a:prstDash val="solid"/>
                  <a:miter lim="800000"/>
                </a:ln>
                <a:effectLst/>
              </c:spPr>
            </c:marker>
            <c:bubble3D val="0"/>
            <c:extLst>
              <c:ext xmlns:c16="http://schemas.microsoft.com/office/drawing/2014/chart" uri="{C3380CC4-5D6E-409C-BE32-E72D297353CC}">
                <c16:uniqueId val="{00000000-FE80-4CD3-977E-2EBB2AD43250}"/>
              </c:ext>
            </c:extLst>
          </c:dPt>
          <c:dPt>
            <c:idx val="6"/>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2-FE80-4CD3-977E-2EBB2AD43250}"/>
              </c:ext>
            </c:extLst>
          </c:dPt>
          <c:dPt>
            <c:idx val="7"/>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4-FE80-4CD3-977E-2EBB2AD43250}"/>
              </c:ext>
            </c:extLst>
          </c:dPt>
          <c:dPt>
            <c:idx val="8"/>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6-FE80-4CD3-977E-2EBB2AD43250}"/>
              </c:ext>
            </c:extLst>
          </c:dPt>
          <c:dPt>
            <c:idx val="9"/>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8-FE80-4CD3-977E-2EBB2AD43250}"/>
              </c:ext>
            </c:extLst>
          </c:dPt>
          <c:dPt>
            <c:idx val="28"/>
            <c:marker>
              <c:symbol val="circle"/>
              <c:size val="7"/>
              <c:spPr>
                <a:solidFill>
                  <a:schemeClr val="dk1"/>
                </a:solidFill>
                <a:ln w="12700" cap="flat" cmpd="sng" algn="ctr">
                  <a:solidFill>
                    <a:schemeClr val="dk1">
                      <a:shade val="50000"/>
                    </a:schemeClr>
                  </a:solidFill>
                  <a:prstDash val="solid"/>
                  <a:miter lim="800000"/>
                </a:ln>
                <a:effectLst/>
              </c:spPr>
            </c:marker>
            <c:bubble3D val="0"/>
            <c:extLst>
              <c:ext xmlns:c16="http://schemas.microsoft.com/office/drawing/2014/chart" uri="{C3380CC4-5D6E-409C-BE32-E72D297353CC}">
                <c16:uniqueId val="{00000009-FE80-4CD3-977E-2EBB2AD43250}"/>
              </c:ext>
            </c:extLst>
          </c:dPt>
          <c:dPt>
            <c:idx val="29"/>
            <c:marker>
              <c:symbol val="none"/>
            </c:marker>
            <c:bubble3D val="0"/>
            <c:extLst>
              <c:ext xmlns:c16="http://schemas.microsoft.com/office/drawing/2014/chart" uri="{C3380CC4-5D6E-409C-BE32-E72D297353CC}">
                <c16:uniqueId val="{0000000A-FE80-4CD3-977E-2EBB2AD43250}"/>
              </c:ext>
            </c:extLst>
          </c:dPt>
          <c:dPt>
            <c:idx val="30"/>
            <c:marker>
              <c:symbol val="circle"/>
              <c:size val="7"/>
              <c:spPr>
                <a:solidFill>
                  <a:schemeClr val="dk1"/>
                </a:solidFill>
                <a:ln w="12700" cap="flat" cmpd="sng" algn="ctr">
                  <a:solidFill>
                    <a:schemeClr val="dk1">
                      <a:shade val="50000"/>
                    </a:schemeClr>
                  </a:solidFill>
                  <a:prstDash val="solid"/>
                  <a:miter lim="800000"/>
                </a:ln>
                <a:effectLst/>
              </c:spPr>
            </c:marker>
            <c:bubble3D val="0"/>
            <c:extLst>
              <c:ext xmlns:c16="http://schemas.microsoft.com/office/drawing/2014/chart" uri="{C3380CC4-5D6E-409C-BE32-E72D297353CC}">
                <c16:uniqueId val="{0000000B-FE80-4CD3-977E-2EBB2AD43250}"/>
              </c:ext>
            </c:extLst>
          </c:dPt>
          <c:dLbls>
            <c:dLbl>
              <c:idx val="0"/>
              <c:layout>
                <c:manualLayout>
                  <c:x val="-3.4518592307139009E-2"/>
                  <c:y val="-4.4669708489664665E-2"/>
                </c:manualLayout>
              </c:layout>
              <c:tx>
                <c:rich>
                  <a:bodyPr/>
                  <a:lstStyle/>
                  <a:p>
                    <a:fld id="{4C65B224-6C72-41B8-A31F-7CE73B83FEC7}" type="VALUE">
                      <a:rPr lang="en-US">
                        <a:solidFill>
                          <a:schemeClr val="accent3"/>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FE80-4CD3-977E-2EBB2AD43250}"/>
                </c:ext>
              </c:extLst>
            </c:dLbl>
            <c:dLbl>
              <c:idx val="28"/>
              <c:layout>
                <c:manualLayout>
                  <c:x val="-5.4565384615384516E-2"/>
                  <c:y val="3.732106481481471E-2"/>
                </c:manualLayout>
              </c:layout>
              <c:tx>
                <c:rich>
                  <a:bodyPr/>
                  <a:lstStyle/>
                  <a:p>
                    <a:fld id="{87D127B6-8B27-4EC1-AD25-15754C05657B}" type="VALUE">
                      <a:rPr lang="en-US">
                        <a:solidFill>
                          <a:schemeClr val="accent3"/>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9-FE80-4CD3-977E-2EBB2AD43250}"/>
                </c:ext>
              </c:extLst>
            </c:dLbl>
            <c:dLbl>
              <c:idx val="30"/>
              <c:layout>
                <c:manualLayout>
                  <c:x val="0"/>
                  <c:y val="-8.8064426425342693E-2"/>
                </c:manualLayout>
              </c:layout>
              <c:tx>
                <c:rich>
                  <a:bodyPr/>
                  <a:lstStyle/>
                  <a:p>
                    <a:r>
                      <a:rPr lang="en-US" sz="1400" b="1" dirty="0">
                        <a:solidFill>
                          <a:schemeClr val="tx1"/>
                        </a:solidFill>
                      </a:rPr>
                      <a:t>29.3%</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FE80-4CD3-977E-2EBB2AD43250}"/>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he-IL"/>
              </a:p>
            </c:tx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Sheet1!$A$2:$A$34</c:f>
              <c:numCache>
                <c:formatCode>General</c:formatCode>
                <c:ptCount val="33"/>
                <c:pt idx="0">
                  <c:v>1990</c:v>
                </c:pt>
                <c:pt idx="10">
                  <c:v>2000</c:v>
                </c:pt>
                <c:pt idx="20">
                  <c:v>2010</c:v>
                </c:pt>
                <c:pt idx="30">
                  <c:v>2020</c:v>
                </c:pt>
                <c:pt idx="31">
                  <c:v>2020</c:v>
                </c:pt>
              </c:numCache>
            </c:numRef>
          </c:cat>
          <c:val>
            <c:numRef>
              <c:f>Sheet1!$C$2:$C$34</c:f>
              <c:numCache>
                <c:formatCode>0.0</c:formatCode>
                <c:ptCount val="33"/>
                <c:pt idx="0">
                  <c:v>5.457125960969841</c:v>
                </c:pt>
                <c:pt idx="1">
                  <c:v>5.7662456525718468</c:v>
                </c:pt>
                <c:pt idx="2">
                  <c:v>6.6165176223040509</c:v>
                </c:pt>
                <c:pt idx="3">
                  <c:v>7.7731363559178135</c:v>
                </c:pt>
                <c:pt idx="4">
                  <c:v>8.5848309975267938</c:v>
                </c:pt>
                <c:pt idx="5">
                  <c:v>9.4588141025641033</c:v>
                </c:pt>
                <c:pt idx="6">
                  <c:v>10.289211100717182</c:v>
                </c:pt>
                <c:pt idx="7">
                  <c:v>10.733402031503019</c:v>
                </c:pt>
                <c:pt idx="8">
                  <c:v>11.632456518614346</c:v>
                </c:pt>
                <c:pt idx="9" formatCode="_-* #,##0.0_-;\-* #,##0.0_-;_-* &quot;-&quot;??_-;_-@_-">
                  <c:v>12.392495784148398</c:v>
                </c:pt>
                <c:pt idx="10" formatCode="_-* #,##0.0_-;\-* #,##0.0_-;_-* &quot;-&quot;??_-;_-@_-">
                  <c:v>13.1402497598463</c:v>
                </c:pt>
                <c:pt idx="11" formatCode="_-* #,##0.0_-;\-* #,##0.0_-;_-* &quot;-&quot;??_-;_-@_-">
                  <c:v>14.155003357958362</c:v>
                </c:pt>
                <c:pt idx="12" formatCode="_-* #,##0.0_-;\-* #,##0.0_-;_-* &quot;-&quot;??_-;_-@_-">
                  <c:v>14.806753726421318</c:v>
                </c:pt>
                <c:pt idx="13" formatCode="_-* #,##0.0_-;\-* #,##0.0_-;_-* &quot;-&quot;??_-;_-@_-">
                  <c:v>14.690538081622043</c:v>
                </c:pt>
                <c:pt idx="14" formatCode="_-* #,##0.0_-;\-* #,##0.0_-;_-* &quot;-&quot;??_-;_-@_-">
                  <c:v>14.530233153984115</c:v>
                </c:pt>
                <c:pt idx="15" formatCode="#,##0.0">
                  <c:v>14.470936084549571</c:v>
                </c:pt>
                <c:pt idx="16" formatCode="#,##0.0">
                  <c:v>14.800466887824056</c:v>
                </c:pt>
                <c:pt idx="17" formatCode="#,##0.0">
                  <c:v>14.992945958871355</c:v>
                </c:pt>
                <c:pt idx="18" formatCode="#,##0.0">
                  <c:v>15.279478524036783</c:v>
                </c:pt>
                <c:pt idx="19" formatCode="#,##0.0">
                  <c:v>15.225770433229119</c:v>
                </c:pt>
                <c:pt idx="20" formatCode="#,##0.0">
                  <c:v>17.391705636229389</c:v>
                </c:pt>
                <c:pt idx="21" formatCode="#,##0.0">
                  <c:v>17.274155164207521</c:v>
                </c:pt>
                <c:pt idx="22" formatCode="#,##0.0">
                  <c:v>17.656144829987237</c:v>
                </c:pt>
                <c:pt idx="23" formatCode="#,##0.0">
                  <c:v>17.462234636871507</c:v>
                </c:pt>
                <c:pt idx="24" formatCode="#,##0.0">
                  <c:v>17.045503211991434</c:v>
                </c:pt>
                <c:pt idx="25" formatCode="#,##0.0">
                  <c:v>16.497789657653954</c:v>
                </c:pt>
                <c:pt idx="26" formatCode="#,##0.0">
                  <c:v>16.260908369694565</c:v>
                </c:pt>
                <c:pt idx="27" formatCode="#,##0.0">
                  <c:v>16.181470503872262</c:v>
                </c:pt>
                <c:pt idx="28" formatCode="#,##0.0">
                  <c:v>16.230648728345006</c:v>
                </c:pt>
                <c:pt idx="29" formatCode="#,##0.0">
                  <c:v>17.600000000000001</c:v>
                </c:pt>
                <c:pt idx="30" formatCode="General">
                  <c:v>20.7</c:v>
                </c:pt>
                <c:pt idx="31" formatCode="General">
                  <c:v>25</c:v>
                </c:pt>
                <c:pt idx="32" formatCode="General">
                  <c:v>30</c:v>
                </c:pt>
              </c:numCache>
            </c:numRef>
          </c:val>
          <c:smooth val="0"/>
          <c:extLst>
            <c:ext xmlns:c16="http://schemas.microsoft.com/office/drawing/2014/chart" uri="{C3380CC4-5D6E-409C-BE32-E72D297353CC}">
              <c16:uniqueId val="{0000000C-FE80-4CD3-977E-2EBB2AD43250}"/>
            </c:ext>
          </c:extLst>
        </c:ser>
        <c:dLbls>
          <c:showLegendKey val="0"/>
          <c:showVal val="0"/>
          <c:showCatName val="0"/>
          <c:showSerName val="0"/>
          <c:showPercent val="0"/>
          <c:showBubbleSize val="0"/>
        </c:dLbls>
        <c:smooth val="0"/>
        <c:axId val="964766120"/>
        <c:axId val="964773664"/>
      </c:lineChart>
      <c:catAx>
        <c:axId val="9647661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964773664"/>
        <c:crosses val="autoZero"/>
        <c:auto val="0"/>
        <c:lblAlgn val="ctr"/>
        <c:lblOffset val="100"/>
        <c:tickMarkSkip val="10"/>
        <c:noMultiLvlLbl val="0"/>
      </c:catAx>
      <c:valAx>
        <c:axId val="964773664"/>
        <c:scaling>
          <c:orientation val="minMax"/>
          <c:max val="100"/>
          <c:min val="0"/>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solidFill>
                      <a:schemeClr val="accent3"/>
                    </a:solidFill>
                  </a:rPr>
                  <a:t>שיעור זכאי גמלת סיעוד</a:t>
                </a:r>
                <a:endParaRPr lang="en-US">
                  <a:solidFill>
                    <a:schemeClr val="accent3"/>
                  </a:solidFill>
                </a:endParaRPr>
              </a:p>
            </c:rich>
          </c:tx>
          <c:layout>
            <c:manualLayout>
              <c:xMode val="edge"/>
              <c:yMode val="edge"/>
              <c:x val="8.0986111111111092E-2"/>
              <c:y val="0.37720694444444453"/>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0"/>
        <c:majorTickMark val="out"/>
        <c:minorTickMark val="none"/>
        <c:tickLblPos val="nextTo"/>
        <c:spPr>
          <a:noFill/>
          <a:ln>
            <a:solidFill>
              <a:schemeClr val="accent3"/>
            </a:solidFill>
          </a:ln>
          <a:effectLst/>
        </c:spPr>
        <c:txPr>
          <a:bodyPr rot="-60000000" spcFirstLastPara="1" vertOverflow="ellipsis" vert="horz" wrap="square" anchor="ctr" anchorCtr="1"/>
          <a:lstStyle/>
          <a:p>
            <a:pPr>
              <a:defRPr sz="1197" b="0" i="0" u="none" strike="noStrike" kern="1200" baseline="0">
                <a:solidFill>
                  <a:schemeClr val="accent3"/>
                </a:solidFill>
                <a:latin typeface="+mn-lt"/>
                <a:ea typeface="+mn-ea"/>
                <a:cs typeface="+mn-cs"/>
              </a:defRPr>
            </a:pPr>
            <a:endParaRPr lang="he-IL"/>
          </a:p>
        </c:txPr>
        <c:crossAx val="964766120"/>
        <c:crosses val="autoZero"/>
        <c:crossBetween val="between"/>
        <c:majorUnit val="100"/>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he-IL" dirty="0"/>
              <a:t>בשלושים השנים</a:t>
            </a:r>
            <a:r>
              <a:rPr lang="he-IL" baseline="0" dirty="0"/>
              <a:t> האחרונות </a:t>
            </a:r>
          </a:p>
          <a:p>
            <a:pPr>
              <a:defRPr/>
            </a:pPr>
            <a:r>
              <a:rPr lang="he-IL" b="1" baseline="0" dirty="0">
                <a:solidFill>
                  <a:schemeClr val="tx1"/>
                </a:solidFill>
              </a:rPr>
              <a:t>מספר זכאי גמלת סיעוד גדל פי 10</a:t>
            </a:r>
            <a:endParaRPr lang="en-US" b="1" dirty="0">
              <a:solidFill>
                <a:schemeClr val="tx1"/>
              </a:solidFill>
            </a:endParaRPr>
          </a:p>
        </c:rich>
      </c:tx>
      <c:layout>
        <c:manualLayout>
          <c:xMode val="edge"/>
          <c:yMode val="edge"/>
          <c:x val="0.22999145024576043"/>
          <c:y val="3.7379940403496618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lineChart>
        <c:grouping val="standard"/>
        <c:varyColors val="0"/>
        <c:ser>
          <c:idx val="0"/>
          <c:order val="0"/>
          <c:tx>
            <c:strRef>
              <c:f>Sheet1!$B$1</c:f>
              <c:strCache>
                <c:ptCount val="1"/>
                <c:pt idx="0">
                  <c:v>מספר הזכאים</c:v>
                </c:pt>
              </c:strCache>
            </c:strRef>
          </c:tx>
          <c:spPr>
            <a:ln w="28575" cap="rnd">
              <a:solidFill>
                <a:schemeClr val="accent1"/>
              </a:solidFill>
              <a:round/>
            </a:ln>
            <a:effectLst/>
          </c:spPr>
          <c:marker>
            <c:symbol val="none"/>
          </c:marker>
          <c:dPt>
            <c:idx val="0"/>
            <c:marker>
              <c:symbol val="circle"/>
              <c:size val="7"/>
              <c:spPr>
                <a:solidFill>
                  <a:schemeClr val="accent1"/>
                </a:solidFill>
                <a:ln w="9525">
                  <a:solidFill>
                    <a:schemeClr val="accent1"/>
                  </a:solidFill>
                </a:ln>
                <a:effectLst/>
              </c:spPr>
            </c:marker>
            <c:bubble3D val="0"/>
            <c:extLst>
              <c:ext xmlns:c16="http://schemas.microsoft.com/office/drawing/2014/chart" uri="{C3380CC4-5D6E-409C-BE32-E72D297353CC}">
                <c16:uniqueId val="{00000000-8CDA-4CBE-BDCD-1F0E1D452D11}"/>
              </c:ext>
            </c:extLst>
          </c:dPt>
          <c:dPt>
            <c:idx val="2"/>
            <c:marker>
              <c:symbol val="none"/>
            </c:marker>
            <c:bubble3D val="0"/>
            <c:extLst>
              <c:ext xmlns:c16="http://schemas.microsoft.com/office/drawing/2014/chart" uri="{C3380CC4-5D6E-409C-BE32-E72D297353CC}">
                <c16:uniqueId val="{00000001-8CDA-4CBE-BDCD-1F0E1D452D11}"/>
              </c:ext>
            </c:extLst>
          </c:dPt>
          <c:dPt>
            <c:idx val="28"/>
            <c:marker>
              <c:symbol val="circle"/>
              <c:size val="7"/>
              <c:spPr>
                <a:solidFill>
                  <a:schemeClr val="accent1"/>
                </a:solidFill>
                <a:ln w="9525">
                  <a:solidFill>
                    <a:schemeClr val="accent1"/>
                  </a:solidFill>
                </a:ln>
                <a:effectLst/>
              </c:spPr>
            </c:marker>
            <c:bubble3D val="0"/>
            <c:extLst>
              <c:ext xmlns:c16="http://schemas.microsoft.com/office/drawing/2014/chart" uri="{C3380CC4-5D6E-409C-BE32-E72D297353CC}">
                <c16:uniqueId val="{00000002-8CDA-4CBE-BDCD-1F0E1D452D11}"/>
              </c:ext>
            </c:extLst>
          </c:dPt>
          <c:dPt>
            <c:idx val="29"/>
            <c:marker>
              <c:symbol val="none"/>
            </c:marker>
            <c:bubble3D val="0"/>
            <c:extLst>
              <c:ext xmlns:c16="http://schemas.microsoft.com/office/drawing/2014/chart" uri="{C3380CC4-5D6E-409C-BE32-E72D297353CC}">
                <c16:uniqueId val="{00000003-8CDA-4CBE-BDCD-1F0E1D452D11}"/>
              </c:ext>
            </c:extLst>
          </c:dPt>
          <c:dPt>
            <c:idx val="30"/>
            <c:marker>
              <c:symbol val="none"/>
            </c:marker>
            <c:bubble3D val="0"/>
            <c:extLst>
              <c:ext xmlns:c16="http://schemas.microsoft.com/office/drawing/2014/chart" uri="{C3380CC4-5D6E-409C-BE32-E72D297353CC}">
                <c16:uniqueId val="{00000004-8CDA-4CBE-BDCD-1F0E1D452D11}"/>
              </c:ext>
            </c:extLst>
          </c:dPt>
          <c:dPt>
            <c:idx val="32"/>
            <c:marker>
              <c:symbol val="circle"/>
              <c:size val="7"/>
              <c:spPr>
                <a:solidFill>
                  <a:schemeClr val="accent1"/>
                </a:solidFill>
                <a:ln w="9525">
                  <a:solidFill>
                    <a:schemeClr val="accent1"/>
                  </a:solidFill>
                </a:ln>
                <a:effectLst/>
              </c:spPr>
            </c:marker>
            <c:bubble3D val="0"/>
            <c:extLst>
              <c:ext xmlns:c16="http://schemas.microsoft.com/office/drawing/2014/chart" uri="{C3380CC4-5D6E-409C-BE32-E72D297353CC}">
                <c16:uniqueId val="{00000005-8CDA-4CBE-BDCD-1F0E1D452D11}"/>
              </c:ext>
            </c:extLst>
          </c:dPt>
          <c:dLbls>
            <c:dLbl>
              <c:idx val="0"/>
              <c:layout>
                <c:manualLayout>
                  <c:x val="-3.2252564102564128E-2"/>
                  <c:y val="2.8359953703703703E-2"/>
                </c:manualLayout>
              </c:layout>
              <c:tx>
                <c:rich>
                  <a:bodyPr/>
                  <a:lstStyle/>
                  <a:p>
                    <a:fld id="{62C62904-A50E-4151-9B53-906403C70C4E}" type="VALUE">
                      <a:rPr lang="en-US">
                        <a:solidFill>
                          <a:schemeClr val="accent1"/>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8CDA-4CBE-BDCD-1F0E1D452D11}"/>
                </c:ext>
              </c:extLst>
            </c:dLbl>
            <c:dLbl>
              <c:idx val="28"/>
              <c:layout>
                <c:manualLayout>
                  <c:x val="-1.9943376068376067E-2"/>
                  <c:y val="4.2054166666666663E-2"/>
                </c:manualLayout>
              </c:layout>
              <c:tx>
                <c:rich>
                  <a:bodyPr/>
                  <a:lstStyle/>
                  <a:p>
                    <a:fld id="{B501C5D1-2D68-4E8F-B07D-69CEA19B6D76}" type="VALUE">
                      <a:rPr lang="en-US">
                        <a:solidFill>
                          <a:schemeClr val="accent1"/>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8CDA-4CBE-BDCD-1F0E1D452D11}"/>
                </c:ext>
              </c:extLst>
            </c:dLbl>
            <c:dLbl>
              <c:idx val="32"/>
              <c:layout>
                <c:manualLayout>
                  <c:x val="0"/>
                  <c:y val="-0.15404325908757277"/>
                </c:manualLayout>
              </c:layout>
              <c:tx>
                <c:rich>
                  <a:bodyPr rot="0" spcFirstLastPara="1" vertOverflow="ellipsis" vert="horz" wrap="square" lIns="38100" tIns="19050" rIns="38100" bIns="19050" anchor="ctr" anchorCtr="1">
                    <a:noAutofit/>
                  </a:bodyPr>
                  <a:lstStyle/>
                  <a:p>
                    <a:pPr>
                      <a:defRPr sz="1197" b="0" i="0" u="none" strike="noStrike" kern="1200" baseline="0">
                        <a:solidFill>
                          <a:srgbClr val="006EA0"/>
                        </a:solidFill>
                        <a:latin typeface="+mn-lt"/>
                        <a:ea typeface="+mn-ea"/>
                        <a:cs typeface="+mn-cs"/>
                      </a:defRPr>
                    </a:pPr>
                    <a:r>
                      <a:rPr lang="en-US" sz="1400" b="1" dirty="0"/>
                      <a:t>360,000</a:t>
                    </a:r>
                  </a:p>
                </c:rich>
              </c:tx>
              <c:spPr>
                <a:noFill/>
                <a:ln>
                  <a:noFill/>
                </a:ln>
                <a:effectLst/>
              </c:spPr>
              <c:txPr>
                <a:bodyPr rot="0" spcFirstLastPara="1" vertOverflow="ellipsis" vert="horz" wrap="square" lIns="38100" tIns="19050" rIns="38100" bIns="19050" anchor="ctr" anchorCtr="1">
                  <a:noAutofit/>
                </a:bodyPr>
                <a:lstStyle/>
                <a:p>
                  <a:pPr>
                    <a:defRPr sz="1197" b="0" i="0" u="none" strike="noStrike" kern="1200" baseline="0">
                      <a:solidFill>
                        <a:srgbClr val="006EA0"/>
                      </a:solidFill>
                      <a:latin typeface="+mn-lt"/>
                      <a:ea typeface="+mn-ea"/>
                      <a:cs typeface="+mn-cs"/>
                    </a:defRPr>
                  </a:pPr>
                  <a:endParaRPr lang="he-IL"/>
                </a:p>
              </c:txPr>
              <c:dLblPos val="r"/>
              <c:showLegendKey val="0"/>
              <c:showVal val="1"/>
              <c:showCatName val="0"/>
              <c:showSerName val="0"/>
              <c:showPercent val="0"/>
              <c:showBubbleSize val="0"/>
              <c:extLst>
                <c:ext xmlns:c15="http://schemas.microsoft.com/office/drawing/2012/chart" uri="{CE6537A1-D6FC-4f65-9D91-7224C49458BB}">
                  <c15:layout>
                    <c:manualLayout>
                      <c:w val="0.11933029566159396"/>
                      <c:h val="4.3068603337134755E-2"/>
                    </c:manualLayout>
                  </c15:layout>
                  <c15:showDataLabelsRange val="0"/>
                </c:ext>
                <c:ext xmlns:c16="http://schemas.microsoft.com/office/drawing/2014/chart" uri="{C3380CC4-5D6E-409C-BE32-E72D297353CC}">
                  <c16:uniqueId val="{00000005-8CDA-4CBE-BDCD-1F0E1D452D11}"/>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006EA0"/>
                    </a:solidFill>
                    <a:latin typeface="+mn-lt"/>
                    <a:ea typeface="+mn-ea"/>
                    <a:cs typeface="+mn-cs"/>
                  </a:defRPr>
                </a:pPr>
                <a:endParaRPr lang="he-IL"/>
              </a:p>
            </c:tx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Sheet1!$A$2:$A$35</c:f>
              <c:numCache>
                <c:formatCode>General</c:formatCode>
                <c:ptCount val="34"/>
                <c:pt idx="0">
                  <c:v>1990</c:v>
                </c:pt>
                <c:pt idx="10">
                  <c:v>2000</c:v>
                </c:pt>
                <c:pt idx="20">
                  <c:v>2010</c:v>
                </c:pt>
                <c:pt idx="32">
                  <c:v>2022</c:v>
                </c:pt>
                <c:pt idx="33">
                  <c:v>2024</c:v>
                </c:pt>
              </c:numCache>
            </c:numRef>
          </c:cat>
          <c:val>
            <c:numRef>
              <c:f>Sheet1!$B$2:$B$35</c:f>
              <c:numCache>
                <c:formatCode>#,##0</c:formatCode>
                <c:ptCount val="34"/>
                <c:pt idx="0">
                  <c:v>27684</c:v>
                </c:pt>
                <c:pt idx="1">
                  <c:v>31501</c:v>
                </c:pt>
                <c:pt idx="2">
                  <c:v>37734</c:v>
                </c:pt>
                <c:pt idx="3">
                  <c:v>45776</c:v>
                </c:pt>
                <c:pt idx="4">
                  <c:v>52067</c:v>
                </c:pt>
                <c:pt idx="5">
                  <c:v>59023</c:v>
                </c:pt>
                <c:pt idx="6">
                  <c:v>65995</c:v>
                </c:pt>
                <c:pt idx="7">
                  <c:v>72912</c:v>
                </c:pt>
                <c:pt idx="8">
                  <c:v>80927</c:v>
                </c:pt>
                <c:pt idx="9">
                  <c:v>88185</c:v>
                </c:pt>
                <c:pt idx="10">
                  <c:v>95753</c:v>
                </c:pt>
                <c:pt idx="11">
                  <c:v>105384</c:v>
                </c:pt>
                <c:pt idx="12">
                  <c:v>112250</c:v>
                </c:pt>
                <c:pt idx="13">
                  <c:v>113029</c:v>
                </c:pt>
                <c:pt idx="14">
                  <c:v>113423</c:v>
                </c:pt>
                <c:pt idx="15">
                  <c:v>115015</c:v>
                </c:pt>
                <c:pt idx="16">
                  <c:v>120461</c:v>
                </c:pt>
                <c:pt idx="17">
                  <c:v>125401</c:v>
                </c:pt>
                <c:pt idx="18">
                  <c:v>131076</c:v>
                </c:pt>
                <c:pt idx="19">
                  <c:v>136362</c:v>
                </c:pt>
                <c:pt idx="20">
                  <c:v>141325</c:v>
                </c:pt>
                <c:pt idx="21">
                  <c:v>145172</c:v>
                </c:pt>
                <c:pt idx="22">
                  <c:v>152143</c:v>
                </c:pt>
                <c:pt idx="23">
                  <c:v>156287</c:v>
                </c:pt>
                <c:pt idx="24">
                  <c:v>159205</c:v>
                </c:pt>
                <c:pt idx="25">
                  <c:v>160474</c:v>
                </c:pt>
                <c:pt idx="26">
                  <c:v>163975</c:v>
                </c:pt>
                <c:pt idx="27">
                  <c:v>169242</c:v>
                </c:pt>
                <c:pt idx="28">
                  <c:v>176135</c:v>
                </c:pt>
                <c:pt idx="29">
                  <c:v>197589</c:v>
                </c:pt>
                <c:pt idx="30">
                  <c:v>240577</c:v>
                </c:pt>
                <c:pt idx="31">
                  <c:v>273228</c:v>
                </c:pt>
                <c:pt idx="32">
                  <c:v>300169</c:v>
                </c:pt>
                <c:pt idx="33">
                  <c:v>350000</c:v>
                </c:pt>
              </c:numCache>
            </c:numRef>
          </c:val>
          <c:smooth val="0"/>
          <c:extLst>
            <c:ext xmlns:c16="http://schemas.microsoft.com/office/drawing/2014/chart" uri="{C3380CC4-5D6E-409C-BE32-E72D297353CC}">
              <c16:uniqueId val="{00000006-8CDA-4CBE-BDCD-1F0E1D452D11}"/>
            </c:ext>
          </c:extLst>
        </c:ser>
        <c:dLbls>
          <c:showLegendKey val="0"/>
          <c:showVal val="0"/>
          <c:showCatName val="0"/>
          <c:showSerName val="0"/>
          <c:showPercent val="0"/>
          <c:showBubbleSize val="0"/>
        </c:dLbls>
        <c:smooth val="0"/>
        <c:axId val="964766120"/>
        <c:axId val="964773664"/>
      </c:lineChart>
      <c:catAx>
        <c:axId val="9647661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964773664"/>
        <c:crosses val="autoZero"/>
        <c:auto val="0"/>
        <c:lblAlgn val="ctr"/>
        <c:lblOffset val="100"/>
        <c:tickMarkSkip val="10"/>
        <c:noMultiLvlLbl val="0"/>
      </c:catAx>
      <c:valAx>
        <c:axId val="964773664"/>
        <c:scaling>
          <c:orientation val="minMax"/>
          <c:max val="350000"/>
          <c:min val="0"/>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solidFill>
                      <a:schemeClr val="accent1"/>
                    </a:solidFill>
                  </a:rPr>
                  <a:t>מספר</a:t>
                </a:r>
                <a:r>
                  <a:rPr lang="he-IL" baseline="0">
                    <a:solidFill>
                      <a:schemeClr val="accent1"/>
                    </a:solidFill>
                  </a:rPr>
                  <a:t> זכאי גמלת סיעוד (ממוצע שנתי)</a:t>
                </a:r>
                <a:endParaRPr lang="en-US">
                  <a:solidFill>
                    <a:schemeClr val="accent1"/>
                  </a:solidFill>
                </a:endParaRPr>
              </a:p>
            </c:rich>
          </c:tx>
          <c:layout>
            <c:manualLayout>
              <c:xMode val="edge"/>
              <c:yMode val="edge"/>
              <c:x val="0.12567820512820513"/>
              <c:y val="0.27200879629629632"/>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1"/>
        <c:majorTickMark val="out"/>
        <c:minorTickMark val="none"/>
        <c:tickLblPos val="nextTo"/>
        <c:spPr>
          <a:noFill/>
          <a:ln>
            <a:solidFill>
              <a:schemeClr val="accent1"/>
            </a:solidFill>
          </a:ln>
          <a:effectLst/>
        </c:spPr>
        <c:txPr>
          <a:bodyPr rot="-60000000" spcFirstLastPara="1" vertOverflow="ellipsis" vert="horz" wrap="square" anchor="ctr" anchorCtr="1"/>
          <a:lstStyle/>
          <a:p>
            <a:pPr>
              <a:defRPr sz="1197" b="0" i="0" u="none" strike="noStrike" kern="1200" baseline="0">
                <a:solidFill>
                  <a:schemeClr val="accent1"/>
                </a:solidFill>
                <a:latin typeface="+mn-lt"/>
                <a:ea typeface="+mn-ea"/>
                <a:cs typeface="+mn-cs"/>
              </a:defRPr>
            </a:pPr>
            <a:endParaRPr lang="he-IL"/>
          </a:p>
        </c:txPr>
        <c:crossAx val="964766120"/>
        <c:crosses val="autoZero"/>
        <c:crossBetween val="between"/>
        <c:majorUnit val="350000"/>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rtl="1">
              <a:defRPr sz="2128" b="1" i="0" u="none" strike="noStrike" kern="1200" baseline="0">
                <a:solidFill>
                  <a:schemeClr val="tx1">
                    <a:lumMod val="65000"/>
                    <a:lumOff val="35000"/>
                  </a:schemeClr>
                </a:solidFill>
                <a:latin typeface="+mn-lt"/>
                <a:ea typeface="+mn-ea"/>
                <a:cs typeface="+mn-cs"/>
              </a:defRPr>
            </a:pPr>
            <a:r>
              <a:rPr lang="en-US" sz="2400" b="1" i="0" u="none" strike="noStrike" kern="1200" baseline="0" dirty="0">
                <a:solidFill>
                  <a:prstClr val="black">
                    <a:lumMod val="65000"/>
                    <a:lumOff val="35000"/>
                  </a:prstClr>
                </a:solidFill>
              </a:rPr>
              <a:t>ROI</a:t>
            </a:r>
            <a:r>
              <a:rPr lang="he-IL" sz="2400" b="1" i="0" u="none" strike="noStrike" kern="1200" baseline="0" dirty="0">
                <a:solidFill>
                  <a:prstClr val="black">
                    <a:lumMod val="65000"/>
                    <a:lumOff val="35000"/>
                  </a:prstClr>
                </a:solidFill>
              </a:rPr>
              <a:t> במניעה לשנה לפי רמות סיעוד</a:t>
            </a:r>
            <a:endParaRPr lang="he-IL" sz="4000" dirty="0"/>
          </a:p>
        </c:rich>
      </c:tx>
      <c:overlay val="0"/>
      <c:spPr>
        <a:noFill/>
        <a:ln>
          <a:noFill/>
        </a:ln>
        <a:effectLst/>
      </c:spPr>
      <c:txPr>
        <a:bodyPr rot="0" spcFirstLastPara="1" vertOverflow="ellipsis" vert="horz" wrap="square" anchor="ctr" anchorCtr="1"/>
        <a:lstStyle/>
        <a:p>
          <a:pPr rtl="1">
            <a:defRPr sz="2128" b="1" i="0" u="none" strike="noStrike" kern="1200" baseline="0">
              <a:solidFill>
                <a:schemeClr val="tx1">
                  <a:lumMod val="65000"/>
                  <a:lumOff val="35000"/>
                </a:schemeClr>
              </a:solidFill>
              <a:latin typeface="+mn-lt"/>
              <a:ea typeface="+mn-ea"/>
              <a:cs typeface="+mn-cs"/>
            </a:defRPr>
          </a:pPr>
          <a:endParaRPr lang="he-IL"/>
        </a:p>
      </c:txPr>
    </c:title>
    <c:autoTitleDeleted val="0"/>
    <c:plotArea>
      <c:layout/>
      <c:barChart>
        <c:barDir val="col"/>
        <c:grouping val="clustered"/>
        <c:varyColors val="0"/>
        <c:ser>
          <c:idx val="0"/>
          <c:order val="0"/>
          <c:tx>
            <c:strRef>
              <c:f>גיליון1!$M$20</c:f>
              <c:strCache>
                <c:ptCount val="1"/>
                <c:pt idx="0">
                  <c:v>סה"כ חסכון לשנה</c:v>
                </c:pt>
              </c:strCache>
            </c:strRef>
          </c:tx>
          <c:spPr>
            <a:solidFill>
              <a:srgbClr val="0070C0"/>
            </a:solidFill>
            <a:ln>
              <a:noFill/>
            </a:ln>
            <a:effectLst>
              <a:outerShdw blurRad="57150" dist="19050" dir="5400000" algn="ctr" rotWithShape="0">
                <a:srgbClr val="000000">
                  <a:alpha val="63000"/>
                </a:srgbClr>
              </a:outerShdw>
            </a:effectLst>
          </c:spPr>
          <c:invertIfNegative val="0"/>
          <c:dLbls>
            <c:dLbl>
              <c:idx val="0"/>
              <c:tx>
                <c:rich>
                  <a:bodyPr/>
                  <a:lstStyle/>
                  <a:p>
                    <a:r>
                      <a:rPr lang="en-US" dirty="0"/>
                      <a:t>24,000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345F-48C4-ABE1-41C8E46A4540}"/>
                </c:ext>
              </c:extLst>
            </c:dLbl>
            <c:dLbl>
              <c:idx val="1"/>
              <c:tx>
                <c:rich>
                  <a:bodyPr/>
                  <a:lstStyle/>
                  <a:p>
                    <a:r>
                      <a:rPr lang="en-US"/>
                      <a:t>20,550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345F-48C4-ABE1-41C8E46A4540}"/>
                </c:ext>
              </c:extLst>
            </c:dLbl>
            <c:dLbl>
              <c:idx val="2"/>
              <c:tx>
                <c:rich>
                  <a:bodyPr/>
                  <a:lstStyle/>
                  <a:p>
                    <a:r>
                      <a:rPr lang="en-US"/>
                      <a:t>23850</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345F-48C4-ABE1-41C8E46A4540}"/>
                </c:ext>
              </c:extLst>
            </c:dLbl>
            <c:dLbl>
              <c:idx val="3"/>
              <c:tx>
                <c:rich>
                  <a:bodyPr/>
                  <a:lstStyle/>
                  <a:p>
                    <a:r>
                      <a:rPr lang="en-US"/>
                      <a:t>16,000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345F-48C4-ABE1-41C8E46A4540}"/>
                </c:ext>
              </c:extLst>
            </c:dLbl>
            <c:dLbl>
              <c:idx val="4"/>
              <c:tx>
                <c:rich>
                  <a:bodyPr/>
                  <a:lstStyle/>
                  <a:p>
                    <a:r>
                      <a:rPr lang="en-US"/>
                      <a:t>20,300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345F-48C4-ABE1-41C8E46A4540}"/>
                </c:ext>
              </c:extLst>
            </c:dLbl>
            <c:dLbl>
              <c:idx val="5"/>
              <c:tx>
                <c:rich>
                  <a:bodyPr/>
                  <a:lstStyle/>
                  <a:p>
                    <a:r>
                      <a:rPr lang="en-US"/>
                      <a:t>14,100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345F-48C4-ABE1-41C8E46A4540}"/>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גיליון1!$G$21:$G$26</c:f>
              <c:numCache>
                <c:formatCode>General</c:formatCode>
                <c:ptCount val="6"/>
                <c:pt idx="0">
                  <c:v>0</c:v>
                </c:pt>
                <c:pt idx="1">
                  <c:v>1</c:v>
                </c:pt>
                <c:pt idx="2">
                  <c:v>2</c:v>
                </c:pt>
                <c:pt idx="3">
                  <c:v>3</c:v>
                </c:pt>
                <c:pt idx="4">
                  <c:v>4</c:v>
                </c:pt>
                <c:pt idx="5">
                  <c:v>5</c:v>
                </c:pt>
              </c:numCache>
            </c:numRef>
          </c:cat>
          <c:val>
            <c:numRef>
              <c:f>גיליון1!$M$21:$M$26</c:f>
              <c:numCache>
                <c:formatCode>_ "₪"\ * #,##0_ ;_ "₪"\ * \-#,##0_ ;_ "₪"\ * "-"??_ ;_ @_ </c:formatCode>
                <c:ptCount val="6"/>
                <c:pt idx="0">
                  <c:v>23896.999</c:v>
                </c:pt>
                <c:pt idx="1">
                  <c:v>20548.999</c:v>
                </c:pt>
                <c:pt idx="2">
                  <c:v>23840.668000000001</c:v>
                </c:pt>
                <c:pt idx="3">
                  <c:v>15899.812999999998</c:v>
                </c:pt>
                <c:pt idx="4">
                  <c:v>20263.084999999999</c:v>
                </c:pt>
                <c:pt idx="5">
                  <c:v>14109.836000000003</c:v>
                </c:pt>
              </c:numCache>
            </c:numRef>
          </c:val>
          <c:extLst>
            <c:ext xmlns:c16="http://schemas.microsoft.com/office/drawing/2014/chart" uri="{C3380CC4-5D6E-409C-BE32-E72D297353CC}">
              <c16:uniqueId val="{00000006-345F-48C4-ABE1-41C8E46A4540}"/>
            </c:ext>
          </c:extLst>
        </c:ser>
        <c:dLbls>
          <c:dLblPos val="outEnd"/>
          <c:showLegendKey val="0"/>
          <c:showVal val="1"/>
          <c:showCatName val="0"/>
          <c:showSerName val="0"/>
          <c:showPercent val="0"/>
          <c:showBubbleSize val="0"/>
        </c:dLbls>
        <c:gapWidth val="100"/>
        <c:overlap val="-24"/>
        <c:axId val="423681296"/>
        <c:axId val="423681624"/>
      </c:barChart>
      <c:catAx>
        <c:axId val="423681296"/>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423681624"/>
        <c:crosses val="autoZero"/>
        <c:auto val="1"/>
        <c:lblAlgn val="ctr"/>
        <c:lblOffset val="100"/>
        <c:noMultiLvlLbl val="0"/>
      </c:catAx>
      <c:valAx>
        <c:axId val="423681624"/>
        <c:scaling>
          <c:orientation val="minMax"/>
        </c:scaling>
        <c:delete val="0"/>
        <c:axPos val="l"/>
        <c:numFmt formatCode="_ &quot;₪&quot;\ * #,##0_ ;_ &quot;₪&quot;\ * \-#,##0_ ;_ &quot;₪&quot;\ * &quot;-&quot;??_ ;_ @_ "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42368129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olors1.xml><?xml version="1.0" encoding="utf-8"?>
<cs:colorStyle xmlns:cs="http://schemas.microsoft.com/office/drawing/2012/chartStyle" xmlns:a="http://schemas.openxmlformats.org/drawingml/2006/main" meth="withinLinear" id="14">
  <a:schemeClr val="accent1"/>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withinLinear" id="18">
  <a:schemeClr val="accent5"/>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drawings/_rels/drawing1.xml.rels><?xml version="1.0" encoding="UTF-8" standalone="yes"?>
<Relationships xmlns="http://schemas.openxmlformats.org/package/2006/relationships"><Relationship Id="rId1" Type="http://schemas.openxmlformats.org/officeDocument/2006/relationships/image" Target="../media/image12.png"/></Relationships>
</file>

<file path=ppt/drawings/drawing1.xml><?xml version="1.0" encoding="utf-8"?>
<c:userShapes xmlns:c="http://schemas.openxmlformats.org/drawingml/2006/chart">
  <cdr:relSizeAnchor xmlns:cdr="http://schemas.openxmlformats.org/drawingml/2006/chartDrawing">
    <cdr:from>
      <cdr:x>0.31799</cdr:x>
      <cdr:y>0</cdr:y>
    </cdr:from>
    <cdr:to>
      <cdr:x>0.63723</cdr:x>
      <cdr:y>0.12712</cdr:y>
    </cdr:to>
    <cdr:pic>
      <cdr:nvPicPr>
        <cdr:cNvPr id="2" name="chart">
          <a:extLst xmlns:a="http://schemas.openxmlformats.org/drawingml/2006/main">
            <a:ext uri="{FF2B5EF4-FFF2-40B4-BE49-F238E27FC236}">
              <a16:creationId xmlns:a16="http://schemas.microsoft.com/office/drawing/2014/main" id="{A4DBDC49-BA03-79C4-09B7-93FAD678043E}"/>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2507985" y="0"/>
          <a:ext cx="2517870" cy="682772"/>
        </a:xfrm>
        <a:prstGeom xmlns:a="http://schemas.openxmlformats.org/drawingml/2006/main" prst="rect">
          <a:avLst/>
        </a:prstGeom>
      </cdr:spPr>
    </cdr:pic>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A55FC607-19AD-4B2D-8312-408BA8DA50E4}" type="datetimeFigureOut">
              <a:rPr lang="he-IL" smtClean="0"/>
              <a:t>כ"ג/אייר/תשפ"ה</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D96DD67B-BCCD-4CCF-8847-28FEBF3D9E76}" type="slidenum">
              <a:rPr lang="he-IL" smtClean="0"/>
              <a:t>‹#›</a:t>
            </a:fld>
            <a:endParaRPr lang="he-IL"/>
          </a:p>
        </p:txBody>
      </p:sp>
    </p:spTree>
    <p:extLst>
      <p:ext uri="{BB962C8B-B14F-4D97-AF65-F5344CB8AC3E}">
        <p14:creationId xmlns:p14="http://schemas.microsoft.com/office/powerpoint/2010/main" val="1633324564"/>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Shape 148"/>
          <p:cNvSpPr>
            <a:spLocks noGrp="1" noRot="1" noChangeAspect="1"/>
          </p:cNvSpPr>
          <p:nvPr>
            <p:ph type="sldImg" idx="2"/>
          </p:nvPr>
        </p:nvSpPr>
        <p:spPr>
          <a:xfrm>
            <a:off x="2649538" y="514350"/>
            <a:ext cx="4573587" cy="25717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9" name="Shape 149"/>
          <p:cNvSpPr txBox="1">
            <a:spLocks noGrp="1"/>
          </p:cNvSpPr>
          <p:nvPr>
            <p:ph type="body" idx="1"/>
          </p:nvPr>
        </p:nvSpPr>
        <p:spPr>
          <a:xfrm>
            <a:off x="987268" y="3257550"/>
            <a:ext cx="7898129" cy="3086100"/>
          </a:xfrm>
          <a:prstGeom prst="rect">
            <a:avLst/>
          </a:prstGeom>
        </p:spPr>
        <p:txBody>
          <a:bodyPr lIns="91425" tIns="91425" rIns="91425" bIns="91425" anchor="t" anchorCtr="0">
            <a:noAutofit/>
          </a:bodyPr>
          <a:lstStyle/>
          <a:p>
            <a:pPr lvl="0">
              <a:spcBef>
                <a:spcPts val="0"/>
              </a:spcBef>
              <a:buNone/>
            </a:pPr>
            <a:endParaRPr dirty="0"/>
          </a:p>
        </p:txBody>
      </p:sp>
    </p:spTree>
    <p:extLst>
      <p:ext uri="{BB962C8B-B14F-4D97-AF65-F5344CB8AC3E}">
        <p14:creationId xmlns:p14="http://schemas.microsoft.com/office/powerpoint/2010/main" val="17591835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Shape 148"/>
          <p:cNvSpPr>
            <a:spLocks noGrp="1" noRot="1" noChangeAspect="1"/>
          </p:cNvSpPr>
          <p:nvPr>
            <p:ph type="sldImg" idx="2"/>
          </p:nvPr>
        </p:nvSpPr>
        <p:spPr>
          <a:xfrm>
            <a:off x="2649538" y="514350"/>
            <a:ext cx="4573587" cy="25717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9" name="Shape 149"/>
          <p:cNvSpPr txBox="1">
            <a:spLocks noGrp="1"/>
          </p:cNvSpPr>
          <p:nvPr>
            <p:ph type="body" idx="1"/>
          </p:nvPr>
        </p:nvSpPr>
        <p:spPr>
          <a:xfrm>
            <a:off x="987268" y="3257550"/>
            <a:ext cx="7898129" cy="3086100"/>
          </a:xfrm>
          <a:prstGeom prst="rect">
            <a:avLst/>
          </a:prstGeom>
        </p:spPr>
        <p:txBody>
          <a:bodyPr lIns="91425" tIns="91425" rIns="91425" bIns="91425" anchor="t" anchorCtr="0">
            <a:noAutofit/>
          </a:bodyPr>
          <a:lstStyle/>
          <a:p>
            <a:pPr lvl="0">
              <a:spcBef>
                <a:spcPts val="0"/>
              </a:spcBef>
              <a:buNone/>
            </a:pPr>
            <a:r>
              <a:rPr lang="he-IL" b="1" dirty="0"/>
              <a:t>הסיבות העיקריות:</a:t>
            </a:r>
          </a:p>
          <a:p>
            <a:pPr lvl="0">
              <a:spcBef>
                <a:spcPts val="0"/>
              </a:spcBef>
              <a:buNone/>
            </a:pPr>
            <a:r>
              <a:rPr lang="he-IL" dirty="0"/>
              <a:t>יותר זקנים</a:t>
            </a:r>
          </a:p>
          <a:p>
            <a:pPr lvl="0">
              <a:spcBef>
                <a:spcPts val="0"/>
              </a:spcBef>
              <a:buNone/>
            </a:pPr>
            <a:r>
              <a:rPr lang="he-IL" dirty="0"/>
              <a:t>הרפורמה</a:t>
            </a:r>
          </a:p>
          <a:p>
            <a:pPr lvl="0">
              <a:spcBef>
                <a:spcPts val="0"/>
              </a:spcBef>
              <a:buNone/>
            </a:pPr>
            <a:r>
              <a:rPr lang="he-IL" dirty="0"/>
              <a:t>הכרה מורחבת</a:t>
            </a:r>
          </a:p>
          <a:p>
            <a:pPr lvl="0">
              <a:spcBef>
                <a:spcPts val="0"/>
              </a:spcBef>
              <a:buNone/>
            </a:pPr>
            <a:r>
              <a:rPr lang="he-IL" dirty="0"/>
              <a:t>תמריץ</a:t>
            </a:r>
            <a:r>
              <a:rPr lang="he-IL" baseline="0" dirty="0"/>
              <a:t> שלילי לאדם ולחברות</a:t>
            </a:r>
            <a:endParaRPr dirty="0"/>
          </a:p>
        </p:txBody>
      </p:sp>
    </p:spTree>
    <p:extLst>
      <p:ext uri="{BB962C8B-B14F-4D97-AF65-F5344CB8AC3E}">
        <p14:creationId xmlns:p14="http://schemas.microsoft.com/office/powerpoint/2010/main" val="407393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27612778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F8BD78C-6517-4499-90A1-33D3D1D63F85}"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343879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algn="r"/>
            <a:r>
              <a:rPr lang="he-IL" dirty="0"/>
              <a:t>דרך שלושה צירי מפתח</a:t>
            </a:r>
          </a:p>
        </p:txBody>
      </p:sp>
      <p:sp>
        <p:nvSpPr>
          <p:cNvPr id="4" name="מציין מיקום של מספר שקופית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96B088-BEEC-4145-AEDC-27EC65BEFD4A}" type="slidenum">
              <a:rPr kumimoji="0" lang="en-IL"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IL"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5298778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129DB-8381-9CF7-90FB-3D989D266C71}"/>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4500A369-9145-8B65-4E35-5D030A6C9F55}"/>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3BD392F7-18A9-CEAD-9AE0-C079F2FB15FC}"/>
              </a:ext>
            </a:extLst>
          </p:cNvPr>
          <p:cNvSpPr>
            <a:spLocks noGrp="1"/>
          </p:cNvSpPr>
          <p:nvPr>
            <p:ph type="body" idx="1"/>
          </p:nvPr>
        </p:nvSpPr>
        <p:spPr/>
        <p:txBody>
          <a:bodyPr/>
          <a:lstStyle/>
          <a:p>
            <a:endParaRPr lang="he-IL" dirty="0"/>
          </a:p>
        </p:txBody>
      </p:sp>
      <p:sp>
        <p:nvSpPr>
          <p:cNvPr id="4" name="מציין מיקום של מספר שקופית 3">
            <a:extLst>
              <a:ext uri="{FF2B5EF4-FFF2-40B4-BE49-F238E27FC236}">
                <a16:creationId xmlns:a16="http://schemas.microsoft.com/office/drawing/2014/main" id="{D7277E3B-5857-96ED-03A1-E3AC24CFE00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8120634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11</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13757461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6040714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56A13-D5E5-CBA7-7503-1EA2885611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46C61-7195-58E2-967C-C4FA06B8EA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90437-D72C-8DFC-1212-21E5E16BCB18}"/>
              </a:ext>
            </a:extLst>
          </p:cNvPr>
          <p:cNvSpPr>
            <a:spLocks noGrp="1"/>
          </p:cNvSpPr>
          <p:nvPr>
            <p:ph type="body" idx="1"/>
          </p:nvPr>
        </p:nvSpPr>
        <p:spPr/>
        <p:txBody>
          <a:bodyPr/>
          <a:lstStyle/>
          <a:p>
            <a:endParaRPr lang="he-IL" dirty="0"/>
          </a:p>
        </p:txBody>
      </p:sp>
      <p:sp>
        <p:nvSpPr>
          <p:cNvPr id="4" name="Slide Number Placeholder 3">
            <a:extLst>
              <a:ext uri="{FF2B5EF4-FFF2-40B4-BE49-F238E27FC236}">
                <a16:creationId xmlns:a16="http://schemas.microsoft.com/office/drawing/2014/main" id="{3ABA4D01-BFC7-F148-BE4E-64BC0B6961C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15172744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16</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6120958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dirty="0"/>
              <a:t>לציין שמדידה מתחילה מיעדים משותפים שאותם צריך למדוד על בסיס דאטה רב מערכתי (מערך </a:t>
            </a:r>
            <a:r>
              <a:rPr lang="he-IL" dirty="0" err="1"/>
              <a:t>הדיגיטל</a:t>
            </a:r>
            <a:r>
              <a:rPr lang="he-IL" dirty="0"/>
              <a:t> תומך)</a:t>
            </a:r>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716BF82-8EEB-4F35-9480-BAD7C861D47C}"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10972237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e-IL" dirty="0"/>
              <a:t>עקרון להסתכל על אתגרים הזקנה מול מגמות הטכנולוגיה ולחבר כמענה מותאם לצרכים</a:t>
            </a:r>
          </a:p>
        </p:txBody>
      </p:sp>
      <p:sp>
        <p:nvSpPr>
          <p:cNvPr id="4" name="Slide Number Placeholder 3"/>
          <p:cNvSpPr>
            <a:spLocks noGrp="1"/>
          </p:cNvSpPr>
          <p:nvPr>
            <p:ph type="sldNum" sz="quarter" idx="5"/>
          </p:nvPr>
        </p:nvSpPr>
        <p:spPr/>
        <p:txBody>
          <a:bodyPr/>
          <a:lstStyle/>
          <a:p>
            <a:fld id="{EF290769-FC4B-4518-8E82-10D24D0B70E5}" type="slidenum">
              <a:rPr lang="en-IL" smtClean="0"/>
              <a:pPr/>
              <a:t>18</a:t>
            </a:fld>
            <a:endParaRPr lang="en-IL" dirty="0"/>
          </a:p>
        </p:txBody>
      </p:sp>
    </p:spTree>
    <p:extLst>
      <p:ext uri="{BB962C8B-B14F-4D97-AF65-F5344CB8AC3E}">
        <p14:creationId xmlns:p14="http://schemas.microsoft.com/office/powerpoint/2010/main" val="6280541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he-IL"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18174208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openxmlformats.org/officeDocument/2006/relationships/hyperlink" Target="mailto:Gps.il@il.ey.com" TargetMode="External"/><Relationship Id="rId2" Type="http://schemas.openxmlformats.org/officeDocument/2006/relationships/hyperlink" Target="mailto:Hagit.Zur@il.ey.com" TargetMode="External"/><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7.xml"/><Relationship Id="rId4" Type="http://schemas.openxmlformats.org/officeDocument/2006/relationships/image" Target="../media/image4.png"/></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7.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7.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99CF2-FEF6-4884-93C8-66F225F8CA8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CA27E841-C4FD-4FF1-B5CE-C23BBF8BAF2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529F626F-0FD8-471F-B1A2-4AD1814BD785}"/>
              </a:ext>
            </a:extLst>
          </p:cNvPr>
          <p:cNvSpPr>
            <a:spLocks noGrp="1"/>
          </p:cNvSpPr>
          <p:nvPr>
            <p:ph type="dt" sz="half" idx="10"/>
          </p:nvPr>
        </p:nvSpPr>
        <p:spPr/>
        <p:txBody>
          <a:bodyPr/>
          <a:lstStyle/>
          <a:p>
            <a:fld id="{04C3C828-D965-4B22-85AA-AF24CD109DC9}" type="datetimeFigureOut">
              <a:rPr lang="en-IL" smtClean="0"/>
              <a:t>05/21/2025</a:t>
            </a:fld>
            <a:endParaRPr lang="en-IL"/>
          </a:p>
        </p:txBody>
      </p:sp>
      <p:sp>
        <p:nvSpPr>
          <p:cNvPr id="5" name="Footer Placeholder 4">
            <a:extLst>
              <a:ext uri="{FF2B5EF4-FFF2-40B4-BE49-F238E27FC236}">
                <a16:creationId xmlns:a16="http://schemas.microsoft.com/office/drawing/2014/main" id="{673202FC-3E7A-4509-8DDA-296BDCEB9E0B}"/>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BC88DB32-4651-4FF1-8118-B67BA5E0B474}"/>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3260047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A157B-F0B1-469E-A1A6-A566A2C7C274}"/>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15DA1B4C-1061-4980-BF45-9B235DFB0EA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EAE248F3-B46F-4709-BD02-549F38A6687E}"/>
              </a:ext>
            </a:extLst>
          </p:cNvPr>
          <p:cNvSpPr>
            <a:spLocks noGrp="1"/>
          </p:cNvSpPr>
          <p:nvPr>
            <p:ph type="dt" sz="half" idx="10"/>
          </p:nvPr>
        </p:nvSpPr>
        <p:spPr/>
        <p:txBody>
          <a:bodyPr/>
          <a:lstStyle/>
          <a:p>
            <a:fld id="{04C3C828-D965-4B22-85AA-AF24CD109DC9}" type="datetimeFigureOut">
              <a:rPr lang="en-IL" smtClean="0"/>
              <a:t>05/21/2025</a:t>
            </a:fld>
            <a:endParaRPr lang="en-IL"/>
          </a:p>
        </p:txBody>
      </p:sp>
      <p:sp>
        <p:nvSpPr>
          <p:cNvPr id="5" name="Footer Placeholder 4">
            <a:extLst>
              <a:ext uri="{FF2B5EF4-FFF2-40B4-BE49-F238E27FC236}">
                <a16:creationId xmlns:a16="http://schemas.microsoft.com/office/drawing/2014/main" id="{F1BA0E69-7D9A-4CEB-A98E-7E4CB3929C4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EA2E01A-DFE0-41AC-A8D1-D1BD1C79BAAA}"/>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568100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9B632-E142-4AD2-8801-0F2B830B1C1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001C64EC-1599-48AD-84BE-1CD0F455F4D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D0A8002-3169-476D-880A-CAFD35DD1D06}"/>
              </a:ext>
            </a:extLst>
          </p:cNvPr>
          <p:cNvSpPr>
            <a:spLocks noGrp="1"/>
          </p:cNvSpPr>
          <p:nvPr>
            <p:ph type="dt" sz="half" idx="10"/>
          </p:nvPr>
        </p:nvSpPr>
        <p:spPr/>
        <p:txBody>
          <a:bodyPr/>
          <a:lstStyle/>
          <a:p>
            <a:fld id="{04C3C828-D965-4B22-85AA-AF24CD109DC9}" type="datetimeFigureOut">
              <a:rPr lang="en-IL" smtClean="0"/>
              <a:t>05/21/2025</a:t>
            </a:fld>
            <a:endParaRPr lang="en-IL"/>
          </a:p>
        </p:txBody>
      </p:sp>
      <p:sp>
        <p:nvSpPr>
          <p:cNvPr id="5" name="Footer Placeholder 4">
            <a:extLst>
              <a:ext uri="{FF2B5EF4-FFF2-40B4-BE49-F238E27FC236}">
                <a16:creationId xmlns:a16="http://schemas.microsoft.com/office/drawing/2014/main" id="{B3C97634-C145-41AB-BCB8-676B9F11EE4D}"/>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4FF95CA2-F133-45DA-86A8-931CD91F11A4}"/>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0457028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C7B1F-C30F-4EE1-80DE-DBBC31679109}"/>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CC4308DE-B05D-43F4-98DA-A6969522FC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7FBE28E0-6D63-48F2-834B-1E312B20D52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7302A9FA-2298-45FF-B737-DEBD5DE12E54}"/>
              </a:ext>
            </a:extLst>
          </p:cNvPr>
          <p:cNvSpPr>
            <a:spLocks noGrp="1"/>
          </p:cNvSpPr>
          <p:nvPr>
            <p:ph type="dt" sz="half" idx="10"/>
          </p:nvPr>
        </p:nvSpPr>
        <p:spPr/>
        <p:txBody>
          <a:bodyPr/>
          <a:lstStyle/>
          <a:p>
            <a:fld id="{04C3C828-D965-4B22-85AA-AF24CD109DC9}" type="datetimeFigureOut">
              <a:rPr lang="en-IL" smtClean="0"/>
              <a:t>05/21/2025</a:t>
            </a:fld>
            <a:endParaRPr lang="en-IL"/>
          </a:p>
        </p:txBody>
      </p:sp>
      <p:sp>
        <p:nvSpPr>
          <p:cNvPr id="6" name="Footer Placeholder 5">
            <a:extLst>
              <a:ext uri="{FF2B5EF4-FFF2-40B4-BE49-F238E27FC236}">
                <a16:creationId xmlns:a16="http://schemas.microsoft.com/office/drawing/2014/main" id="{D5241A74-D5D7-4632-8552-E5F753F86246}"/>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8B9EFADF-CFE9-4FF7-9703-F88186399E4B}"/>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4104574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E3A2F-D0D5-4522-85DD-B17179181C9B}"/>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F5F4B264-177E-4048-BE87-AE7838290A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E428566-E393-41F7-A1F4-106B2AA84D8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5597F394-1D76-462F-A7D6-F1EBE7991D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AE757361-AF4C-476A-BCB6-791948ADC16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8BE7CBAC-968E-42A6-94EF-EEF800C6BBD3}"/>
              </a:ext>
            </a:extLst>
          </p:cNvPr>
          <p:cNvSpPr>
            <a:spLocks noGrp="1"/>
          </p:cNvSpPr>
          <p:nvPr>
            <p:ph type="dt" sz="half" idx="10"/>
          </p:nvPr>
        </p:nvSpPr>
        <p:spPr/>
        <p:txBody>
          <a:bodyPr/>
          <a:lstStyle/>
          <a:p>
            <a:fld id="{04C3C828-D965-4B22-85AA-AF24CD109DC9}" type="datetimeFigureOut">
              <a:rPr lang="en-IL" smtClean="0"/>
              <a:t>05/21/2025</a:t>
            </a:fld>
            <a:endParaRPr lang="en-IL"/>
          </a:p>
        </p:txBody>
      </p:sp>
      <p:sp>
        <p:nvSpPr>
          <p:cNvPr id="8" name="Footer Placeholder 7">
            <a:extLst>
              <a:ext uri="{FF2B5EF4-FFF2-40B4-BE49-F238E27FC236}">
                <a16:creationId xmlns:a16="http://schemas.microsoft.com/office/drawing/2014/main" id="{2758A626-55D2-463E-AAEC-569D4B9CCBA4}"/>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D21E6598-8A49-4196-A24B-AD093A74F35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9088558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07402-AE6F-40E6-A490-C6B533420BDE}"/>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B409E7B1-10C3-47E5-991E-0A30BE89E94A}"/>
              </a:ext>
            </a:extLst>
          </p:cNvPr>
          <p:cNvSpPr>
            <a:spLocks noGrp="1"/>
          </p:cNvSpPr>
          <p:nvPr>
            <p:ph type="dt" sz="half" idx="10"/>
          </p:nvPr>
        </p:nvSpPr>
        <p:spPr/>
        <p:txBody>
          <a:bodyPr/>
          <a:lstStyle/>
          <a:p>
            <a:fld id="{04C3C828-D965-4B22-85AA-AF24CD109DC9}" type="datetimeFigureOut">
              <a:rPr lang="en-IL" smtClean="0"/>
              <a:t>05/21/2025</a:t>
            </a:fld>
            <a:endParaRPr lang="en-IL"/>
          </a:p>
        </p:txBody>
      </p:sp>
      <p:sp>
        <p:nvSpPr>
          <p:cNvPr id="4" name="Footer Placeholder 3">
            <a:extLst>
              <a:ext uri="{FF2B5EF4-FFF2-40B4-BE49-F238E27FC236}">
                <a16:creationId xmlns:a16="http://schemas.microsoft.com/office/drawing/2014/main" id="{3E2E2AF4-05BF-462F-82B3-8156C5166C14}"/>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AD87C240-D7C7-4798-A9A8-873C8A32438B}"/>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771734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E467C9-466D-4974-A7C1-9E6F98524912}"/>
              </a:ext>
            </a:extLst>
          </p:cNvPr>
          <p:cNvSpPr>
            <a:spLocks noGrp="1"/>
          </p:cNvSpPr>
          <p:nvPr>
            <p:ph type="dt" sz="half" idx="10"/>
          </p:nvPr>
        </p:nvSpPr>
        <p:spPr/>
        <p:txBody>
          <a:bodyPr/>
          <a:lstStyle/>
          <a:p>
            <a:fld id="{04C3C828-D965-4B22-85AA-AF24CD109DC9}" type="datetimeFigureOut">
              <a:rPr lang="en-IL" smtClean="0"/>
              <a:t>05/21/2025</a:t>
            </a:fld>
            <a:endParaRPr lang="en-IL"/>
          </a:p>
        </p:txBody>
      </p:sp>
      <p:sp>
        <p:nvSpPr>
          <p:cNvPr id="3" name="Footer Placeholder 2">
            <a:extLst>
              <a:ext uri="{FF2B5EF4-FFF2-40B4-BE49-F238E27FC236}">
                <a16:creationId xmlns:a16="http://schemas.microsoft.com/office/drawing/2014/main" id="{6F491AED-FF97-467A-9C59-E08C094D89CB}"/>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FFBB29AE-E94E-4CB8-9292-0E54DF3BFF67}"/>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9709232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05CBB-2B55-4380-A219-C8823E2EC4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4A0E3ECE-61EA-455C-8AF7-73DA8CB1D0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E13FE761-5D1B-4F2F-8D7D-F65D579B99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64FE3B6-D29F-44E5-ACAC-3902BB946BE3}"/>
              </a:ext>
            </a:extLst>
          </p:cNvPr>
          <p:cNvSpPr>
            <a:spLocks noGrp="1"/>
          </p:cNvSpPr>
          <p:nvPr>
            <p:ph type="dt" sz="half" idx="10"/>
          </p:nvPr>
        </p:nvSpPr>
        <p:spPr/>
        <p:txBody>
          <a:bodyPr/>
          <a:lstStyle/>
          <a:p>
            <a:fld id="{04C3C828-D965-4B22-85AA-AF24CD109DC9}" type="datetimeFigureOut">
              <a:rPr lang="en-IL" smtClean="0"/>
              <a:t>05/21/2025</a:t>
            </a:fld>
            <a:endParaRPr lang="en-IL"/>
          </a:p>
        </p:txBody>
      </p:sp>
      <p:sp>
        <p:nvSpPr>
          <p:cNvPr id="6" name="Footer Placeholder 5">
            <a:extLst>
              <a:ext uri="{FF2B5EF4-FFF2-40B4-BE49-F238E27FC236}">
                <a16:creationId xmlns:a16="http://schemas.microsoft.com/office/drawing/2014/main" id="{7522D2EF-9EDB-4502-9E3A-0FF439D837C0}"/>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CD1CBD61-3498-4452-8B9E-BF1286670B13}"/>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9796041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F41B7-695C-44EB-87C2-E8BF68A39B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6D7FABCF-7DCA-46FD-B86E-85C2094239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35DCE2D2-9976-4EF9-81D3-3FEF21A0DC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201DECC-0B21-4C72-B8BC-0BAF59E88A2A}"/>
              </a:ext>
            </a:extLst>
          </p:cNvPr>
          <p:cNvSpPr>
            <a:spLocks noGrp="1"/>
          </p:cNvSpPr>
          <p:nvPr>
            <p:ph type="dt" sz="half" idx="10"/>
          </p:nvPr>
        </p:nvSpPr>
        <p:spPr/>
        <p:txBody>
          <a:bodyPr/>
          <a:lstStyle/>
          <a:p>
            <a:fld id="{04C3C828-D965-4B22-85AA-AF24CD109DC9}" type="datetimeFigureOut">
              <a:rPr lang="en-IL" smtClean="0"/>
              <a:t>05/21/2025</a:t>
            </a:fld>
            <a:endParaRPr lang="en-IL"/>
          </a:p>
        </p:txBody>
      </p:sp>
      <p:sp>
        <p:nvSpPr>
          <p:cNvPr id="6" name="Footer Placeholder 5">
            <a:extLst>
              <a:ext uri="{FF2B5EF4-FFF2-40B4-BE49-F238E27FC236}">
                <a16:creationId xmlns:a16="http://schemas.microsoft.com/office/drawing/2014/main" id="{D76E5287-1D16-4D95-B9C8-AE870CEB9137}"/>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00948362-DB3C-46E9-9C06-7849BA318C2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6356948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BB271-1F80-4357-B2D5-8DDA4869D5A5}"/>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72B5A0E6-144E-4B65-8DEF-96839D4D91B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6E57867C-9033-4B15-A0CF-A50B3B164324}"/>
              </a:ext>
            </a:extLst>
          </p:cNvPr>
          <p:cNvSpPr>
            <a:spLocks noGrp="1"/>
          </p:cNvSpPr>
          <p:nvPr>
            <p:ph type="dt" sz="half" idx="10"/>
          </p:nvPr>
        </p:nvSpPr>
        <p:spPr/>
        <p:txBody>
          <a:bodyPr/>
          <a:lstStyle/>
          <a:p>
            <a:fld id="{04C3C828-D965-4B22-85AA-AF24CD109DC9}" type="datetimeFigureOut">
              <a:rPr lang="en-IL" smtClean="0"/>
              <a:t>05/21/2025</a:t>
            </a:fld>
            <a:endParaRPr lang="en-IL"/>
          </a:p>
        </p:txBody>
      </p:sp>
      <p:sp>
        <p:nvSpPr>
          <p:cNvPr id="5" name="Footer Placeholder 4">
            <a:extLst>
              <a:ext uri="{FF2B5EF4-FFF2-40B4-BE49-F238E27FC236}">
                <a16:creationId xmlns:a16="http://schemas.microsoft.com/office/drawing/2014/main" id="{4DD80DC4-82B1-4E37-BA18-D3AC56738377}"/>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0D85E84C-8517-44AE-9B6A-25C446659E6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5952517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84C7B9-949D-49B1-9E84-5E134665E21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DA6F19A2-2188-418F-805F-804309C6E5E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4428A66D-F6EC-4A88-9983-D809BF714AF2}"/>
              </a:ext>
            </a:extLst>
          </p:cNvPr>
          <p:cNvSpPr>
            <a:spLocks noGrp="1"/>
          </p:cNvSpPr>
          <p:nvPr>
            <p:ph type="dt" sz="half" idx="10"/>
          </p:nvPr>
        </p:nvSpPr>
        <p:spPr/>
        <p:txBody>
          <a:bodyPr/>
          <a:lstStyle/>
          <a:p>
            <a:fld id="{04C3C828-D965-4B22-85AA-AF24CD109DC9}" type="datetimeFigureOut">
              <a:rPr lang="en-IL" smtClean="0"/>
              <a:t>05/21/2025</a:t>
            </a:fld>
            <a:endParaRPr lang="en-IL"/>
          </a:p>
        </p:txBody>
      </p:sp>
      <p:sp>
        <p:nvSpPr>
          <p:cNvPr id="5" name="Footer Placeholder 4">
            <a:extLst>
              <a:ext uri="{FF2B5EF4-FFF2-40B4-BE49-F238E27FC236}">
                <a16:creationId xmlns:a16="http://schemas.microsoft.com/office/drawing/2014/main" id="{095C6FCE-5E02-4FD1-9DDA-525E0E4A62F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2D5D6E4-8D20-4A65-8E01-D8857D56B232}"/>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4923127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798101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92931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3365142111"/>
      </p:ext>
    </p:extLst>
  </p:cSld>
  <p:clrMapOvr>
    <a:masterClrMapping/>
  </p:clrMapOvr>
  <p:transition spd="slow">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78074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65"/>
        <p:cNvGrpSpPr/>
        <p:nvPr/>
      </p:nvGrpSpPr>
      <p:grpSpPr>
        <a:xfrm>
          <a:off x="0" y="0"/>
          <a:ext cx="0" cy="0"/>
          <a:chOff x="0" y="0"/>
          <a:chExt cx="0" cy="0"/>
        </a:xfrm>
      </p:grpSpPr>
    </p:spTree>
    <p:extLst>
      <p:ext uri="{BB962C8B-B14F-4D97-AF65-F5344CB8AC3E}">
        <p14:creationId xmlns:p14="http://schemas.microsoft.com/office/powerpoint/2010/main" val="33258805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66"/>
        <p:cNvGrpSpPr/>
        <p:nvPr/>
      </p:nvGrpSpPr>
      <p:grpSpPr>
        <a:xfrm>
          <a:off x="0" y="0"/>
          <a:ext cx="0" cy="0"/>
          <a:chOff x="0" y="0"/>
          <a:chExt cx="0" cy="0"/>
        </a:xfrm>
      </p:grpSpPr>
    </p:spTree>
    <p:extLst>
      <p:ext uri="{BB962C8B-B14F-4D97-AF65-F5344CB8AC3E}">
        <p14:creationId xmlns:p14="http://schemas.microsoft.com/office/powerpoint/2010/main" val="13565714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36"/>
        <p:cNvGrpSpPr/>
        <p:nvPr/>
      </p:nvGrpSpPr>
      <p:grpSpPr>
        <a:xfrm>
          <a:off x="0" y="0"/>
          <a:ext cx="0" cy="0"/>
          <a:chOff x="0" y="0"/>
          <a:chExt cx="0" cy="0"/>
        </a:xfrm>
      </p:grpSpPr>
      <p:sp>
        <p:nvSpPr>
          <p:cNvPr id="43" name="Shape 43"/>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4" name="Shape 44"/>
          <p:cNvSpPr txBox="1">
            <a:spLocks noGrp="1"/>
          </p:cNvSpPr>
          <p:nvPr>
            <p:ph type="body" idx="1"/>
          </p:nvPr>
        </p:nvSpPr>
        <p:spPr>
          <a:xfrm>
            <a:off x="609600" y="1875925"/>
            <a:ext cx="7068400" cy="4215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5" name="Shape 45"/>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753227541"/>
      </p:ext>
    </p:extLst>
  </p:cSld>
  <p:clrMapOvr>
    <a:masterClrMapping/>
  </p:clrMapOvr>
  <p:transition spd="slow">
    <p:wipe dir="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שקופית כותרת">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05457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5389748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cSld name="1_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50A7289E-A01B-4831-8F11-C8CCC0732A3D}" type="datetimeFigureOut">
              <a:rPr lang="he-IL" smtClean="0"/>
              <a:t>כ"ג/אייר/תשפ"ה</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179449426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2003509881"/>
      </p:ext>
    </p:extLst>
  </p:cSld>
  <p:clrMapOvr>
    <a:masterClrMapping/>
  </p:clrMapOvr>
  <p:transition spd="slow">
    <p:wipe dir="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50A7289E-A01B-4831-8F11-C8CCC0732A3D}" type="datetimeFigureOut">
              <a:rPr lang="he-IL" smtClean="0"/>
              <a:t>כ"ג/אייר/תשפ"ה</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272037887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814950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021083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50A7289E-A01B-4831-8F11-C8CCC0732A3D}" type="datetimeFigureOut">
              <a:rPr lang="he-IL" smtClean="0"/>
              <a:t>כ"ג/אייר/תשפ"ה</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316231262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9208868"/>
      </p:ext>
    </p:extLst>
  </p:cSld>
  <p:clrMapOvr>
    <a:masterClrMapping/>
  </p:clrMapOvr>
  <p:transition>
    <p:fade/>
  </p:transition>
  <p:hf hd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cSld name="1_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כ"ג/אייר/תשפ"ה</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321782928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white simp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p>
            <a:fld id="{18F36642-002E-4C98-915B-826072CB88D7}" type="slidenum">
              <a:rPr lang="he-IL" smtClean="0"/>
              <a:t>‹#›</a:t>
            </a:fld>
            <a:endParaRPr lang="he-IL"/>
          </a:p>
        </p:txBody>
      </p:sp>
      <p:cxnSp>
        <p:nvCxnSpPr>
          <p:cNvPr id="10" name="Straight Connector 9"/>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245467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שער">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7946811" y="1576338"/>
            <a:ext cx="3478427" cy="1107996"/>
          </a:xfrm>
          <a:prstGeom prst="rect">
            <a:avLst/>
          </a:prstGeom>
          <a:noFill/>
        </p:spPr>
        <p:txBody>
          <a:bodyPr wrap="square" lIns="0" tIns="0" rIns="0" bIns="0" anchor="t" anchorCtr="0">
            <a:spAutoFit/>
          </a:bodyPr>
          <a:lstStyle>
            <a:lvl1pPr algn="r" rtl="1">
              <a:defRPr sz="4000" b="1" i="0">
                <a:solidFill>
                  <a:schemeClr val="tx1"/>
                </a:solidFill>
                <a:latin typeface="Calibri" panose="020F0502020204030204" pitchFamily="34" charset="0"/>
                <a:cs typeface="Calibri" panose="020F0502020204030204" pitchFamily="34" charset="0"/>
              </a:defRPr>
            </a:lvl1pPr>
          </a:lstStyle>
          <a:p>
            <a:r>
              <a:rPr lang="he-IL"/>
              <a:t>שם הפרויקט</a:t>
            </a:r>
            <a:br>
              <a:rPr lang="he-IL"/>
            </a:br>
            <a:r>
              <a:rPr lang="he-IL"/>
              <a:t>גג שתי שורות</a:t>
            </a:r>
            <a:endParaRPr lang="en-IL"/>
          </a:p>
        </p:txBody>
      </p:sp>
      <p:cxnSp>
        <p:nvCxnSpPr>
          <p:cNvPr id="7" name="Straight Connector 6">
            <a:extLst>
              <a:ext uri="{FF2B5EF4-FFF2-40B4-BE49-F238E27FC236}">
                <a16:creationId xmlns:a16="http://schemas.microsoft.com/office/drawing/2014/main" id="{65664EA6-8DA1-7AAB-A392-6680AD51A67B}"/>
              </a:ext>
            </a:extLst>
          </p:cNvPr>
          <p:cNvCxnSpPr>
            <a:cxnSpLocks/>
          </p:cNvCxnSpPr>
          <p:nvPr userDrawn="1"/>
        </p:nvCxnSpPr>
        <p:spPr>
          <a:xfrm>
            <a:off x="9863954" y="2723127"/>
            <a:ext cx="1538241" cy="0"/>
          </a:xfrm>
          <a:prstGeom prst="line">
            <a:avLst/>
          </a:prstGeom>
          <a:ln w="50800" cap="rnd">
            <a:solidFill>
              <a:schemeClr val="bg2"/>
            </a:solidFill>
            <a:round/>
          </a:ln>
        </p:spPr>
        <p:style>
          <a:lnRef idx="1">
            <a:schemeClr val="accent1"/>
          </a:lnRef>
          <a:fillRef idx="0">
            <a:schemeClr val="accent1"/>
          </a:fillRef>
          <a:effectRef idx="0">
            <a:schemeClr val="accent1"/>
          </a:effectRef>
          <a:fontRef idx="minor">
            <a:schemeClr val="tx1"/>
          </a:fontRef>
        </p:style>
      </p:cxnSp>
      <p:sp>
        <p:nvSpPr>
          <p:cNvPr id="15" name="Text Placeholder 14">
            <a:extLst>
              <a:ext uri="{FF2B5EF4-FFF2-40B4-BE49-F238E27FC236}">
                <a16:creationId xmlns:a16="http://schemas.microsoft.com/office/drawing/2014/main" id="{9E958C9D-6ED7-B2BA-7E37-D25B6BEB2CA0}"/>
              </a:ext>
            </a:extLst>
          </p:cNvPr>
          <p:cNvSpPr>
            <a:spLocks noGrp="1"/>
          </p:cNvSpPr>
          <p:nvPr>
            <p:ph type="body" sz="quarter" idx="13" hasCustomPrompt="1"/>
          </p:nvPr>
        </p:nvSpPr>
        <p:spPr>
          <a:xfrm>
            <a:off x="8759825" y="1268413"/>
            <a:ext cx="2665413" cy="387350"/>
          </a:xfrm>
          <a:prstGeom prst="rect">
            <a:avLst/>
          </a:prstGeom>
        </p:spPr>
        <p:txBody>
          <a:bodyPr lIns="0" rIns="0" bIns="0">
            <a:noAutofit/>
          </a:bodyPr>
          <a:lstStyle>
            <a:lvl1pPr marL="0" indent="0" algn="r" rtl="1">
              <a:buFontTx/>
              <a:buNone/>
              <a:defRPr sz="2000" b="0" i="0">
                <a:latin typeface="Calibri Light" panose="020F0302020204030204" pitchFamily="34" charset="0"/>
                <a:cs typeface="Calibri Light" panose="020F0302020204030204" pitchFamily="34" charset="0"/>
              </a:defRPr>
            </a:lvl1pPr>
            <a:lvl2pPr algn="r" rtl="1">
              <a:defRPr sz="2000" b="0" i="0">
                <a:latin typeface="Calibri Light" panose="020F0302020204030204" pitchFamily="34" charset="0"/>
                <a:cs typeface="Calibri Light" panose="020F0302020204030204" pitchFamily="34" charset="0"/>
              </a:defRPr>
            </a:lvl2pPr>
            <a:lvl3pPr algn="r" rtl="1">
              <a:defRPr sz="2000" b="0" i="0">
                <a:latin typeface="Calibri Light" panose="020F0302020204030204" pitchFamily="34" charset="0"/>
                <a:cs typeface="Calibri Light" panose="020F0302020204030204" pitchFamily="34" charset="0"/>
              </a:defRPr>
            </a:lvl3pPr>
            <a:lvl4pPr algn="r" rtl="1">
              <a:defRPr sz="2000" b="0" i="0">
                <a:latin typeface="Calibri Light" panose="020F0302020204030204" pitchFamily="34" charset="0"/>
                <a:cs typeface="Calibri Light" panose="020F0302020204030204" pitchFamily="34" charset="0"/>
              </a:defRPr>
            </a:lvl4pPr>
            <a:lvl5pPr algn="r" rtl="1">
              <a:defRPr sz="2000" b="0" i="0">
                <a:latin typeface="Calibri Light" panose="020F0302020204030204" pitchFamily="34" charset="0"/>
                <a:cs typeface="Calibri Light" panose="020F0302020204030204" pitchFamily="34" charset="0"/>
              </a:defRPr>
            </a:lvl5pPr>
          </a:lstStyle>
          <a:p>
            <a:pPr lvl="0"/>
            <a:r>
              <a:rPr lang="he-IL"/>
              <a:t>שם התוצר</a:t>
            </a:r>
            <a:endParaRPr lang="en-IL"/>
          </a:p>
        </p:txBody>
      </p:sp>
      <p:sp>
        <p:nvSpPr>
          <p:cNvPr id="18" name="Text Placeholder 17">
            <a:extLst>
              <a:ext uri="{FF2B5EF4-FFF2-40B4-BE49-F238E27FC236}">
                <a16:creationId xmlns:a16="http://schemas.microsoft.com/office/drawing/2014/main" id="{A9CC59B2-E921-899E-4394-35ED0194C1DF}"/>
              </a:ext>
            </a:extLst>
          </p:cNvPr>
          <p:cNvSpPr>
            <a:spLocks noGrp="1"/>
          </p:cNvSpPr>
          <p:nvPr>
            <p:ph type="body" sz="quarter" idx="14" hasCustomPrompt="1"/>
          </p:nvPr>
        </p:nvSpPr>
        <p:spPr>
          <a:xfrm>
            <a:off x="9174163" y="2797790"/>
            <a:ext cx="2251075" cy="388938"/>
          </a:xfrm>
          <a:prstGeom prst="rect">
            <a:avLst/>
          </a:prstGeom>
        </p:spPr>
        <p:txBody>
          <a:bodyPr rIns="0">
            <a:noAutofit/>
          </a:bodyPr>
          <a:lstStyle>
            <a:lvl1pPr marL="0" indent="0" algn="r" rtl="1">
              <a:buFontTx/>
              <a:buNone/>
              <a:defRPr sz="1400" b="0" i="0">
                <a:latin typeface="Calibri Light" panose="020F0302020204030204" pitchFamily="34" charset="0"/>
                <a:cs typeface="Calibri Light" panose="020F0302020204030204" pitchFamily="34" charset="0"/>
              </a:defRPr>
            </a:lvl1pPr>
            <a:lvl2pPr algn="r" rtl="1">
              <a:defRPr sz="1400" b="0" i="0">
                <a:latin typeface="Calibri Light" panose="020F0302020204030204" pitchFamily="34" charset="0"/>
                <a:cs typeface="Calibri Light" panose="020F0302020204030204" pitchFamily="34" charset="0"/>
              </a:defRPr>
            </a:lvl2pPr>
            <a:lvl3pPr algn="r" rtl="1">
              <a:defRPr sz="1400" b="0" i="0">
                <a:latin typeface="Calibri Light" panose="020F0302020204030204" pitchFamily="34" charset="0"/>
                <a:cs typeface="Calibri Light" panose="020F0302020204030204" pitchFamily="34" charset="0"/>
              </a:defRPr>
            </a:lvl3pPr>
            <a:lvl4pPr algn="r" rtl="1">
              <a:defRPr sz="1400" b="0" i="0">
                <a:latin typeface="Calibri Light" panose="020F0302020204030204" pitchFamily="34" charset="0"/>
                <a:cs typeface="Calibri Light" panose="020F0302020204030204" pitchFamily="34" charset="0"/>
              </a:defRPr>
            </a:lvl4pPr>
            <a:lvl5pPr algn="r" rtl="1">
              <a:defRPr sz="1400" b="0" i="0">
                <a:latin typeface="Calibri Light" panose="020F0302020204030204" pitchFamily="34" charset="0"/>
                <a:cs typeface="Calibri Light" panose="020F0302020204030204" pitchFamily="34" charset="0"/>
              </a:defRPr>
            </a:lvl5pPr>
          </a:lstStyle>
          <a:p>
            <a:pPr lvl="0"/>
            <a:r>
              <a:rPr lang="he-IL"/>
              <a:t>תאריך</a:t>
            </a:r>
            <a:endParaRPr lang="en-IL"/>
          </a:p>
        </p:txBody>
      </p:sp>
      <p:grpSp>
        <p:nvGrpSpPr>
          <p:cNvPr id="12" name="Group 4">
            <a:extLst>
              <a:ext uri="{FF2B5EF4-FFF2-40B4-BE49-F238E27FC236}">
                <a16:creationId xmlns:a16="http://schemas.microsoft.com/office/drawing/2014/main" id="{96E40F17-EF12-2350-5133-5D23CD9C1D5D}"/>
              </a:ext>
            </a:extLst>
          </p:cNvPr>
          <p:cNvGrpSpPr>
            <a:grpSpLocks noChangeAspect="1"/>
          </p:cNvGrpSpPr>
          <p:nvPr userDrawn="1"/>
        </p:nvGrpSpPr>
        <p:grpSpPr bwMode="auto">
          <a:xfrm>
            <a:off x="334963" y="6291165"/>
            <a:ext cx="303213" cy="311150"/>
            <a:chOff x="7110" y="4004"/>
            <a:chExt cx="191" cy="196"/>
          </a:xfrm>
        </p:grpSpPr>
        <p:sp>
          <p:nvSpPr>
            <p:cNvPr id="13" name="Freeform 5">
              <a:extLst>
                <a:ext uri="{FF2B5EF4-FFF2-40B4-BE49-F238E27FC236}">
                  <a16:creationId xmlns:a16="http://schemas.microsoft.com/office/drawing/2014/main" id="{462C2049-C5AA-8808-6E7C-18E60AE99E58}"/>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sp>
          <p:nvSpPr>
            <p:cNvPr id="14" name="Freeform 6">
              <a:extLst>
                <a:ext uri="{FF2B5EF4-FFF2-40B4-BE49-F238E27FC236}">
                  <a16:creationId xmlns:a16="http://schemas.microsoft.com/office/drawing/2014/main" id="{EF6B195C-562E-0D4D-F083-0C66303A4352}"/>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sp>
          <p:nvSpPr>
            <p:cNvPr id="17" name="Freeform 7">
              <a:extLst>
                <a:ext uri="{FF2B5EF4-FFF2-40B4-BE49-F238E27FC236}">
                  <a16:creationId xmlns:a16="http://schemas.microsoft.com/office/drawing/2014/main" id="{7CA45F24-059F-4250-1C50-83EBD49A6B0D}"/>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grpSp>
      <p:sp>
        <p:nvSpPr>
          <p:cNvPr id="2" name="Rectangle 1">
            <a:extLst>
              <a:ext uri="{FF2B5EF4-FFF2-40B4-BE49-F238E27FC236}">
                <a16:creationId xmlns:a16="http://schemas.microsoft.com/office/drawing/2014/main" id="{301C397D-55CA-4E09-3BEE-4F4BE6122856}"/>
              </a:ext>
            </a:extLst>
          </p:cNvPr>
          <p:cNvSpPr/>
          <p:nvPr userDrawn="1"/>
        </p:nvSpPr>
        <p:spPr>
          <a:xfrm>
            <a:off x="927191" y="1471748"/>
            <a:ext cx="3622766" cy="31350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a:t>כאן יהיה איור</a:t>
            </a:r>
          </a:p>
        </p:txBody>
      </p:sp>
    </p:spTree>
    <p:extLst>
      <p:ext uri="{BB962C8B-B14F-4D97-AF65-F5344CB8AC3E}">
        <p14:creationId xmlns:p14="http://schemas.microsoft.com/office/powerpoint/2010/main" val="4012070967"/>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תוכן עניינים קצר">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387798"/>
          </a:xfrm>
          <a:prstGeom prst="rect">
            <a:avLst/>
          </a:prstGeom>
        </p:spPr>
        <p:txBody>
          <a:bodyPr wrap="square" lIns="0" tIns="0" rIns="0" bIns="0" anchor="t" anchorCtr="0">
            <a:spAutoFit/>
          </a:bodyPr>
          <a:lstStyle>
            <a:lvl1pPr algn="r" rtl="1">
              <a:defRPr sz="2800" b="1" i="0">
                <a:latin typeface="Calibri" panose="020F0502020204030204" pitchFamily="34" charset="0"/>
                <a:cs typeface="Calibri" panose="020F0502020204030204" pitchFamily="34" charset="0"/>
              </a:defRPr>
            </a:lvl1pPr>
          </a:lstStyle>
          <a:p>
            <a:r>
              <a:rPr lang="he-IL"/>
              <a:t>תוכן עניינים</a:t>
            </a:r>
            <a:endParaRPr lang="en-IL"/>
          </a:p>
        </p:txBody>
      </p:sp>
      <p:grpSp>
        <p:nvGrpSpPr>
          <p:cNvPr id="33" name="Group 4">
            <a:extLst>
              <a:ext uri="{FF2B5EF4-FFF2-40B4-BE49-F238E27FC236}">
                <a16:creationId xmlns:a16="http://schemas.microsoft.com/office/drawing/2014/main" id="{6D01C828-EED7-839F-58FD-20EEE4C31D22}"/>
              </a:ext>
            </a:extLst>
          </p:cNvPr>
          <p:cNvGrpSpPr>
            <a:grpSpLocks noChangeAspect="1"/>
          </p:cNvGrpSpPr>
          <p:nvPr userDrawn="1"/>
        </p:nvGrpSpPr>
        <p:grpSpPr bwMode="auto">
          <a:xfrm>
            <a:off x="334963" y="6291165"/>
            <a:ext cx="303213" cy="311150"/>
            <a:chOff x="7110" y="4004"/>
            <a:chExt cx="191" cy="196"/>
          </a:xfrm>
        </p:grpSpPr>
        <p:sp>
          <p:nvSpPr>
            <p:cNvPr id="34" name="Freeform 5">
              <a:extLst>
                <a:ext uri="{FF2B5EF4-FFF2-40B4-BE49-F238E27FC236}">
                  <a16:creationId xmlns:a16="http://schemas.microsoft.com/office/drawing/2014/main" id="{4CD65F2F-5A37-256C-AC6A-3C870650D89F}"/>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5" name="Freeform 6">
              <a:extLst>
                <a:ext uri="{FF2B5EF4-FFF2-40B4-BE49-F238E27FC236}">
                  <a16:creationId xmlns:a16="http://schemas.microsoft.com/office/drawing/2014/main" id="{32394F2B-54D6-8FD1-A66B-1A91379D3917}"/>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6" name="Freeform 7">
              <a:extLst>
                <a:ext uri="{FF2B5EF4-FFF2-40B4-BE49-F238E27FC236}">
                  <a16:creationId xmlns:a16="http://schemas.microsoft.com/office/drawing/2014/main" id="{C07ED9DA-BD78-6286-8762-DDBAA4FC371A}"/>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grpSp>
      <p:sp>
        <p:nvSpPr>
          <p:cNvPr id="24" name="Rectangle 23">
            <a:extLst>
              <a:ext uri="{FF2B5EF4-FFF2-40B4-BE49-F238E27FC236}">
                <a16:creationId xmlns:a16="http://schemas.microsoft.com/office/drawing/2014/main" id="{5401E190-A81D-1A81-6687-4413A4D667E3}"/>
              </a:ext>
            </a:extLst>
          </p:cNvPr>
          <p:cNvSpPr>
            <a:spLocks noChangeAspect="1"/>
          </p:cNvSpPr>
          <p:nvPr userDrawn="1"/>
        </p:nvSpPr>
        <p:spPr>
          <a:xfrm>
            <a:off x="10416676" y="1606061"/>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01</a:t>
            </a:r>
            <a:endParaRPr lang="en-IL" sz="1200" b="1">
              <a:solidFill>
                <a:schemeClr val="tx1"/>
              </a:solidFill>
              <a:latin typeface="Calibri" panose="020F0502020204030204" pitchFamily="34" charset="0"/>
              <a:cs typeface="Calibri" panose="020F0502020204030204" pitchFamily="34" charset="0"/>
            </a:endParaRPr>
          </a:p>
        </p:txBody>
      </p:sp>
      <p:sp>
        <p:nvSpPr>
          <p:cNvPr id="25" name="Rectangle 24">
            <a:extLst>
              <a:ext uri="{FF2B5EF4-FFF2-40B4-BE49-F238E27FC236}">
                <a16:creationId xmlns:a16="http://schemas.microsoft.com/office/drawing/2014/main" id="{0D96782D-3039-36FD-B082-A077D4A8DF22}"/>
              </a:ext>
            </a:extLst>
          </p:cNvPr>
          <p:cNvSpPr>
            <a:spLocks noChangeAspect="1"/>
          </p:cNvSpPr>
          <p:nvPr userDrawn="1"/>
        </p:nvSpPr>
        <p:spPr>
          <a:xfrm>
            <a:off x="10416676" y="2563056"/>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02</a:t>
            </a:r>
            <a:endParaRPr lang="en-IL" sz="1200" b="1">
              <a:solidFill>
                <a:schemeClr val="tx1"/>
              </a:solidFill>
              <a:latin typeface="Calibri" panose="020F0502020204030204" pitchFamily="34" charset="0"/>
              <a:cs typeface="Calibri" panose="020F0502020204030204" pitchFamily="34" charset="0"/>
            </a:endParaRPr>
          </a:p>
        </p:txBody>
      </p:sp>
      <p:sp>
        <p:nvSpPr>
          <p:cNvPr id="26" name="Rectangle 25">
            <a:extLst>
              <a:ext uri="{FF2B5EF4-FFF2-40B4-BE49-F238E27FC236}">
                <a16:creationId xmlns:a16="http://schemas.microsoft.com/office/drawing/2014/main" id="{ED3E679A-FA5D-1851-CCBD-41AF0B389385}"/>
              </a:ext>
            </a:extLst>
          </p:cNvPr>
          <p:cNvSpPr>
            <a:spLocks noChangeAspect="1"/>
          </p:cNvSpPr>
          <p:nvPr userDrawn="1"/>
        </p:nvSpPr>
        <p:spPr>
          <a:xfrm>
            <a:off x="10416676" y="3520051"/>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03</a:t>
            </a:r>
            <a:endParaRPr lang="en-IL" sz="1200" b="1">
              <a:solidFill>
                <a:schemeClr val="tx1"/>
              </a:solidFill>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34019FCC-B909-5C76-3933-B5145D4E028B}"/>
              </a:ext>
            </a:extLst>
          </p:cNvPr>
          <p:cNvSpPr>
            <a:spLocks noChangeAspect="1"/>
          </p:cNvSpPr>
          <p:nvPr userDrawn="1"/>
        </p:nvSpPr>
        <p:spPr>
          <a:xfrm>
            <a:off x="10416676" y="4477046"/>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04</a:t>
            </a:r>
            <a:endParaRPr lang="en-IL" sz="1200" b="1">
              <a:solidFill>
                <a:schemeClr val="tx1"/>
              </a:solidFill>
              <a:latin typeface="Calibri" panose="020F0502020204030204" pitchFamily="34" charset="0"/>
              <a:cs typeface="Calibri" panose="020F0502020204030204" pitchFamily="34" charset="0"/>
            </a:endParaRPr>
          </a:p>
        </p:txBody>
      </p:sp>
      <p:sp>
        <p:nvSpPr>
          <p:cNvPr id="31" name="Text Placeholder 30">
            <a:extLst>
              <a:ext uri="{FF2B5EF4-FFF2-40B4-BE49-F238E27FC236}">
                <a16:creationId xmlns:a16="http://schemas.microsoft.com/office/drawing/2014/main" id="{C98279E1-52DD-7C7F-495E-B092356F4608}"/>
              </a:ext>
            </a:extLst>
          </p:cNvPr>
          <p:cNvSpPr>
            <a:spLocks noGrp="1"/>
          </p:cNvSpPr>
          <p:nvPr>
            <p:ph type="body" sz="quarter" idx="10" hasCustomPrompt="1"/>
          </p:nvPr>
        </p:nvSpPr>
        <p:spPr>
          <a:xfrm>
            <a:off x="7001601" y="1558562"/>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39" name="Text Placeholder 30">
            <a:extLst>
              <a:ext uri="{FF2B5EF4-FFF2-40B4-BE49-F238E27FC236}">
                <a16:creationId xmlns:a16="http://schemas.microsoft.com/office/drawing/2014/main" id="{D99DB3BD-C401-4639-2A42-40BF8C8220E7}"/>
              </a:ext>
            </a:extLst>
          </p:cNvPr>
          <p:cNvSpPr>
            <a:spLocks noGrp="1"/>
          </p:cNvSpPr>
          <p:nvPr>
            <p:ph type="body" sz="quarter" idx="11" hasCustomPrompt="1"/>
          </p:nvPr>
        </p:nvSpPr>
        <p:spPr>
          <a:xfrm>
            <a:off x="6971121" y="2520859"/>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0" name="Text Placeholder 30">
            <a:extLst>
              <a:ext uri="{FF2B5EF4-FFF2-40B4-BE49-F238E27FC236}">
                <a16:creationId xmlns:a16="http://schemas.microsoft.com/office/drawing/2014/main" id="{EEA5E09C-88A1-8DAA-B55F-A4D7F421344E}"/>
              </a:ext>
            </a:extLst>
          </p:cNvPr>
          <p:cNvSpPr>
            <a:spLocks noGrp="1"/>
          </p:cNvSpPr>
          <p:nvPr>
            <p:ph type="body" sz="quarter" idx="12" hasCustomPrompt="1"/>
          </p:nvPr>
        </p:nvSpPr>
        <p:spPr>
          <a:xfrm>
            <a:off x="6975475" y="3517991"/>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1" name="Text Placeholder 30">
            <a:extLst>
              <a:ext uri="{FF2B5EF4-FFF2-40B4-BE49-F238E27FC236}">
                <a16:creationId xmlns:a16="http://schemas.microsoft.com/office/drawing/2014/main" id="{00828B49-23A7-C9A9-B3E5-10FF029D162E}"/>
              </a:ext>
            </a:extLst>
          </p:cNvPr>
          <p:cNvSpPr>
            <a:spLocks noGrp="1"/>
          </p:cNvSpPr>
          <p:nvPr>
            <p:ph type="body" sz="quarter" idx="13" hasCustomPrompt="1"/>
          </p:nvPr>
        </p:nvSpPr>
        <p:spPr>
          <a:xfrm>
            <a:off x="6944995" y="4480288"/>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2" name="Rectangle 1">
            <a:extLst>
              <a:ext uri="{FF2B5EF4-FFF2-40B4-BE49-F238E27FC236}">
                <a16:creationId xmlns:a16="http://schemas.microsoft.com/office/drawing/2014/main" id="{8FE96141-21AF-0120-DB7C-E1B0F474929C}"/>
              </a:ext>
            </a:extLst>
          </p:cNvPr>
          <p:cNvSpPr/>
          <p:nvPr userDrawn="1"/>
        </p:nvSpPr>
        <p:spPr>
          <a:xfrm>
            <a:off x="1785257" y="1680754"/>
            <a:ext cx="3622766" cy="31350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a:t>כאן יהיה איור</a:t>
            </a:r>
          </a:p>
        </p:txBody>
      </p:sp>
    </p:spTree>
    <p:extLst>
      <p:ext uri="{BB962C8B-B14F-4D97-AF65-F5344CB8AC3E}">
        <p14:creationId xmlns:p14="http://schemas.microsoft.com/office/powerpoint/2010/main" val="3140945753"/>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תוכן עניינים רגיל">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387798"/>
          </a:xfrm>
          <a:prstGeom prst="rect">
            <a:avLst/>
          </a:prstGeom>
        </p:spPr>
        <p:txBody>
          <a:bodyPr wrap="square" lIns="0" tIns="0" rIns="0" bIns="0" anchor="t" anchorCtr="0">
            <a:spAutoFit/>
          </a:bodyPr>
          <a:lstStyle>
            <a:lvl1pPr algn="r" rtl="1">
              <a:defRPr sz="2800" b="1" i="0">
                <a:latin typeface="Calibri" panose="020F0502020204030204" pitchFamily="34" charset="0"/>
                <a:cs typeface="Calibri" panose="020F0502020204030204" pitchFamily="34" charset="0"/>
              </a:defRPr>
            </a:lvl1pPr>
          </a:lstStyle>
          <a:p>
            <a:r>
              <a:rPr lang="he-IL"/>
              <a:t>תוכן עניינים</a:t>
            </a:r>
            <a:endParaRPr lang="en-IL"/>
          </a:p>
        </p:txBody>
      </p:sp>
      <p:grpSp>
        <p:nvGrpSpPr>
          <p:cNvPr id="33" name="Group 4">
            <a:extLst>
              <a:ext uri="{FF2B5EF4-FFF2-40B4-BE49-F238E27FC236}">
                <a16:creationId xmlns:a16="http://schemas.microsoft.com/office/drawing/2014/main" id="{6D01C828-EED7-839F-58FD-20EEE4C31D22}"/>
              </a:ext>
            </a:extLst>
          </p:cNvPr>
          <p:cNvGrpSpPr>
            <a:grpSpLocks noChangeAspect="1"/>
          </p:cNvGrpSpPr>
          <p:nvPr userDrawn="1"/>
        </p:nvGrpSpPr>
        <p:grpSpPr bwMode="auto">
          <a:xfrm>
            <a:off x="334963" y="6291165"/>
            <a:ext cx="303213" cy="311150"/>
            <a:chOff x="7110" y="4004"/>
            <a:chExt cx="191" cy="196"/>
          </a:xfrm>
        </p:grpSpPr>
        <p:sp>
          <p:nvSpPr>
            <p:cNvPr id="34" name="Freeform 5">
              <a:extLst>
                <a:ext uri="{FF2B5EF4-FFF2-40B4-BE49-F238E27FC236}">
                  <a16:creationId xmlns:a16="http://schemas.microsoft.com/office/drawing/2014/main" id="{4CD65F2F-5A37-256C-AC6A-3C870650D89F}"/>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5" name="Freeform 6">
              <a:extLst>
                <a:ext uri="{FF2B5EF4-FFF2-40B4-BE49-F238E27FC236}">
                  <a16:creationId xmlns:a16="http://schemas.microsoft.com/office/drawing/2014/main" id="{32394F2B-54D6-8FD1-A66B-1A91379D3917}"/>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6" name="Freeform 7">
              <a:extLst>
                <a:ext uri="{FF2B5EF4-FFF2-40B4-BE49-F238E27FC236}">
                  <a16:creationId xmlns:a16="http://schemas.microsoft.com/office/drawing/2014/main" id="{C07ED9DA-BD78-6286-8762-DDBAA4FC371A}"/>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grpSp>
      <p:sp>
        <p:nvSpPr>
          <p:cNvPr id="24" name="Rectangle 23">
            <a:extLst>
              <a:ext uri="{FF2B5EF4-FFF2-40B4-BE49-F238E27FC236}">
                <a16:creationId xmlns:a16="http://schemas.microsoft.com/office/drawing/2014/main" id="{5401E190-A81D-1A81-6687-4413A4D667E3}"/>
              </a:ext>
            </a:extLst>
          </p:cNvPr>
          <p:cNvSpPr>
            <a:spLocks noChangeAspect="1"/>
          </p:cNvSpPr>
          <p:nvPr userDrawn="1"/>
        </p:nvSpPr>
        <p:spPr>
          <a:xfrm>
            <a:off x="8256950" y="85712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dirty="0">
                <a:solidFill>
                  <a:schemeClr val="tx1"/>
                </a:solidFill>
                <a:latin typeface="Calibri" panose="020F0502020204030204" pitchFamily="34" charset="0"/>
                <a:cs typeface="Calibri" panose="020F0502020204030204" pitchFamily="34" charset="0"/>
              </a:rPr>
              <a:t>01</a:t>
            </a:r>
            <a:endParaRPr lang="en-IL" sz="1200" b="1" dirty="0">
              <a:solidFill>
                <a:schemeClr val="tx1"/>
              </a:solidFill>
              <a:latin typeface="Calibri" panose="020F0502020204030204" pitchFamily="34" charset="0"/>
              <a:cs typeface="Calibri" panose="020F0502020204030204" pitchFamily="34" charset="0"/>
            </a:endParaRPr>
          </a:p>
        </p:txBody>
      </p:sp>
      <p:sp>
        <p:nvSpPr>
          <p:cNvPr id="25" name="Rectangle 24">
            <a:extLst>
              <a:ext uri="{FF2B5EF4-FFF2-40B4-BE49-F238E27FC236}">
                <a16:creationId xmlns:a16="http://schemas.microsoft.com/office/drawing/2014/main" id="{0D96782D-3039-36FD-B082-A077D4A8DF22}"/>
              </a:ext>
            </a:extLst>
          </p:cNvPr>
          <p:cNvSpPr>
            <a:spLocks noChangeAspect="1"/>
          </p:cNvSpPr>
          <p:nvPr userDrawn="1"/>
        </p:nvSpPr>
        <p:spPr>
          <a:xfrm>
            <a:off x="8256950" y="1684416"/>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02</a:t>
            </a:r>
            <a:endParaRPr lang="en-IL" sz="1200" b="1">
              <a:solidFill>
                <a:schemeClr val="tx1"/>
              </a:solidFill>
              <a:latin typeface="Calibri" panose="020F0502020204030204" pitchFamily="34" charset="0"/>
              <a:cs typeface="Calibri" panose="020F0502020204030204" pitchFamily="34" charset="0"/>
            </a:endParaRPr>
          </a:p>
        </p:txBody>
      </p:sp>
      <p:sp>
        <p:nvSpPr>
          <p:cNvPr id="26" name="Rectangle 25">
            <a:extLst>
              <a:ext uri="{FF2B5EF4-FFF2-40B4-BE49-F238E27FC236}">
                <a16:creationId xmlns:a16="http://schemas.microsoft.com/office/drawing/2014/main" id="{ED3E679A-FA5D-1851-CCBD-41AF0B389385}"/>
              </a:ext>
            </a:extLst>
          </p:cNvPr>
          <p:cNvSpPr>
            <a:spLocks noChangeAspect="1"/>
          </p:cNvSpPr>
          <p:nvPr userDrawn="1"/>
        </p:nvSpPr>
        <p:spPr>
          <a:xfrm>
            <a:off x="8256950" y="2511708"/>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03</a:t>
            </a:r>
            <a:endParaRPr lang="en-IL" sz="1200" b="1">
              <a:solidFill>
                <a:schemeClr val="tx1"/>
              </a:solidFill>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34019FCC-B909-5C76-3933-B5145D4E028B}"/>
              </a:ext>
            </a:extLst>
          </p:cNvPr>
          <p:cNvSpPr>
            <a:spLocks noChangeAspect="1"/>
          </p:cNvSpPr>
          <p:nvPr userDrawn="1"/>
        </p:nvSpPr>
        <p:spPr>
          <a:xfrm>
            <a:off x="8256950" y="3339000"/>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dirty="0">
                <a:solidFill>
                  <a:schemeClr val="tx1"/>
                </a:solidFill>
                <a:latin typeface="Calibri" panose="020F0502020204030204" pitchFamily="34" charset="0"/>
                <a:cs typeface="Calibri" panose="020F0502020204030204" pitchFamily="34" charset="0"/>
              </a:rPr>
              <a:t>04</a:t>
            </a:r>
            <a:endParaRPr lang="en-IL" sz="1200" b="1" dirty="0">
              <a:solidFill>
                <a:schemeClr val="tx1"/>
              </a:solidFill>
              <a:latin typeface="Calibri" panose="020F0502020204030204" pitchFamily="34" charset="0"/>
              <a:cs typeface="Calibri" panose="020F0502020204030204" pitchFamily="34" charset="0"/>
            </a:endParaRPr>
          </a:p>
        </p:txBody>
      </p:sp>
      <p:sp>
        <p:nvSpPr>
          <p:cNvPr id="28" name="Rectangle 27">
            <a:extLst>
              <a:ext uri="{FF2B5EF4-FFF2-40B4-BE49-F238E27FC236}">
                <a16:creationId xmlns:a16="http://schemas.microsoft.com/office/drawing/2014/main" id="{C9D6A329-F58F-C59E-9C22-5F59A193876C}"/>
              </a:ext>
            </a:extLst>
          </p:cNvPr>
          <p:cNvSpPr>
            <a:spLocks noChangeAspect="1"/>
          </p:cNvSpPr>
          <p:nvPr userDrawn="1"/>
        </p:nvSpPr>
        <p:spPr>
          <a:xfrm>
            <a:off x="8256950" y="4166292"/>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dirty="0">
                <a:solidFill>
                  <a:schemeClr val="tx1"/>
                </a:solidFill>
                <a:latin typeface="Calibri" panose="020F0502020204030204" pitchFamily="34" charset="0"/>
                <a:cs typeface="Calibri" panose="020F0502020204030204" pitchFamily="34" charset="0"/>
              </a:rPr>
              <a:t>05</a:t>
            </a:r>
            <a:endParaRPr lang="en-IL" sz="1200" b="1" dirty="0">
              <a:solidFill>
                <a:schemeClr val="tx1"/>
              </a:solidFill>
              <a:latin typeface="Calibri" panose="020F0502020204030204" pitchFamily="34" charset="0"/>
              <a:cs typeface="Calibri" panose="020F0502020204030204" pitchFamily="34" charset="0"/>
            </a:endParaRPr>
          </a:p>
        </p:txBody>
      </p:sp>
      <p:sp>
        <p:nvSpPr>
          <p:cNvPr id="31" name="Text Placeholder 30">
            <a:extLst>
              <a:ext uri="{FF2B5EF4-FFF2-40B4-BE49-F238E27FC236}">
                <a16:creationId xmlns:a16="http://schemas.microsoft.com/office/drawing/2014/main" id="{C98279E1-52DD-7C7F-495E-B092356F4608}"/>
              </a:ext>
            </a:extLst>
          </p:cNvPr>
          <p:cNvSpPr>
            <a:spLocks noGrp="1"/>
          </p:cNvSpPr>
          <p:nvPr>
            <p:ph type="body" sz="quarter" idx="10" hasCustomPrompt="1"/>
          </p:nvPr>
        </p:nvSpPr>
        <p:spPr>
          <a:xfrm>
            <a:off x="4841875" y="809625"/>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39" name="Text Placeholder 30">
            <a:extLst>
              <a:ext uri="{FF2B5EF4-FFF2-40B4-BE49-F238E27FC236}">
                <a16:creationId xmlns:a16="http://schemas.microsoft.com/office/drawing/2014/main" id="{D99DB3BD-C401-4639-2A42-40BF8C8220E7}"/>
              </a:ext>
            </a:extLst>
          </p:cNvPr>
          <p:cNvSpPr>
            <a:spLocks noGrp="1"/>
          </p:cNvSpPr>
          <p:nvPr>
            <p:ph type="body" sz="quarter" idx="11" hasCustomPrompt="1"/>
          </p:nvPr>
        </p:nvSpPr>
        <p:spPr>
          <a:xfrm>
            <a:off x="4811395" y="1771922"/>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0" name="Text Placeholder 30">
            <a:extLst>
              <a:ext uri="{FF2B5EF4-FFF2-40B4-BE49-F238E27FC236}">
                <a16:creationId xmlns:a16="http://schemas.microsoft.com/office/drawing/2014/main" id="{EEA5E09C-88A1-8DAA-B55F-A4D7F421344E}"/>
              </a:ext>
            </a:extLst>
          </p:cNvPr>
          <p:cNvSpPr>
            <a:spLocks noGrp="1"/>
          </p:cNvSpPr>
          <p:nvPr>
            <p:ph type="body" sz="quarter" idx="12" hasCustomPrompt="1"/>
          </p:nvPr>
        </p:nvSpPr>
        <p:spPr>
          <a:xfrm>
            <a:off x="4815749" y="2769054"/>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1" name="Text Placeholder 30">
            <a:extLst>
              <a:ext uri="{FF2B5EF4-FFF2-40B4-BE49-F238E27FC236}">
                <a16:creationId xmlns:a16="http://schemas.microsoft.com/office/drawing/2014/main" id="{00828B49-23A7-C9A9-B3E5-10FF029D162E}"/>
              </a:ext>
            </a:extLst>
          </p:cNvPr>
          <p:cNvSpPr>
            <a:spLocks noGrp="1"/>
          </p:cNvSpPr>
          <p:nvPr>
            <p:ph type="body" sz="quarter" idx="13" hasCustomPrompt="1"/>
          </p:nvPr>
        </p:nvSpPr>
        <p:spPr>
          <a:xfrm>
            <a:off x="4785269" y="4327124"/>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2" name="Text Placeholder 30">
            <a:extLst>
              <a:ext uri="{FF2B5EF4-FFF2-40B4-BE49-F238E27FC236}">
                <a16:creationId xmlns:a16="http://schemas.microsoft.com/office/drawing/2014/main" id="{03C9E121-4184-0990-E866-396C8C48ECA7}"/>
              </a:ext>
            </a:extLst>
          </p:cNvPr>
          <p:cNvSpPr>
            <a:spLocks noGrp="1"/>
          </p:cNvSpPr>
          <p:nvPr>
            <p:ph type="body" sz="quarter" idx="14" hasCustomPrompt="1"/>
          </p:nvPr>
        </p:nvSpPr>
        <p:spPr>
          <a:xfrm>
            <a:off x="4772206" y="5233878"/>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2" name="Rectangle 1">
            <a:extLst>
              <a:ext uri="{FF2B5EF4-FFF2-40B4-BE49-F238E27FC236}">
                <a16:creationId xmlns:a16="http://schemas.microsoft.com/office/drawing/2014/main" id="{3FF2D68A-CD43-4229-CF6F-8A8F7728D6CA}"/>
              </a:ext>
            </a:extLst>
          </p:cNvPr>
          <p:cNvSpPr>
            <a:spLocks noChangeAspect="1"/>
          </p:cNvSpPr>
          <p:nvPr userDrawn="1"/>
        </p:nvSpPr>
        <p:spPr>
          <a:xfrm>
            <a:off x="8256950" y="499358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dirty="0">
                <a:solidFill>
                  <a:schemeClr val="tx1"/>
                </a:solidFill>
                <a:latin typeface="Calibri" panose="020F0502020204030204" pitchFamily="34" charset="0"/>
                <a:cs typeface="Calibri" panose="020F0502020204030204" pitchFamily="34" charset="0"/>
              </a:rPr>
              <a:t>06</a:t>
            </a:r>
            <a:endParaRPr lang="en-IL" sz="1200" b="1"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49311726"/>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תוכן עניינים ארוך">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387798"/>
          </a:xfrm>
          <a:prstGeom prst="rect">
            <a:avLst/>
          </a:prstGeom>
        </p:spPr>
        <p:txBody>
          <a:bodyPr wrap="square" lIns="0" tIns="0" rIns="0" bIns="0" anchor="t" anchorCtr="0">
            <a:spAutoFit/>
          </a:bodyPr>
          <a:lstStyle>
            <a:lvl1pPr algn="r" rtl="1">
              <a:defRPr sz="2800" b="1" i="0">
                <a:latin typeface="Calibri" panose="020F0502020204030204" pitchFamily="34" charset="0"/>
                <a:cs typeface="Calibri" panose="020F0502020204030204" pitchFamily="34" charset="0"/>
              </a:defRPr>
            </a:lvl1pPr>
          </a:lstStyle>
          <a:p>
            <a:r>
              <a:rPr lang="he-IL"/>
              <a:t>תוכן עניינים</a:t>
            </a:r>
            <a:endParaRPr lang="en-IL"/>
          </a:p>
        </p:txBody>
      </p:sp>
      <p:grpSp>
        <p:nvGrpSpPr>
          <p:cNvPr id="33" name="Group 4">
            <a:extLst>
              <a:ext uri="{FF2B5EF4-FFF2-40B4-BE49-F238E27FC236}">
                <a16:creationId xmlns:a16="http://schemas.microsoft.com/office/drawing/2014/main" id="{6D01C828-EED7-839F-58FD-20EEE4C31D22}"/>
              </a:ext>
            </a:extLst>
          </p:cNvPr>
          <p:cNvGrpSpPr>
            <a:grpSpLocks noChangeAspect="1"/>
          </p:cNvGrpSpPr>
          <p:nvPr userDrawn="1"/>
        </p:nvGrpSpPr>
        <p:grpSpPr bwMode="auto">
          <a:xfrm>
            <a:off x="334963" y="6291165"/>
            <a:ext cx="303213" cy="311150"/>
            <a:chOff x="7110" y="4004"/>
            <a:chExt cx="191" cy="196"/>
          </a:xfrm>
        </p:grpSpPr>
        <p:sp>
          <p:nvSpPr>
            <p:cNvPr id="34" name="Freeform 5">
              <a:extLst>
                <a:ext uri="{FF2B5EF4-FFF2-40B4-BE49-F238E27FC236}">
                  <a16:creationId xmlns:a16="http://schemas.microsoft.com/office/drawing/2014/main" id="{4CD65F2F-5A37-256C-AC6A-3C870650D89F}"/>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5" name="Freeform 6">
              <a:extLst>
                <a:ext uri="{FF2B5EF4-FFF2-40B4-BE49-F238E27FC236}">
                  <a16:creationId xmlns:a16="http://schemas.microsoft.com/office/drawing/2014/main" id="{32394F2B-54D6-8FD1-A66B-1A91379D3917}"/>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6" name="Freeform 7">
              <a:extLst>
                <a:ext uri="{FF2B5EF4-FFF2-40B4-BE49-F238E27FC236}">
                  <a16:creationId xmlns:a16="http://schemas.microsoft.com/office/drawing/2014/main" id="{C07ED9DA-BD78-6286-8762-DDBAA4FC371A}"/>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grpSp>
      <p:sp>
        <p:nvSpPr>
          <p:cNvPr id="44" name="Text Placeholder 30">
            <a:extLst>
              <a:ext uri="{FF2B5EF4-FFF2-40B4-BE49-F238E27FC236}">
                <a16:creationId xmlns:a16="http://schemas.microsoft.com/office/drawing/2014/main" id="{F05E2F3D-DFB3-D888-81C1-4B50B94DF317}"/>
              </a:ext>
            </a:extLst>
          </p:cNvPr>
          <p:cNvSpPr>
            <a:spLocks noGrp="1"/>
          </p:cNvSpPr>
          <p:nvPr>
            <p:ph type="body" sz="quarter" idx="15" hasCustomPrompt="1"/>
          </p:nvPr>
        </p:nvSpPr>
        <p:spPr>
          <a:xfrm>
            <a:off x="9797147"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grpSp>
        <p:nvGrpSpPr>
          <p:cNvPr id="62" name="Group 61">
            <a:extLst>
              <a:ext uri="{FF2B5EF4-FFF2-40B4-BE49-F238E27FC236}">
                <a16:creationId xmlns:a16="http://schemas.microsoft.com/office/drawing/2014/main" id="{0362EC16-A334-938F-A18F-976B97CED255}"/>
              </a:ext>
            </a:extLst>
          </p:cNvPr>
          <p:cNvGrpSpPr/>
          <p:nvPr userDrawn="1"/>
        </p:nvGrpSpPr>
        <p:grpSpPr>
          <a:xfrm>
            <a:off x="2386681" y="1801967"/>
            <a:ext cx="8946642" cy="360000"/>
            <a:chOff x="1903352" y="1801967"/>
            <a:chExt cx="8946642" cy="360000"/>
          </a:xfrm>
        </p:grpSpPr>
        <p:sp>
          <p:nvSpPr>
            <p:cNvPr id="13" name="Rectangle 12">
              <a:extLst>
                <a:ext uri="{FF2B5EF4-FFF2-40B4-BE49-F238E27FC236}">
                  <a16:creationId xmlns:a16="http://schemas.microsoft.com/office/drawing/2014/main" id="{26E5C2FE-E984-F285-A7F1-36DB808ABFC1}"/>
                </a:ext>
              </a:extLst>
            </p:cNvPr>
            <p:cNvSpPr>
              <a:spLocks noChangeAspect="1"/>
            </p:cNvSpPr>
            <p:nvPr userDrawn="1"/>
          </p:nvSpPr>
          <p:spPr>
            <a:xfrm>
              <a:off x="10489994"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01</a:t>
              </a:r>
              <a:endParaRPr lang="en-IL" sz="1200" b="1">
                <a:solidFill>
                  <a:schemeClr val="tx1"/>
                </a:solidFill>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0A1D7385-3494-D82C-0F95-9440ADC44F52}"/>
                </a:ext>
              </a:extLst>
            </p:cNvPr>
            <p:cNvSpPr>
              <a:spLocks noChangeAspect="1"/>
            </p:cNvSpPr>
            <p:nvPr userDrawn="1"/>
          </p:nvSpPr>
          <p:spPr>
            <a:xfrm>
              <a:off x="8343332"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02</a:t>
              </a:r>
              <a:endParaRPr lang="en-IL" sz="1200" b="1">
                <a:solidFill>
                  <a:schemeClr val="tx1"/>
                </a:solidFill>
                <a:latin typeface="Calibri" panose="020F0502020204030204" pitchFamily="34" charset="0"/>
                <a:cs typeface="Calibri" panose="020F0502020204030204" pitchFamily="34" charset="0"/>
              </a:endParaRPr>
            </a:p>
          </p:txBody>
        </p:sp>
        <p:sp>
          <p:nvSpPr>
            <p:cNvPr id="53" name="Rectangle 52">
              <a:extLst>
                <a:ext uri="{FF2B5EF4-FFF2-40B4-BE49-F238E27FC236}">
                  <a16:creationId xmlns:a16="http://schemas.microsoft.com/office/drawing/2014/main" id="{F1BBA42A-9CFC-34A3-1F6B-1F8FBA87C629}"/>
                </a:ext>
              </a:extLst>
            </p:cNvPr>
            <p:cNvSpPr>
              <a:spLocks noChangeAspect="1"/>
            </p:cNvSpPr>
            <p:nvPr userDrawn="1"/>
          </p:nvSpPr>
          <p:spPr>
            <a:xfrm>
              <a:off x="6196672"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03</a:t>
              </a:r>
              <a:endParaRPr lang="en-IL" sz="1200" b="1">
                <a:solidFill>
                  <a:schemeClr val="tx1"/>
                </a:solidFill>
                <a:latin typeface="Calibri" panose="020F0502020204030204" pitchFamily="34" charset="0"/>
                <a:cs typeface="Calibri" panose="020F0502020204030204" pitchFamily="34" charset="0"/>
              </a:endParaRPr>
            </a:p>
          </p:txBody>
        </p:sp>
        <p:sp>
          <p:nvSpPr>
            <p:cNvPr id="54" name="Rectangle 53">
              <a:extLst>
                <a:ext uri="{FF2B5EF4-FFF2-40B4-BE49-F238E27FC236}">
                  <a16:creationId xmlns:a16="http://schemas.microsoft.com/office/drawing/2014/main" id="{4013B78A-1B9C-C4B3-26CB-C795CAB18227}"/>
                </a:ext>
              </a:extLst>
            </p:cNvPr>
            <p:cNvSpPr>
              <a:spLocks noChangeAspect="1"/>
            </p:cNvSpPr>
            <p:nvPr userDrawn="1"/>
          </p:nvSpPr>
          <p:spPr>
            <a:xfrm>
              <a:off x="4050012"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04</a:t>
              </a:r>
              <a:endParaRPr lang="en-IL" sz="1200" b="1">
                <a:solidFill>
                  <a:schemeClr val="tx1"/>
                </a:solidFill>
                <a:latin typeface="Calibri" panose="020F0502020204030204" pitchFamily="34" charset="0"/>
                <a:cs typeface="Calibri" panose="020F0502020204030204" pitchFamily="34" charset="0"/>
              </a:endParaRPr>
            </a:p>
          </p:txBody>
        </p:sp>
        <p:sp>
          <p:nvSpPr>
            <p:cNvPr id="55" name="Rectangle 54">
              <a:extLst>
                <a:ext uri="{FF2B5EF4-FFF2-40B4-BE49-F238E27FC236}">
                  <a16:creationId xmlns:a16="http://schemas.microsoft.com/office/drawing/2014/main" id="{13668158-3BBC-7DB0-0304-28CBDE65A486}"/>
                </a:ext>
              </a:extLst>
            </p:cNvPr>
            <p:cNvSpPr>
              <a:spLocks noChangeAspect="1"/>
            </p:cNvSpPr>
            <p:nvPr userDrawn="1"/>
          </p:nvSpPr>
          <p:spPr>
            <a:xfrm>
              <a:off x="1903352"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05</a:t>
              </a:r>
              <a:endParaRPr lang="en-IL" sz="1200" b="1">
                <a:solidFill>
                  <a:schemeClr val="tx1"/>
                </a:solidFill>
                <a:latin typeface="Calibri" panose="020F0502020204030204" pitchFamily="34" charset="0"/>
                <a:cs typeface="Calibri" panose="020F0502020204030204" pitchFamily="34" charset="0"/>
              </a:endParaRPr>
            </a:p>
          </p:txBody>
        </p:sp>
      </p:grpSp>
      <p:grpSp>
        <p:nvGrpSpPr>
          <p:cNvPr id="61" name="Group 60">
            <a:extLst>
              <a:ext uri="{FF2B5EF4-FFF2-40B4-BE49-F238E27FC236}">
                <a16:creationId xmlns:a16="http://schemas.microsoft.com/office/drawing/2014/main" id="{DDFAE215-008A-89DB-8FEB-70C868CB62C5}"/>
              </a:ext>
            </a:extLst>
          </p:cNvPr>
          <p:cNvGrpSpPr/>
          <p:nvPr userDrawn="1"/>
        </p:nvGrpSpPr>
        <p:grpSpPr>
          <a:xfrm>
            <a:off x="2386681" y="3974755"/>
            <a:ext cx="8946642" cy="360000"/>
            <a:chOff x="1881580" y="3922504"/>
            <a:chExt cx="8946642" cy="360000"/>
          </a:xfrm>
        </p:grpSpPr>
        <p:sp>
          <p:nvSpPr>
            <p:cNvPr id="56" name="Rectangle 55">
              <a:extLst>
                <a:ext uri="{FF2B5EF4-FFF2-40B4-BE49-F238E27FC236}">
                  <a16:creationId xmlns:a16="http://schemas.microsoft.com/office/drawing/2014/main" id="{6D4D03B0-8C80-D492-D03F-EA5AEC919B9F}"/>
                </a:ext>
              </a:extLst>
            </p:cNvPr>
            <p:cNvSpPr>
              <a:spLocks noChangeAspect="1"/>
            </p:cNvSpPr>
            <p:nvPr userDrawn="1"/>
          </p:nvSpPr>
          <p:spPr>
            <a:xfrm>
              <a:off x="10468222"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06</a:t>
              </a:r>
              <a:endParaRPr lang="en-IL" sz="1200" b="1">
                <a:solidFill>
                  <a:schemeClr val="tx1"/>
                </a:solidFill>
                <a:latin typeface="Calibri" panose="020F0502020204030204" pitchFamily="34" charset="0"/>
                <a:cs typeface="Calibri" panose="020F0502020204030204" pitchFamily="34" charset="0"/>
              </a:endParaRPr>
            </a:p>
          </p:txBody>
        </p:sp>
        <p:sp>
          <p:nvSpPr>
            <p:cNvPr id="57" name="Rectangle 56">
              <a:extLst>
                <a:ext uri="{FF2B5EF4-FFF2-40B4-BE49-F238E27FC236}">
                  <a16:creationId xmlns:a16="http://schemas.microsoft.com/office/drawing/2014/main" id="{E33517F7-C26E-EFFB-8149-A082FF8FE0CC}"/>
                </a:ext>
              </a:extLst>
            </p:cNvPr>
            <p:cNvSpPr>
              <a:spLocks noChangeAspect="1"/>
            </p:cNvSpPr>
            <p:nvPr userDrawn="1"/>
          </p:nvSpPr>
          <p:spPr>
            <a:xfrm>
              <a:off x="8321560"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07</a:t>
              </a:r>
              <a:endParaRPr lang="en-IL" sz="1200" b="1">
                <a:solidFill>
                  <a:schemeClr val="tx1"/>
                </a:solidFill>
                <a:latin typeface="Calibri" panose="020F0502020204030204" pitchFamily="34" charset="0"/>
                <a:cs typeface="Calibri" panose="020F0502020204030204" pitchFamily="34" charset="0"/>
              </a:endParaRPr>
            </a:p>
          </p:txBody>
        </p:sp>
        <p:sp>
          <p:nvSpPr>
            <p:cNvPr id="58" name="Rectangle 57">
              <a:extLst>
                <a:ext uri="{FF2B5EF4-FFF2-40B4-BE49-F238E27FC236}">
                  <a16:creationId xmlns:a16="http://schemas.microsoft.com/office/drawing/2014/main" id="{A54D2089-DE55-519F-1EAB-506B1A83428B}"/>
                </a:ext>
              </a:extLst>
            </p:cNvPr>
            <p:cNvSpPr>
              <a:spLocks noChangeAspect="1"/>
            </p:cNvSpPr>
            <p:nvPr userDrawn="1"/>
          </p:nvSpPr>
          <p:spPr>
            <a:xfrm>
              <a:off x="6174900"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08</a:t>
              </a:r>
              <a:endParaRPr lang="en-IL" sz="1200" b="1">
                <a:solidFill>
                  <a:schemeClr val="tx1"/>
                </a:solidFill>
                <a:latin typeface="Calibri" panose="020F0502020204030204" pitchFamily="34" charset="0"/>
                <a:cs typeface="Calibri" panose="020F0502020204030204" pitchFamily="34" charset="0"/>
              </a:endParaRPr>
            </a:p>
          </p:txBody>
        </p:sp>
        <p:sp>
          <p:nvSpPr>
            <p:cNvPr id="59" name="Rectangle 58">
              <a:extLst>
                <a:ext uri="{FF2B5EF4-FFF2-40B4-BE49-F238E27FC236}">
                  <a16:creationId xmlns:a16="http://schemas.microsoft.com/office/drawing/2014/main" id="{E8CECD84-1A6C-EA0C-9E69-F53A4DEF2FB5}"/>
                </a:ext>
              </a:extLst>
            </p:cNvPr>
            <p:cNvSpPr>
              <a:spLocks noChangeAspect="1"/>
            </p:cNvSpPr>
            <p:nvPr userDrawn="1"/>
          </p:nvSpPr>
          <p:spPr>
            <a:xfrm>
              <a:off x="4028240"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09</a:t>
              </a:r>
              <a:endParaRPr lang="en-IL" sz="1200" b="1">
                <a:solidFill>
                  <a:schemeClr val="tx1"/>
                </a:solidFill>
                <a:latin typeface="Calibri" panose="020F0502020204030204" pitchFamily="34" charset="0"/>
                <a:cs typeface="Calibri" panose="020F0502020204030204" pitchFamily="34" charset="0"/>
              </a:endParaRPr>
            </a:p>
          </p:txBody>
        </p:sp>
        <p:sp>
          <p:nvSpPr>
            <p:cNvPr id="60" name="Rectangle 59">
              <a:extLst>
                <a:ext uri="{FF2B5EF4-FFF2-40B4-BE49-F238E27FC236}">
                  <a16:creationId xmlns:a16="http://schemas.microsoft.com/office/drawing/2014/main" id="{594369B0-C238-9361-C923-F32C715EBFEC}"/>
                </a:ext>
              </a:extLst>
            </p:cNvPr>
            <p:cNvSpPr>
              <a:spLocks noChangeAspect="1"/>
            </p:cNvSpPr>
            <p:nvPr userDrawn="1"/>
          </p:nvSpPr>
          <p:spPr>
            <a:xfrm>
              <a:off x="1881580"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10</a:t>
              </a:r>
              <a:endParaRPr lang="en-IL" sz="1200" b="1">
                <a:solidFill>
                  <a:schemeClr val="tx1"/>
                </a:solidFill>
                <a:latin typeface="Calibri" panose="020F0502020204030204" pitchFamily="34" charset="0"/>
                <a:cs typeface="Calibri" panose="020F0502020204030204" pitchFamily="34" charset="0"/>
              </a:endParaRPr>
            </a:p>
          </p:txBody>
        </p:sp>
      </p:grpSp>
      <p:sp>
        <p:nvSpPr>
          <p:cNvPr id="63" name="Text Placeholder 30">
            <a:extLst>
              <a:ext uri="{FF2B5EF4-FFF2-40B4-BE49-F238E27FC236}">
                <a16:creationId xmlns:a16="http://schemas.microsoft.com/office/drawing/2014/main" id="{01F8E569-4BCA-A2D9-222B-A816B9A3482A}"/>
              </a:ext>
            </a:extLst>
          </p:cNvPr>
          <p:cNvSpPr>
            <a:spLocks noGrp="1"/>
          </p:cNvSpPr>
          <p:nvPr>
            <p:ph type="body" sz="quarter" idx="16" hasCustomPrompt="1"/>
          </p:nvPr>
        </p:nvSpPr>
        <p:spPr>
          <a:xfrm>
            <a:off x="7606942"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4" name="Text Placeholder 30">
            <a:extLst>
              <a:ext uri="{FF2B5EF4-FFF2-40B4-BE49-F238E27FC236}">
                <a16:creationId xmlns:a16="http://schemas.microsoft.com/office/drawing/2014/main" id="{0AFB52B3-1ABF-BACF-038C-09F2EEF9438A}"/>
              </a:ext>
            </a:extLst>
          </p:cNvPr>
          <p:cNvSpPr>
            <a:spLocks noGrp="1"/>
          </p:cNvSpPr>
          <p:nvPr>
            <p:ph type="body" sz="quarter" idx="17" hasCustomPrompt="1"/>
          </p:nvPr>
        </p:nvSpPr>
        <p:spPr>
          <a:xfrm>
            <a:off x="5442862"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5" name="Text Placeholder 30">
            <a:extLst>
              <a:ext uri="{FF2B5EF4-FFF2-40B4-BE49-F238E27FC236}">
                <a16:creationId xmlns:a16="http://schemas.microsoft.com/office/drawing/2014/main" id="{11E461D2-BF41-485D-BB64-B33B124FD561}"/>
              </a:ext>
            </a:extLst>
          </p:cNvPr>
          <p:cNvSpPr>
            <a:spLocks noGrp="1"/>
          </p:cNvSpPr>
          <p:nvPr>
            <p:ph type="body" sz="quarter" idx="18" hasCustomPrompt="1"/>
          </p:nvPr>
        </p:nvSpPr>
        <p:spPr>
          <a:xfrm>
            <a:off x="3296199"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6" name="Text Placeholder 30">
            <a:extLst>
              <a:ext uri="{FF2B5EF4-FFF2-40B4-BE49-F238E27FC236}">
                <a16:creationId xmlns:a16="http://schemas.microsoft.com/office/drawing/2014/main" id="{45DB67A9-CE30-3F7B-5F69-D95E76F9F10F}"/>
              </a:ext>
            </a:extLst>
          </p:cNvPr>
          <p:cNvSpPr>
            <a:spLocks noGrp="1"/>
          </p:cNvSpPr>
          <p:nvPr>
            <p:ph type="body" sz="quarter" idx="19" hasCustomPrompt="1"/>
          </p:nvPr>
        </p:nvSpPr>
        <p:spPr>
          <a:xfrm>
            <a:off x="1140827"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7" name="Text Placeholder 30">
            <a:extLst>
              <a:ext uri="{FF2B5EF4-FFF2-40B4-BE49-F238E27FC236}">
                <a16:creationId xmlns:a16="http://schemas.microsoft.com/office/drawing/2014/main" id="{C2D1BA45-D3E5-162E-E2FD-373C43213D46}"/>
              </a:ext>
            </a:extLst>
          </p:cNvPr>
          <p:cNvSpPr>
            <a:spLocks noGrp="1"/>
          </p:cNvSpPr>
          <p:nvPr>
            <p:ph type="body" sz="quarter" idx="20" hasCustomPrompt="1"/>
          </p:nvPr>
        </p:nvSpPr>
        <p:spPr>
          <a:xfrm>
            <a:off x="9775377"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8" name="Text Placeholder 30">
            <a:extLst>
              <a:ext uri="{FF2B5EF4-FFF2-40B4-BE49-F238E27FC236}">
                <a16:creationId xmlns:a16="http://schemas.microsoft.com/office/drawing/2014/main" id="{440BD0A7-ACFD-014B-B6FB-B7B136650C7C}"/>
              </a:ext>
            </a:extLst>
          </p:cNvPr>
          <p:cNvSpPr>
            <a:spLocks noGrp="1"/>
          </p:cNvSpPr>
          <p:nvPr>
            <p:ph type="body" sz="quarter" idx="21" hasCustomPrompt="1"/>
          </p:nvPr>
        </p:nvSpPr>
        <p:spPr>
          <a:xfrm>
            <a:off x="7628714"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9" name="Text Placeholder 30">
            <a:extLst>
              <a:ext uri="{FF2B5EF4-FFF2-40B4-BE49-F238E27FC236}">
                <a16:creationId xmlns:a16="http://schemas.microsoft.com/office/drawing/2014/main" id="{5B4BE66E-7D41-0694-171B-ABD9FC77D090}"/>
              </a:ext>
            </a:extLst>
          </p:cNvPr>
          <p:cNvSpPr>
            <a:spLocks noGrp="1"/>
          </p:cNvSpPr>
          <p:nvPr>
            <p:ph type="body" sz="quarter" idx="22" hasCustomPrompt="1"/>
          </p:nvPr>
        </p:nvSpPr>
        <p:spPr>
          <a:xfrm>
            <a:off x="5490759"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70" name="Text Placeholder 30">
            <a:extLst>
              <a:ext uri="{FF2B5EF4-FFF2-40B4-BE49-F238E27FC236}">
                <a16:creationId xmlns:a16="http://schemas.microsoft.com/office/drawing/2014/main" id="{56052ACA-BC2A-2669-FB2B-8D7FAEF57DAA}"/>
              </a:ext>
            </a:extLst>
          </p:cNvPr>
          <p:cNvSpPr>
            <a:spLocks noGrp="1"/>
          </p:cNvSpPr>
          <p:nvPr>
            <p:ph type="body" sz="quarter" idx="23" hasCustomPrompt="1"/>
          </p:nvPr>
        </p:nvSpPr>
        <p:spPr>
          <a:xfrm>
            <a:off x="3335387"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71" name="Text Placeholder 30">
            <a:extLst>
              <a:ext uri="{FF2B5EF4-FFF2-40B4-BE49-F238E27FC236}">
                <a16:creationId xmlns:a16="http://schemas.microsoft.com/office/drawing/2014/main" id="{DE414FB6-C2FD-3307-9AF4-0ABF4B207BB6}"/>
              </a:ext>
            </a:extLst>
          </p:cNvPr>
          <p:cNvSpPr>
            <a:spLocks noGrp="1"/>
          </p:cNvSpPr>
          <p:nvPr>
            <p:ph type="body" sz="quarter" idx="24" hasCustomPrompt="1"/>
          </p:nvPr>
        </p:nvSpPr>
        <p:spPr>
          <a:xfrm>
            <a:off x="1188724"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Tree>
    <p:extLst>
      <p:ext uri="{BB962C8B-B14F-4D97-AF65-F5344CB8AC3E}">
        <p14:creationId xmlns:p14="http://schemas.microsoft.com/office/powerpoint/2010/main" val="1303074245"/>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מטרת הפרויקט">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947D8F23-3D49-7F10-96EE-E0FC4001199D}"/>
              </a:ext>
            </a:extLst>
          </p:cNvPr>
          <p:cNvCxnSpPr>
            <a:cxnSpLocks/>
          </p:cNvCxnSpPr>
          <p:nvPr userDrawn="1"/>
        </p:nvCxnSpPr>
        <p:spPr>
          <a:xfrm>
            <a:off x="5326879" y="3417635"/>
            <a:ext cx="1538241" cy="0"/>
          </a:xfrm>
          <a:prstGeom prst="line">
            <a:avLst/>
          </a:prstGeom>
          <a:ln w="50800" cap="rnd">
            <a:solidFill>
              <a:schemeClr val="bg2"/>
            </a:solidFill>
            <a:round/>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BFD7ECA3-C840-3662-3B8F-3AC7E69FD24D}"/>
              </a:ext>
            </a:extLst>
          </p:cNvPr>
          <p:cNvSpPr>
            <a:spLocks noGrp="1"/>
          </p:cNvSpPr>
          <p:nvPr>
            <p:ph type="body" sz="quarter" idx="10" hasCustomPrompt="1"/>
          </p:nvPr>
        </p:nvSpPr>
        <p:spPr>
          <a:xfrm>
            <a:off x="4258469" y="2612526"/>
            <a:ext cx="3675062" cy="669925"/>
          </a:xfrm>
          <a:prstGeom prst="rect">
            <a:avLst/>
          </a:prstGeom>
        </p:spPr>
        <p:txBody>
          <a:bodyPr/>
          <a:lstStyle>
            <a:lvl1pPr marL="0" indent="0" algn="ctr">
              <a:buNone/>
              <a:defRPr b="1">
                <a:latin typeface="Calibri" panose="020F0502020204030204" pitchFamily="34" charset="0"/>
                <a:cs typeface="Calibri" panose="020F0502020204030204" pitchFamily="34" charset="0"/>
              </a:defRPr>
            </a:lvl1pPr>
          </a:lstStyle>
          <a:p>
            <a:pPr lvl="0"/>
            <a:r>
              <a:rPr lang="he-IL"/>
              <a:t>מטרת הפרויקט</a:t>
            </a:r>
          </a:p>
        </p:txBody>
      </p:sp>
      <p:sp>
        <p:nvSpPr>
          <p:cNvPr id="7" name="Text Placeholder 5">
            <a:extLst>
              <a:ext uri="{FF2B5EF4-FFF2-40B4-BE49-F238E27FC236}">
                <a16:creationId xmlns:a16="http://schemas.microsoft.com/office/drawing/2014/main" id="{12C5E2D3-BBB0-D247-210D-9538DB708FF7}"/>
              </a:ext>
            </a:extLst>
          </p:cNvPr>
          <p:cNvSpPr>
            <a:spLocks noGrp="1"/>
          </p:cNvSpPr>
          <p:nvPr>
            <p:ph type="body" sz="quarter" idx="11" hasCustomPrompt="1"/>
          </p:nvPr>
        </p:nvSpPr>
        <p:spPr>
          <a:xfrm>
            <a:off x="4258469" y="3592241"/>
            <a:ext cx="3675062" cy="669925"/>
          </a:xfrm>
          <a:prstGeom prst="rect">
            <a:avLst/>
          </a:prstGeom>
        </p:spPr>
        <p:txBody>
          <a:bodyPr/>
          <a:lstStyle>
            <a:lvl1pPr marL="0" indent="0" algn="ctr">
              <a:buNone/>
              <a:defRPr b="0">
                <a:latin typeface="Calibri Light" panose="020F0302020204030204" pitchFamily="34" charset="0"/>
                <a:cs typeface="Calibri Light" panose="020F0302020204030204" pitchFamily="34" charset="0"/>
              </a:defRPr>
            </a:lvl1pPr>
          </a:lstStyle>
          <a:p>
            <a:pPr lvl="0"/>
            <a:r>
              <a:rPr lang="he-IL"/>
              <a:t>לכתוב פה את הפירוט</a:t>
            </a:r>
          </a:p>
        </p:txBody>
      </p:sp>
    </p:spTree>
    <p:extLst>
      <p:ext uri="{BB962C8B-B14F-4D97-AF65-F5344CB8AC3E}">
        <p14:creationId xmlns:p14="http://schemas.microsoft.com/office/powerpoint/2010/main" val="3635446348"/>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כותרת פרק">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616D90D-2E00-4F48-B62F-314FD909AF61}"/>
              </a:ext>
            </a:extLst>
          </p:cNvPr>
          <p:cNvSpPr>
            <a:spLocks noGrp="1"/>
          </p:cNvSpPr>
          <p:nvPr>
            <p:ph type="pic" sz="quarter" idx="12"/>
          </p:nvPr>
        </p:nvSpPr>
        <p:spPr>
          <a:xfrm>
            <a:off x="1271587" y="1268414"/>
            <a:ext cx="5628111" cy="4090394"/>
          </a:xfrm>
          <a:prstGeom prst="rect">
            <a:avLst/>
          </a:prstGeom>
        </p:spPr>
        <p:txBody>
          <a:bodyPr/>
          <a:lstStyle/>
          <a:p>
            <a:pPr marL="228600" indent="-228600" algn="r" defTabSz="914400" rtl="1" eaLnBrk="1" latinLnBrk="0" hangingPunct="1">
              <a:lnSpc>
                <a:spcPct val="90000"/>
              </a:lnSpc>
              <a:spcBef>
                <a:spcPts val="1000"/>
              </a:spcBef>
              <a:buFont typeface="Arial" panose="020B0604020202020204" pitchFamily="34" charset="0"/>
              <a:buChar char="•"/>
            </a:pPr>
            <a:endParaRPr lang="en-IL"/>
          </a:p>
        </p:txBody>
      </p:sp>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7946811" y="1750382"/>
            <a:ext cx="3478427" cy="443198"/>
          </a:xfrm>
          <a:prstGeom prst="rect">
            <a:avLst/>
          </a:prstGeom>
          <a:noFill/>
        </p:spPr>
        <p:txBody>
          <a:bodyPr wrap="square" lIns="0" tIns="0" rIns="0" bIns="0" anchor="t" anchorCtr="0">
            <a:spAutoFit/>
          </a:bodyPr>
          <a:lstStyle>
            <a:lvl1pPr algn="r" rtl="1">
              <a:defRPr sz="3200" b="1" i="0">
                <a:solidFill>
                  <a:schemeClr val="tx1"/>
                </a:solidFill>
                <a:latin typeface="Calibri" panose="020F0502020204030204" pitchFamily="34" charset="0"/>
                <a:cs typeface="Calibri" panose="020F0502020204030204" pitchFamily="34" charset="0"/>
              </a:defRPr>
            </a:lvl1pPr>
          </a:lstStyle>
          <a:p>
            <a:r>
              <a:rPr lang="he-IL"/>
              <a:t>שם פרק</a:t>
            </a:r>
            <a:endParaRPr lang="en-IL"/>
          </a:p>
        </p:txBody>
      </p:sp>
      <p:sp>
        <p:nvSpPr>
          <p:cNvPr id="18" name="Text Placeholder 17">
            <a:extLst>
              <a:ext uri="{FF2B5EF4-FFF2-40B4-BE49-F238E27FC236}">
                <a16:creationId xmlns:a16="http://schemas.microsoft.com/office/drawing/2014/main" id="{A9CC59B2-E921-899E-4394-35ED0194C1DF}"/>
              </a:ext>
            </a:extLst>
          </p:cNvPr>
          <p:cNvSpPr>
            <a:spLocks noGrp="1"/>
          </p:cNvSpPr>
          <p:nvPr>
            <p:ph type="body" sz="quarter" idx="14" hasCustomPrompt="1"/>
          </p:nvPr>
        </p:nvSpPr>
        <p:spPr>
          <a:xfrm>
            <a:off x="9174163" y="2322789"/>
            <a:ext cx="2251075" cy="388938"/>
          </a:xfrm>
          <a:prstGeom prst="rect">
            <a:avLst/>
          </a:prstGeom>
        </p:spPr>
        <p:txBody>
          <a:bodyPr lIns="0" tIns="0" rIns="0" bIns="0">
            <a:noAutofit/>
          </a:bodyPr>
          <a:lstStyle>
            <a:lvl1pPr marL="0" indent="0" algn="r" rtl="1">
              <a:buFontTx/>
              <a:buNone/>
              <a:defRPr sz="1400" b="0" i="0">
                <a:latin typeface="Calibri Light" panose="020F0302020204030204" pitchFamily="34" charset="0"/>
                <a:cs typeface="Calibri Light" panose="020F0302020204030204" pitchFamily="34" charset="0"/>
              </a:defRPr>
            </a:lvl1pPr>
            <a:lvl2pPr algn="r" rtl="1">
              <a:defRPr sz="1400" b="0" i="0">
                <a:latin typeface="Calibri Light" panose="020F0302020204030204" pitchFamily="34" charset="0"/>
                <a:cs typeface="Calibri Light" panose="020F0302020204030204" pitchFamily="34" charset="0"/>
              </a:defRPr>
            </a:lvl2pPr>
            <a:lvl3pPr algn="r" rtl="1">
              <a:defRPr sz="1400" b="0" i="0">
                <a:latin typeface="Calibri Light" panose="020F0302020204030204" pitchFamily="34" charset="0"/>
                <a:cs typeface="Calibri Light" panose="020F0302020204030204" pitchFamily="34" charset="0"/>
              </a:defRPr>
            </a:lvl3pPr>
            <a:lvl4pPr algn="r" rtl="1">
              <a:defRPr sz="1400" b="0" i="0">
                <a:latin typeface="Calibri Light" panose="020F0302020204030204" pitchFamily="34" charset="0"/>
                <a:cs typeface="Calibri Light" panose="020F0302020204030204" pitchFamily="34" charset="0"/>
              </a:defRPr>
            </a:lvl4pPr>
            <a:lvl5pPr algn="r" rtl="1">
              <a:defRPr sz="1400" b="0" i="0">
                <a:latin typeface="Calibri Light" panose="020F0302020204030204" pitchFamily="34" charset="0"/>
                <a:cs typeface="Calibri Light" panose="020F0302020204030204" pitchFamily="34" charset="0"/>
              </a:defRPr>
            </a:lvl5pPr>
          </a:lstStyle>
          <a:p>
            <a:pPr lvl="0"/>
            <a:r>
              <a:rPr lang="he-IL"/>
              <a:t>טקסט נוסף</a:t>
            </a:r>
            <a:endParaRPr lang="en-IL"/>
          </a:p>
        </p:txBody>
      </p:sp>
      <p:grpSp>
        <p:nvGrpSpPr>
          <p:cNvPr id="12" name="Group 4">
            <a:extLst>
              <a:ext uri="{FF2B5EF4-FFF2-40B4-BE49-F238E27FC236}">
                <a16:creationId xmlns:a16="http://schemas.microsoft.com/office/drawing/2014/main" id="{96E40F17-EF12-2350-5133-5D23CD9C1D5D}"/>
              </a:ext>
            </a:extLst>
          </p:cNvPr>
          <p:cNvGrpSpPr>
            <a:grpSpLocks noChangeAspect="1"/>
          </p:cNvGrpSpPr>
          <p:nvPr userDrawn="1"/>
        </p:nvGrpSpPr>
        <p:grpSpPr bwMode="auto">
          <a:xfrm>
            <a:off x="334963" y="6291165"/>
            <a:ext cx="303213" cy="311150"/>
            <a:chOff x="7110" y="4004"/>
            <a:chExt cx="191" cy="196"/>
          </a:xfrm>
        </p:grpSpPr>
        <p:sp>
          <p:nvSpPr>
            <p:cNvPr id="13" name="Freeform 5">
              <a:extLst>
                <a:ext uri="{FF2B5EF4-FFF2-40B4-BE49-F238E27FC236}">
                  <a16:creationId xmlns:a16="http://schemas.microsoft.com/office/drawing/2014/main" id="{462C2049-C5AA-8808-6E7C-18E60AE99E58}"/>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sp>
          <p:nvSpPr>
            <p:cNvPr id="14" name="Freeform 6">
              <a:extLst>
                <a:ext uri="{FF2B5EF4-FFF2-40B4-BE49-F238E27FC236}">
                  <a16:creationId xmlns:a16="http://schemas.microsoft.com/office/drawing/2014/main" id="{EF6B195C-562E-0D4D-F083-0C66303A4352}"/>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sp>
          <p:nvSpPr>
            <p:cNvPr id="17" name="Freeform 7">
              <a:extLst>
                <a:ext uri="{FF2B5EF4-FFF2-40B4-BE49-F238E27FC236}">
                  <a16:creationId xmlns:a16="http://schemas.microsoft.com/office/drawing/2014/main" id="{7CA45F24-059F-4250-1C50-83EBD49A6B0D}"/>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grpSp>
      <p:sp>
        <p:nvSpPr>
          <p:cNvPr id="10" name="Text Placeholder 9">
            <a:extLst>
              <a:ext uri="{FF2B5EF4-FFF2-40B4-BE49-F238E27FC236}">
                <a16:creationId xmlns:a16="http://schemas.microsoft.com/office/drawing/2014/main" id="{CE7999B0-5B3B-C48C-BAF5-0A53CA9E454E}"/>
              </a:ext>
            </a:extLst>
          </p:cNvPr>
          <p:cNvSpPr>
            <a:spLocks noGrp="1"/>
          </p:cNvSpPr>
          <p:nvPr>
            <p:ph type="body" sz="quarter" idx="15" hasCustomPrompt="1"/>
          </p:nvPr>
        </p:nvSpPr>
        <p:spPr>
          <a:xfrm>
            <a:off x="11061700" y="1275021"/>
            <a:ext cx="363538" cy="363538"/>
          </a:xfrm>
          <a:prstGeom prst="rect">
            <a:avLst/>
          </a:prstGeom>
          <a:solidFill>
            <a:schemeClr val="bg2"/>
          </a:solidFill>
        </p:spPr>
        <p:txBody>
          <a:bodyPr lIns="0" tIns="0" rIns="0" bIns="0" anchor="ctr" anchorCtr="0">
            <a:noAutofit/>
          </a:bodyPr>
          <a:lstStyle>
            <a:lvl1pPr marL="0" indent="0" algn="ctr">
              <a:buNone/>
              <a:defRPr sz="1200" b="1" i="0">
                <a:latin typeface="Calibri" panose="020F0502020204030204" pitchFamily="34" charset="0"/>
                <a:cs typeface="Calibri" panose="020F0502020204030204" pitchFamily="34" charset="0"/>
              </a:defRPr>
            </a:lvl1pPr>
            <a:lvl2pPr>
              <a:defRPr sz="1200" b="1" i="0">
                <a:latin typeface="Calibri" panose="020F0502020204030204" pitchFamily="34" charset="0"/>
                <a:cs typeface="Calibri" panose="020F0502020204030204" pitchFamily="34" charset="0"/>
              </a:defRPr>
            </a:lvl2pPr>
            <a:lvl3pPr>
              <a:defRPr sz="1200" b="1" i="0">
                <a:latin typeface="Calibri" panose="020F0502020204030204" pitchFamily="34" charset="0"/>
                <a:cs typeface="Calibri" panose="020F0502020204030204" pitchFamily="34" charset="0"/>
              </a:defRPr>
            </a:lvl3pPr>
            <a:lvl4pPr>
              <a:defRPr sz="1200" b="1" i="0">
                <a:latin typeface="Calibri" panose="020F0502020204030204" pitchFamily="34" charset="0"/>
                <a:cs typeface="Calibri" panose="020F0502020204030204" pitchFamily="34" charset="0"/>
              </a:defRPr>
            </a:lvl4pPr>
            <a:lvl5pPr>
              <a:defRPr sz="1200" b="1" i="0">
                <a:latin typeface="Calibri" panose="020F0502020204030204" pitchFamily="34" charset="0"/>
                <a:cs typeface="Calibri" panose="020F0502020204030204" pitchFamily="34" charset="0"/>
              </a:defRPr>
            </a:lvl5pPr>
          </a:lstStyle>
          <a:p>
            <a:pPr lvl="0"/>
            <a:r>
              <a:rPr lang="he-IL"/>
              <a:t>00</a:t>
            </a:r>
            <a:endParaRPr lang="en-IL"/>
          </a:p>
        </p:txBody>
      </p:sp>
    </p:spTree>
    <p:extLst>
      <p:ext uri="{BB962C8B-B14F-4D97-AF65-F5344CB8AC3E}">
        <p14:creationId xmlns:p14="http://schemas.microsoft.com/office/powerpoint/2010/main" val="4233911542"/>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שקף ריק">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664797"/>
          </a:xfrm>
          <a:prstGeom prst="rect">
            <a:avLst/>
          </a:prstGeom>
        </p:spPr>
        <p:txBody>
          <a:bodyPr wrap="square" lIns="0" tIns="0" rIns="0" bIns="0" anchor="t" anchorCtr="0">
            <a:spAutoFit/>
          </a:bodyPr>
          <a:lstStyle>
            <a:lvl1pPr algn="r" rtl="1">
              <a:defRPr sz="2400" b="1" i="0">
                <a:latin typeface="Calibri" panose="020F0502020204030204" pitchFamily="34" charset="0"/>
                <a:cs typeface="Calibri" panose="020F0502020204030204" pitchFamily="34" charset="0"/>
              </a:defRPr>
            </a:lvl1pPr>
          </a:lstStyle>
          <a:p>
            <a:r>
              <a:rPr lang="he-IL"/>
              <a:t>כותרת שקף</a:t>
            </a:r>
            <a:br>
              <a:rPr lang="he-IL"/>
            </a:br>
            <a:r>
              <a:rPr lang="he-IL"/>
              <a:t>גג שתי שורות</a:t>
            </a:r>
            <a:endParaRPr lang="en-IL"/>
          </a:p>
        </p:txBody>
      </p:sp>
      <p:sp>
        <p:nvSpPr>
          <p:cNvPr id="19" name="Text Placeholder 18">
            <a:extLst>
              <a:ext uri="{FF2B5EF4-FFF2-40B4-BE49-F238E27FC236}">
                <a16:creationId xmlns:a16="http://schemas.microsoft.com/office/drawing/2014/main" id="{B68BC717-75AB-EA81-1E71-BC8DCCA54F71}"/>
              </a:ext>
            </a:extLst>
          </p:cNvPr>
          <p:cNvSpPr>
            <a:spLocks noGrp="1"/>
          </p:cNvSpPr>
          <p:nvPr>
            <p:ph type="body" sz="quarter" idx="12" hasCustomPrompt="1"/>
          </p:nvPr>
        </p:nvSpPr>
        <p:spPr>
          <a:xfrm>
            <a:off x="4625163" y="1268413"/>
            <a:ext cx="6804837" cy="2160587"/>
          </a:xfrm>
          <a:prstGeom prst="rect">
            <a:avLst/>
          </a:prstGeom>
        </p:spPr>
        <p:txBody>
          <a:bodyPr lIns="72000" tIns="0" rIns="0">
            <a:noAutofit/>
          </a:bodyPr>
          <a:lstStyle>
            <a:lvl1pPr marL="0" indent="0" algn="r" rtl="1">
              <a:buFontTx/>
              <a:buNone/>
              <a:defRPr sz="1400" b="0" i="0">
                <a:latin typeface="Calibri Light" panose="020F0302020204030204" pitchFamily="34" charset="0"/>
                <a:cs typeface="Calibri Light" panose="020F0302020204030204" pitchFamily="34" charset="0"/>
              </a:defRPr>
            </a:lvl1pPr>
            <a:lvl2pPr marL="457200" indent="0" algn="r" rtl="1">
              <a:buFontTx/>
              <a:buNone/>
              <a:defRPr sz="1400" b="0" i="0">
                <a:latin typeface="Calibri Light" panose="020F0302020204030204" pitchFamily="34" charset="0"/>
                <a:cs typeface="Calibri Light" panose="020F0302020204030204" pitchFamily="34" charset="0"/>
              </a:defRPr>
            </a:lvl2pPr>
            <a:lvl3pPr marL="914400" indent="0" algn="r" rtl="1">
              <a:buFontTx/>
              <a:buNone/>
              <a:defRPr sz="1400" b="0" i="0">
                <a:latin typeface="Calibri Light" panose="020F0302020204030204" pitchFamily="34" charset="0"/>
                <a:cs typeface="Calibri Light" panose="020F0302020204030204" pitchFamily="34" charset="0"/>
              </a:defRPr>
            </a:lvl3pPr>
            <a:lvl4pPr marL="1371600" indent="0" algn="r" rtl="1">
              <a:buFontTx/>
              <a:buNone/>
              <a:defRPr sz="1400" b="0" i="0">
                <a:latin typeface="Calibri Light" panose="020F0302020204030204" pitchFamily="34" charset="0"/>
                <a:cs typeface="Calibri Light" panose="020F0302020204030204" pitchFamily="34" charset="0"/>
              </a:defRPr>
            </a:lvl4pPr>
            <a:lvl5pPr marL="1828800" indent="0" algn="r" rtl="1">
              <a:buFontTx/>
              <a:buNone/>
              <a:defRPr sz="1400" b="0" i="0">
                <a:latin typeface="Calibri Light" panose="020F0302020204030204" pitchFamily="34" charset="0"/>
                <a:cs typeface="Calibri Light" panose="020F0302020204030204" pitchFamily="34" charset="0"/>
              </a:defRPr>
            </a:lvl5pPr>
          </a:lstStyle>
          <a:p>
            <a:pPr lvl="0"/>
            <a:r>
              <a:rPr lang="he-IL"/>
              <a:t>כאן יבוא הטקסט</a:t>
            </a:r>
            <a:endParaRPr lang="en-IL"/>
          </a:p>
        </p:txBody>
      </p:sp>
    </p:spTree>
    <p:extLst>
      <p:ext uri="{BB962C8B-B14F-4D97-AF65-F5344CB8AC3E}">
        <p14:creationId xmlns:p14="http://schemas.microsoft.com/office/powerpoint/2010/main" val="2235209895"/>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דיסקליימר">
    <p:bg>
      <p:bgPr>
        <a:solidFill>
          <a:srgbClr val="FFE600">
            <a:alpha val="27000"/>
          </a:srgb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C1A7948-0076-168F-2425-9F3060EB44E3}"/>
              </a:ext>
            </a:extLst>
          </p:cNvPr>
          <p:cNvSpPr/>
          <p:nvPr userDrawn="1"/>
        </p:nvSpPr>
        <p:spPr>
          <a:xfrm>
            <a:off x="11791405" y="165463"/>
            <a:ext cx="235131" cy="6392091"/>
          </a:xfrm>
          <a:prstGeom prst="rect">
            <a:avLst/>
          </a:prstGeom>
          <a:solidFill>
            <a:srgbClr val="FDF6BA"/>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5" name="Rounded Rectangle 27">
            <a:extLst>
              <a:ext uri="{FF2B5EF4-FFF2-40B4-BE49-F238E27FC236}">
                <a16:creationId xmlns:a16="http://schemas.microsoft.com/office/drawing/2014/main" id="{2D3CD34F-85D0-DA45-F934-3D7B9D21E624}"/>
              </a:ext>
            </a:extLst>
          </p:cNvPr>
          <p:cNvSpPr/>
          <p:nvPr userDrawn="1"/>
        </p:nvSpPr>
        <p:spPr>
          <a:xfrm>
            <a:off x="514262" y="984069"/>
            <a:ext cx="11233150" cy="4502331"/>
          </a:xfrm>
          <a:prstGeom prst="roundRect">
            <a:avLst>
              <a:gd name="adj" fmla="val 2316"/>
            </a:avLst>
          </a:prstGeom>
          <a:solidFill>
            <a:schemeClr val="lt1">
              <a:alpha val="90000"/>
            </a:schemeClr>
          </a:solidFill>
          <a:ln w="3175">
            <a:noFill/>
          </a:ln>
          <a:effectLst>
            <a:outerShdw blurRad="927100" dist="406400" dir="5400000" sx="96000" sy="96000" algn="t" rotWithShape="0">
              <a:srgbClr val="00206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7" name="Title 10">
            <a:extLst>
              <a:ext uri="{FF2B5EF4-FFF2-40B4-BE49-F238E27FC236}">
                <a16:creationId xmlns:a16="http://schemas.microsoft.com/office/drawing/2014/main" id="{CC427B72-3054-A4A1-BF97-8B28AAEEF0CB}"/>
              </a:ext>
            </a:extLst>
          </p:cNvPr>
          <p:cNvSpPr txBox="1">
            <a:spLocks/>
          </p:cNvSpPr>
          <p:nvPr userDrawn="1"/>
        </p:nvSpPr>
        <p:spPr>
          <a:xfrm>
            <a:off x="791928" y="1438792"/>
            <a:ext cx="5486400" cy="3288219"/>
          </a:xfrm>
          <a:prstGeom prst="rect">
            <a:avLst/>
          </a:prstGeom>
        </p:spPr>
        <p:txBody>
          <a:bodyPr vert="horz" lIns="0" tIns="0" rIns="0" bIns="0" rtlCol="1" anchor="t" anchorCtr="0">
            <a:noAutofit/>
          </a:bodyPr>
          <a:lstStyle>
            <a:lvl1pPr algn="r" defTabSz="914400" rtl="1" eaLnBrk="1" latinLnBrk="0" hangingPunct="1">
              <a:lnSpc>
                <a:spcPct val="90000"/>
              </a:lnSpc>
              <a:spcBef>
                <a:spcPct val="0"/>
              </a:spcBef>
              <a:buNone/>
              <a:defRPr sz="3200" b="1" kern="1200" baseline="0">
                <a:solidFill>
                  <a:schemeClr val="tx1"/>
                </a:solidFill>
                <a:latin typeface="+mj-lt"/>
                <a:ea typeface="+mj-ea"/>
                <a:cs typeface="+mj-cs"/>
              </a:defRPr>
            </a:lvl1pPr>
          </a:lstStyle>
          <a:p>
            <a:pPr algn="r" rtl="1">
              <a:lnSpc>
                <a:spcPct val="110000"/>
              </a:lnSpc>
            </a:pPr>
            <a:r>
              <a:rPr lang="he-IL" sz="1400" b="0">
                <a:latin typeface="Calibri Light" panose="020F0302020204030204" pitchFamily="34" charset="0"/>
                <a:cs typeface="Calibri Light" panose="020F0302020204030204" pitchFamily="34" charset="0"/>
              </a:rPr>
              <a:t>שירותנו הינם שירותי ייעוץ מטבעם וכן לא כללו בדיקה לגילוי הונאה או מעשים בלתי חוקיים ולפיכך לא יהוו חוות דעת או ייעוץ משפטי. ביצענו את עבודתנו עבור הלקוח שמצוין במסמך זה בלבד ולא עבור צד שלישי אחר. תוצרי העבודה מתייחסים לנושאים שהוגדרו במסגרת תכנית העבודה, כאשר הם מבוססים על מידע שהושג על ידי </a:t>
            </a:r>
            <a:r>
              <a:rPr lang="en-US" sz="1400" b="0">
                <a:latin typeface="Calibri Light" panose="020F0302020204030204" pitchFamily="34" charset="0"/>
                <a:cs typeface="Calibri Light" panose="020F0302020204030204" pitchFamily="34" charset="0"/>
              </a:rPr>
              <a:t>EY </a:t>
            </a:r>
            <a:r>
              <a:rPr lang="he-IL" sz="1400" b="0">
                <a:latin typeface="Calibri Light" panose="020F0302020204030204" pitchFamily="34" charset="0"/>
                <a:cs typeface="Calibri Light" panose="020F0302020204030204" pitchFamily="34" charset="0"/>
              </a:rPr>
              <a:t> במהלך תקופת הפרויקט ועד למועד שמצוין בתחילת מסמך זה. תוצר זה אושר על ידי הלקוח במהלך העבודה המשותפת, ול-</a:t>
            </a:r>
            <a:r>
              <a:rPr lang="en-US" sz="1400" b="0">
                <a:latin typeface="Calibri Light" panose="020F0302020204030204" pitchFamily="34" charset="0"/>
                <a:cs typeface="Calibri Light" panose="020F0302020204030204" pitchFamily="34" charset="0"/>
              </a:rPr>
              <a:t>EY </a:t>
            </a:r>
            <a:r>
              <a:rPr lang="he-IL" sz="1400" b="0">
                <a:latin typeface="Calibri Light" panose="020F0302020204030204" pitchFamily="34" charset="0"/>
                <a:cs typeface="Calibri Light" panose="020F0302020204030204" pitchFamily="34" charset="0"/>
              </a:rPr>
              <a:t> לא תהיה כל אחריות לגבי שימושים עתידיים, לאחר מועד מסירת המסמך הסופי. במסגרת עבודתנו, התבססנו על חומרים, נתונים ומידע שהתקבלו מהלקוח או נאספו ממקורות גלויים ולא יכולנו לתת מענה לטעויות שיכלו לנבוע מרישום, עיבוד, תרגום או דיווח של הנתונים באופן בלתי מדויק ולכן לא נהיה אחראיים לפגם אשר יכול לנבוע מעיבוד הנתונים או המידע הקשור אליהם. </a:t>
            </a:r>
          </a:p>
          <a:p>
            <a:pPr algn="r" rtl="1">
              <a:lnSpc>
                <a:spcPct val="110000"/>
              </a:lnSpc>
            </a:pPr>
            <a:endParaRPr lang="he-IL" sz="1400" b="0">
              <a:latin typeface="Calibri Light" panose="020F0302020204030204" pitchFamily="34" charset="0"/>
              <a:cs typeface="Calibri Light" panose="020F0302020204030204" pitchFamily="34" charset="0"/>
            </a:endParaRPr>
          </a:p>
          <a:p>
            <a:pPr algn="r" rtl="1">
              <a:lnSpc>
                <a:spcPct val="110000"/>
              </a:lnSpc>
            </a:pPr>
            <a:r>
              <a:rPr lang="he-IL" sz="1400" b="1">
                <a:latin typeface="Calibri" panose="020F0502020204030204" pitchFamily="34" charset="0"/>
                <a:cs typeface="Calibri" panose="020F0502020204030204" pitchFamily="34" charset="0"/>
              </a:rPr>
              <a:t>לשאלות ו/או הבהרות בכל שלב ניתן ליצור קשר עם חגית צור, </a:t>
            </a:r>
          </a:p>
          <a:p>
            <a:pPr algn="r" rtl="1">
              <a:lnSpc>
                <a:spcPct val="110000"/>
              </a:lnSpc>
            </a:pPr>
            <a:r>
              <a:rPr lang="he-IL" sz="1400" b="1">
                <a:latin typeface="Calibri" panose="020F0502020204030204" pitchFamily="34" charset="0"/>
                <a:cs typeface="Calibri" panose="020F0502020204030204" pitchFamily="34" charset="0"/>
              </a:rPr>
              <a:t>שותפה ומנהלת מחלקת המגזר הציבורי -</a:t>
            </a:r>
            <a:r>
              <a:rPr lang="en-US" sz="1400" b="1">
                <a:latin typeface="Calibri" panose="020F0502020204030204" pitchFamily="34" charset="0"/>
                <a:cs typeface="Calibri" panose="020F0502020204030204" pitchFamily="34" charset="0"/>
              </a:rPr>
              <a:t>GPS - Government &amp; Public Sector </a:t>
            </a:r>
          </a:p>
          <a:p>
            <a:pPr algn="r" rtl="1">
              <a:lnSpc>
                <a:spcPct val="110000"/>
              </a:lnSpc>
            </a:pPr>
            <a:r>
              <a:rPr lang="en-US" sz="1400" b="1">
                <a:latin typeface="Calibri" panose="020F0502020204030204" pitchFamily="34" charset="0"/>
                <a:cs typeface="Calibri" panose="020F0502020204030204" pitchFamily="34" charset="0"/>
              </a:rPr>
              <a:t>054-4736510</a:t>
            </a:r>
          </a:p>
          <a:p>
            <a:pPr algn="r" rtl="1">
              <a:lnSpc>
                <a:spcPct val="110000"/>
              </a:lnSpc>
            </a:pPr>
            <a:r>
              <a:rPr lang="en-US" sz="1400" b="0">
                <a:latin typeface="Calibri" panose="020F0502020204030204" pitchFamily="34" charset="0"/>
                <a:cs typeface="Calibri" panose="020F0502020204030204" pitchFamily="34" charset="0"/>
                <a:hlinkClick r:id="rId2"/>
              </a:rPr>
              <a:t>Hagit.Zur@il.ey.com</a:t>
            </a:r>
            <a:r>
              <a:rPr lang="en-US" sz="1400" b="0">
                <a:latin typeface="Calibri" panose="020F0502020204030204" pitchFamily="34" charset="0"/>
                <a:cs typeface="Calibri" panose="020F0502020204030204" pitchFamily="34" charset="0"/>
              </a:rPr>
              <a:t>  |  </a:t>
            </a:r>
            <a:r>
              <a:rPr lang="en-US" sz="1400" b="0">
                <a:latin typeface="Calibri" panose="020F0502020204030204" pitchFamily="34" charset="0"/>
                <a:cs typeface="Calibri" panose="020F0502020204030204" pitchFamily="34" charset="0"/>
                <a:hlinkClick r:id="rId3"/>
              </a:rPr>
              <a:t>Gps.il@il.ey.com</a:t>
            </a:r>
            <a:r>
              <a:rPr lang="en-US" sz="1400" b="0">
                <a:latin typeface="Calibri" panose="020F0502020204030204" pitchFamily="34" charset="0"/>
                <a:cs typeface="Calibri" panose="020F0502020204030204" pitchFamily="34" charset="0"/>
              </a:rPr>
              <a:t> </a:t>
            </a:r>
            <a:endParaRPr lang="he-IL" sz="1400" b="0">
              <a:latin typeface="Calibri" panose="020F0502020204030204" pitchFamily="34" charset="0"/>
              <a:cs typeface="Calibri" panose="020F0502020204030204" pitchFamily="34" charset="0"/>
            </a:endParaRPr>
          </a:p>
        </p:txBody>
      </p:sp>
      <p:sp>
        <p:nvSpPr>
          <p:cNvPr id="14" name="Title 10">
            <a:extLst>
              <a:ext uri="{FF2B5EF4-FFF2-40B4-BE49-F238E27FC236}">
                <a16:creationId xmlns:a16="http://schemas.microsoft.com/office/drawing/2014/main" id="{51058A77-3FBE-91CE-270A-1E7019D27545}"/>
              </a:ext>
            </a:extLst>
          </p:cNvPr>
          <p:cNvSpPr txBox="1">
            <a:spLocks/>
          </p:cNvSpPr>
          <p:nvPr userDrawn="1"/>
        </p:nvSpPr>
        <p:spPr>
          <a:xfrm>
            <a:off x="6299235" y="1438792"/>
            <a:ext cx="5027878" cy="3288219"/>
          </a:xfrm>
          <a:prstGeom prst="rect">
            <a:avLst/>
          </a:prstGeom>
        </p:spPr>
        <p:txBody>
          <a:bodyPr vert="horz" lIns="0" tIns="0" rIns="0" bIns="0" rtlCol="1" anchor="t" anchorCtr="0">
            <a:noAutofit/>
          </a:bodyPr>
          <a:lstStyle>
            <a:lvl1pPr algn="r" defTabSz="914400" rtl="1" eaLnBrk="1" latinLnBrk="0" hangingPunct="1">
              <a:lnSpc>
                <a:spcPct val="90000"/>
              </a:lnSpc>
              <a:spcBef>
                <a:spcPct val="0"/>
              </a:spcBef>
              <a:buNone/>
              <a:defRPr sz="3200" b="1" kern="1200" baseline="0">
                <a:solidFill>
                  <a:schemeClr val="tx1"/>
                </a:solidFill>
                <a:latin typeface="+mj-lt"/>
                <a:ea typeface="+mj-ea"/>
                <a:cs typeface="+mj-cs"/>
              </a:defRPr>
            </a:lvl1pPr>
          </a:lstStyle>
          <a:p>
            <a:pPr algn="r" rtl="1">
              <a:lnSpc>
                <a:spcPct val="120000"/>
              </a:lnSpc>
            </a:pPr>
            <a:r>
              <a:rPr lang="he-IL" sz="2400" b="1">
                <a:latin typeface="Calibri" panose="020F0502020204030204" pitchFamily="34" charset="0"/>
                <a:cs typeface="Calibri" panose="020F0502020204030204" pitchFamily="34" charset="0"/>
              </a:rPr>
              <a:t>אנו מודים לכם על בחירתכם במחלקת</a:t>
            </a:r>
            <a:r>
              <a:rPr lang="en-US" sz="2400" b="1">
                <a:latin typeface="Calibri" panose="020F0502020204030204" pitchFamily="34" charset="0"/>
                <a:cs typeface="Calibri" panose="020F0502020204030204" pitchFamily="34" charset="0"/>
              </a:rPr>
              <a:t> </a:t>
            </a:r>
            <a:r>
              <a:rPr lang="en-US" sz="4400" b="1">
                <a:solidFill>
                  <a:schemeClr val="tx2"/>
                </a:solidFill>
                <a:latin typeface="Calibri" panose="020F0502020204030204" pitchFamily="34" charset="0"/>
                <a:cs typeface="Calibri" panose="020F0502020204030204" pitchFamily="34" charset="0"/>
              </a:rPr>
              <a:t>Government &amp; </a:t>
            </a:r>
          </a:p>
          <a:p>
            <a:pPr algn="r" rtl="1">
              <a:lnSpc>
                <a:spcPct val="120000"/>
              </a:lnSpc>
            </a:pPr>
            <a:r>
              <a:rPr lang="en-US" sz="4400" b="1">
                <a:solidFill>
                  <a:schemeClr val="tx2"/>
                </a:solidFill>
                <a:latin typeface="Calibri" panose="020F0502020204030204" pitchFamily="34" charset="0"/>
                <a:cs typeface="Calibri" panose="020F0502020204030204" pitchFamily="34" charset="0"/>
              </a:rPr>
              <a:t>Public Sector</a:t>
            </a:r>
            <a:endParaRPr lang="he-IL" sz="2800" b="1">
              <a:solidFill>
                <a:schemeClr val="tx2"/>
              </a:solidFill>
              <a:latin typeface="Calibri" panose="020F0502020204030204" pitchFamily="34" charset="0"/>
              <a:cs typeface="Calibri" panose="020F0502020204030204" pitchFamily="34" charset="0"/>
            </a:endParaRPr>
          </a:p>
          <a:p>
            <a:pPr algn="r" rtl="1">
              <a:lnSpc>
                <a:spcPct val="120000"/>
              </a:lnSpc>
            </a:pPr>
            <a:r>
              <a:rPr lang="he-IL" sz="2400" b="1">
                <a:latin typeface="Calibri" panose="020F0502020204030204" pitchFamily="34" charset="0"/>
                <a:cs typeface="Calibri" panose="020F0502020204030204" pitchFamily="34" charset="0"/>
              </a:rPr>
              <a:t>לספק את השירותים המקצועיים שלנו</a:t>
            </a:r>
          </a:p>
        </p:txBody>
      </p:sp>
      <p:sp>
        <p:nvSpPr>
          <p:cNvPr id="18" name="Slide Number Placeholder 5">
            <a:extLst>
              <a:ext uri="{FF2B5EF4-FFF2-40B4-BE49-F238E27FC236}">
                <a16:creationId xmlns:a16="http://schemas.microsoft.com/office/drawing/2014/main" id="{8C15AD47-B8D9-F502-E824-98C3D2EF83D7}"/>
              </a:ext>
            </a:extLst>
          </p:cNvPr>
          <p:cNvSpPr txBox="1">
            <a:spLocks/>
          </p:cNvSpPr>
          <p:nvPr userDrawn="1"/>
        </p:nvSpPr>
        <p:spPr>
          <a:xfrm>
            <a:off x="11676063" y="6422315"/>
            <a:ext cx="293795" cy="180000"/>
          </a:xfrm>
          <a:prstGeom prst="rect">
            <a:avLst/>
          </a:prstGeom>
        </p:spPr>
        <p:txBody>
          <a:bodyPr lIns="0" tIns="0" rIns="0" bIns="0" anchor="ctr"/>
          <a:lstStyle>
            <a:defPPr>
              <a:defRPr lang="en-US"/>
            </a:defPPr>
            <a:lvl1pPr marL="0" algn="ctr" defTabSz="914400" rtl="0" eaLnBrk="1" latinLnBrk="0" hangingPunct="1">
              <a:defRPr lang="en-GB" sz="800" kern="1200" smtClean="0">
                <a:solidFill>
                  <a:srgbClr val="747480"/>
                </a:solidFill>
                <a:latin typeface="EYInterstate Regular" panose="02000503020000020004"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fld id="{F1BC30E3-FFE5-4B91-AA19-87A149EBB9EE}" type="slidenum">
              <a:rPr kumimoji="0" lang="en-IL" sz="800" b="0" i="0" u="none" strike="noStrike" kern="1200" cap="none" spc="0" normalizeH="0" baseline="0" noProof="0" smtClean="0">
                <a:ln>
                  <a:noFill/>
                </a:ln>
                <a:solidFill>
                  <a:srgbClr val="747480"/>
                </a:solidFill>
                <a:effectLst/>
                <a:uLnTx/>
                <a:uFillTx/>
                <a:latin typeface="Calibri" panose="020F0502020204030204"/>
                <a:ea typeface="+mn-ea"/>
                <a:cs typeface="Arial" panose="020B0604020202020204" pitchFamily="34" charset="0"/>
              </a:rPr>
              <a:pPr marL="0" marR="0" lvl="0" indent="0" algn="ctr" defTabSz="914400" rtl="1" eaLnBrk="1" fontAlgn="auto" latinLnBrk="0" hangingPunct="1">
                <a:lnSpc>
                  <a:spcPct val="100000"/>
                </a:lnSpc>
                <a:spcBef>
                  <a:spcPts val="0"/>
                </a:spcBef>
                <a:spcAft>
                  <a:spcPts val="0"/>
                </a:spcAft>
                <a:buClrTx/>
                <a:buSzTx/>
                <a:buFontTx/>
                <a:buNone/>
                <a:tabLst/>
                <a:defRPr/>
              </a:pPr>
              <a:t>‹#›</a:t>
            </a:fld>
            <a:endParaRPr kumimoji="0" lang="en-IL" sz="800" b="0" i="0" u="none" strike="noStrike" kern="1200" cap="none" spc="0" normalizeH="0" baseline="0" noProof="0">
              <a:ln>
                <a:noFill/>
              </a:ln>
              <a:solidFill>
                <a:srgbClr val="747480"/>
              </a:solidFill>
              <a:effectLst/>
              <a:uLnTx/>
              <a:uFillTx/>
              <a:latin typeface="Calibri" panose="020F0502020204030204"/>
              <a:ea typeface="+mn-ea"/>
              <a:cs typeface="Arial" panose="020B0604020202020204" pitchFamily="34" charset="0"/>
            </a:endParaRPr>
          </a:p>
        </p:txBody>
      </p:sp>
      <p:sp>
        <p:nvSpPr>
          <p:cNvPr id="4" name="Rectangle 3">
            <a:extLst>
              <a:ext uri="{FF2B5EF4-FFF2-40B4-BE49-F238E27FC236}">
                <a16:creationId xmlns:a16="http://schemas.microsoft.com/office/drawing/2014/main" id="{76270EAE-7BA8-2A33-8A54-7AD1AEFC205B}"/>
              </a:ext>
            </a:extLst>
          </p:cNvPr>
          <p:cNvSpPr/>
          <p:nvPr userDrawn="1"/>
        </p:nvSpPr>
        <p:spPr>
          <a:xfrm>
            <a:off x="452846" y="178526"/>
            <a:ext cx="5421085" cy="313508"/>
          </a:xfrm>
          <a:prstGeom prst="rect">
            <a:avLst/>
          </a:prstGeom>
          <a:solidFill>
            <a:srgbClr val="FFF8BA"/>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Rectangle 11">
            <a:extLst>
              <a:ext uri="{FF2B5EF4-FFF2-40B4-BE49-F238E27FC236}">
                <a16:creationId xmlns:a16="http://schemas.microsoft.com/office/drawing/2014/main" id="{4AFDD3C5-7642-2664-7C8A-1821A6CBF28E}"/>
              </a:ext>
            </a:extLst>
          </p:cNvPr>
          <p:cNvSpPr/>
          <p:nvPr userDrawn="1"/>
        </p:nvSpPr>
        <p:spPr>
          <a:xfrm>
            <a:off x="6770915" y="6334684"/>
            <a:ext cx="5421085" cy="313508"/>
          </a:xfrm>
          <a:prstGeom prst="rect">
            <a:avLst/>
          </a:prstGeom>
          <a:solidFill>
            <a:srgbClr val="FFF8BA"/>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2693218725"/>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618">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שקפי תוכן עם דגל למקרי הבוחן">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6CAFB1C-BF9A-4246-8154-6834271AA22E}"/>
              </a:ext>
            </a:extLst>
          </p:cNvPr>
          <p:cNvSpPr>
            <a:spLocks noGrp="1"/>
          </p:cNvSpPr>
          <p:nvPr>
            <p:ph type="sldNum" sz="quarter" idx="10"/>
          </p:nvPr>
        </p:nvSpPr>
        <p:spPr/>
        <p:txBody>
          <a:bodyPr/>
          <a:lstStyle/>
          <a:p>
            <a:fld id="{3B330262-1C60-4F43-B081-ECAE8D3CA714}" type="slidenum">
              <a:rPr lang="he-IL" smtClean="0"/>
              <a:pPr/>
              <a:t>‹#›</a:t>
            </a:fld>
            <a:endParaRPr lang="he-IL"/>
          </a:p>
        </p:txBody>
      </p:sp>
      <p:cxnSp>
        <p:nvCxnSpPr>
          <p:cNvPr id="4" name="Straight Connector 3">
            <a:extLst>
              <a:ext uri="{FF2B5EF4-FFF2-40B4-BE49-F238E27FC236}">
                <a16:creationId xmlns:a16="http://schemas.microsoft.com/office/drawing/2014/main" id="{EA1E4821-379C-497C-B25C-7BB4316372F6}"/>
              </a:ext>
            </a:extLst>
          </p:cNvPr>
          <p:cNvCxnSpPr/>
          <p:nvPr userDrawn="1"/>
        </p:nvCxnSpPr>
        <p:spPr>
          <a:xfrm>
            <a:off x="12128248" y="478699"/>
            <a:ext cx="0" cy="708751"/>
          </a:xfrm>
          <a:prstGeom prst="line">
            <a:avLst/>
          </a:prstGeom>
          <a:noFill/>
          <a:ln w="127000" cap="flat" cmpd="sng" algn="ctr">
            <a:solidFill>
              <a:srgbClr val="FAC300"/>
            </a:solidFill>
            <a:prstDash val="solid"/>
            <a:miter lim="800000"/>
          </a:ln>
          <a:effectLst/>
        </p:spPr>
      </p:cxnSp>
      <p:sp>
        <p:nvSpPr>
          <p:cNvPr id="8" name="Content Placeholder 8">
            <a:extLst>
              <a:ext uri="{FF2B5EF4-FFF2-40B4-BE49-F238E27FC236}">
                <a16:creationId xmlns:a16="http://schemas.microsoft.com/office/drawing/2014/main" id="{B14F6F08-9473-45AC-987F-F7F712E760E3}"/>
              </a:ext>
            </a:extLst>
          </p:cNvPr>
          <p:cNvSpPr>
            <a:spLocks noGrp="1"/>
          </p:cNvSpPr>
          <p:nvPr>
            <p:ph sz="quarter" idx="12"/>
          </p:nvPr>
        </p:nvSpPr>
        <p:spPr>
          <a:xfrm>
            <a:off x="695399" y="448256"/>
            <a:ext cx="865040" cy="656064"/>
          </a:xfrm>
        </p:spPr>
        <p:txBody>
          <a:bodyPr/>
          <a:lstStyle>
            <a:lvl1pPr algn="l" rtl="0">
              <a:defRPr>
                <a:latin typeface="+mn-lt"/>
              </a:defRPr>
            </a:lvl1pPr>
            <a:lvl2pPr algn="l" rtl="0">
              <a:defRPr>
                <a:latin typeface="+mn-lt"/>
              </a:defRPr>
            </a:lvl2pPr>
            <a:lvl3pPr algn="l" rtl="0">
              <a:defRPr>
                <a:latin typeface="+mn-lt"/>
              </a:defRPr>
            </a:lvl3pPr>
            <a:lvl4pPr algn="l" rtl="0">
              <a:defRPr>
                <a:latin typeface="+mn-lt"/>
              </a:defRPr>
            </a:lvl4pPr>
            <a:lvl5pPr algn="l" rtl="0">
              <a:defRPr>
                <a:latin typeface="+mn-lt"/>
              </a:defRPr>
            </a:lvl5pPr>
          </a:lstStyle>
          <a:p>
            <a:pPr lvl="0"/>
            <a:endParaRPr lang="he-IL"/>
          </a:p>
        </p:txBody>
      </p:sp>
      <p:sp>
        <p:nvSpPr>
          <p:cNvPr id="6" name="Content Placeholder 2">
            <a:extLst>
              <a:ext uri="{FF2B5EF4-FFF2-40B4-BE49-F238E27FC236}">
                <a16:creationId xmlns:a16="http://schemas.microsoft.com/office/drawing/2014/main" id="{ABA18D0E-020F-4565-B2AB-14CDE8D2B426}"/>
              </a:ext>
            </a:extLst>
          </p:cNvPr>
          <p:cNvSpPr>
            <a:spLocks noGrp="1"/>
          </p:cNvSpPr>
          <p:nvPr>
            <p:ph sz="quarter" idx="11"/>
          </p:nvPr>
        </p:nvSpPr>
        <p:spPr>
          <a:xfrm>
            <a:off x="4464050" y="479425"/>
            <a:ext cx="7434263" cy="638175"/>
          </a:xfrm>
        </p:spPr>
        <p:txBody>
          <a:bodyPr>
            <a:normAutofit/>
          </a:bodyPr>
          <a:lstStyle>
            <a:lvl1pPr>
              <a:defRPr sz="3200" b="1"/>
            </a:lvl1pPr>
          </a:lstStyle>
          <a:p>
            <a:endParaRPr lang="he-IL"/>
          </a:p>
        </p:txBody>
      </p:sp>
    </p:spTree>
    <p:extLst>
      <p:ext uri="{BB962C8B-B14F-4D97-AF65-F5344CB8AC3E}">
        <p14:creationId xmlns:p14="http://schemas.microsoft.com/office/powerpoint/2010/main" val="22877850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53_Custom Layou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1197215"/>
            <a:ext cx="10515600" cy="1325563"/>
          </a:xfrm>
          <a:prstGeom prst="rect">
            <a:avLst/>
          </a:prstGeom>
        </p:spPr>
        <p:txBody>
          <a:bodyPr lIns="0" tIns="0" rIns="0" bIns="0"/>
          <a:lstStyle>
            <a:lvl1pPr algn="ctr">
              <a:defRPr sz="3200">
                <a:solidFill>
                  <a:schemeClr val="tx1"/>
                </a:solidFill>
                <a:latin typeface="Calibri" panose="020F0502020204030204" pitchFamily="34" charset="0"/>
                <a:cs typeface="Calibri" panose="020F0502020204030204" pitchFamily="34" charset="0"/>
              </a:defRPr>
            </a:lvl1pPr>
          </a:lstStyle>
          <a:p>
            <a:r>
              <a:rPr lang="en-US"/>
              <a:t>Click to edit Master title style</a:t>
            </a:r>
            <a:endParaRPr lang="he-IL"/>
          </a:p>
        </p:txBody>
      </p:sp>
      <p:sp>
        <p:nvSpPr>
          <p:cNvPr id="7" name="Slide Number Placeholder 4"/>
          <p:cNvSpPr>
            <a:spLocks noGrp="1"/>
          </p:cNvSpPr>
          <p:nvPr>
            <p:ph type="sldNum" sz="quarter" idx="12"/>
          </p:nvPr>
        </p:nvSpPr>
        <p:spPr>
          <a:xfrm>
            <a:off x="0" y="67580"/>
            <a:ext cx="490393" cy="365125"/>
          </a:xfrm>
          <a:prstGeom prst="rect">
            <a:avLst/>
          </a:prstGeom>
        </p:spPr>
        <p:txBody>
          <a:bodyPr/>
          <a:lstStyle>
            <a:lvl1pPr>
              <a:defRPr>
                <a:latin typeface="Calibri" panose="020F0502020204030204" pitchFamily="34" charset="0"/>
                <a:cs typeface="Calibri" panose="020F0502020204030204" pitchFamily="34" charset="0"/>
              </a:defRPr>
            </a:lvl1pPr>
          </a:lstStyle>
          <a:p>
            <a:fld id="{18F36642-002E-4C98-915B-826072CB88D7}" type="slidenum">
              <a:rPr lang="he-IL" smtClean="0"/>
              <a:pPr/>
              <a:t>‹#›</a:t>
            </a:fld>
            <a:endParaRPr lang="he-IL"/>
          </a:p>
        </p:txBody>
      </p:sp>
    </p:spTree>
    <p:extLst>
      <p:ext uri="{BB962C8B-B14F-4D97-AF65-F5344CB8AC3E}">
        <p14:creationId xmlns:p14="http://schemas.microsoft.com/office/powerpoint/2010/main" val="2236793180"/>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1F246-B13E-F44B-9216-5BE9752EA7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39B67B1-7A81-1643-9124-7F66AE91DC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3F197E8-8302-8F43-8422-D2068DAB26D0}"/>
              </a:ext>
            </a:extLst>
          </p:cNvPr>
          <p:cNvSpPr>
            <a:spLocks noGrp="1"/>
          </p:cNvSpPr>
          <p:nvPr>
            <p:ph type="dt" sz="half" idx="10"/>
          </p:nvPr>
        </p:nvSpPr>
        <p:spPr/>
        <p:txBody>
          <a:bodyPr/>
          <a:lstStyle/>
          <a:p>
            <a:fld id="{174F34DE-F91B-CF4A-81E7-66A722908E95}" type="datetimeFigureOut">
              <a:rPr lang="en-US" smtClean="0"/>
              <a:t>5/21/2025</a:t>
            </a:fld>
            <a:endParaRPr lang="en-US"/>
          </a:p>
        </p:txBody>
      </p:sp>
      <p:sp>
        <p:nvSpPr>
          <p:cNvPr id="5" name="Footer Placeholder 4">
            <a:extLst>
              <a:ext uri="{FF2B5EF4-FFF2-40B4-BE49-F238E27FC236}">
                <a16:creationId xmlns:a16="http://schemas.microsoft.com/office/drawing/2014/main" id="{99824016-53E3-EB4C-BEFE-6D4D50EE57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1A156D-1E0F-5E46-AAD1-D9E870396D49}"/>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5422640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76422-A307-D442-BEC2-F22846E3FD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84F8159-9388-4245-9218-200D3546B79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6CDD00-DFCD-3D45-884E-43E8126CB51D}"/>
              </a:ext>
            </a:extLst>
          </p:cNvPr>
          <p:cNvSpPr>
            <a:spLocks noGrp="1"/>
          </p:cNvSpPr>
          <p:nvPr>
            <p:ph type="dt" sz="half" idx="10"/>
          </p:nvPr>
        </p:nvSpPr>
        <p:spPr/>
        <p:txBody>
          <a:bodyPr/>
          <a:lstStyle/>
          <a:p>
            <a:fld id="{174F34DE-F91B-CF4A-81E7-66A722908E95}" type="datetimeFigureOut">
              <a:rPr lang="en-US" smtClean="0"/>
              <a:t>5/21/2025</a:t>
            </a:fld>
            <a:endParaRPr lang="en-US"/>
          </a:p>
        </p:txBody>
      </p:sp>
      <p:sp>
        <p:nvSpPr>
          <p:cNvPr id="5" name="Footer Placeholder 4">
            <a:extLst>
              <a:ext uri="{FF2B5EF4-FFF2-40B4-BE49-F238E27FC236}">
                <a16:creationId xmlns:a16="http://schemas.microsoft.com/office/drawing/2014/main" id="{0F63A1FF-2023-9247-9FC2-6D8A6B8521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509010-BFF0-6B40-8B30-F196E507F6F7}"/>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208414387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1AAB7-50F3-A34A-866A-5966B324142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FBC2FBC-6686-1B41-A4C8-AF422248431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45F99AEF-2DF0-514D-AA3E-D1871D424A77}"/>
              </a:ext>
            </a:extLst>
          </p:cNvPr>
          <p:cNvSpPr>
            <a:spLocks noGrp="1"/>
          </p:cNvSpPr>
          <p:nvPr>
            <p:ph type="dt" sz="half" idx="10"/>
          </p:nvPr>
        </p:nvSpPr>
        <p:spPr/>
        <p:txBody>
          <a:bodyPr/>
          <a:lstStyle/>
          <a:p>
            <a:fld id="{174F34DE-F91B-CF4A-81E7-66A722908E95}" type="datetimeFigureOut">
              <a:rPr lang="en-US" smtClean="0"/>
              <a:t>5/21/2025</a:t>
            </a:fld>
            <a:endParaRPr lang="en-US"/>
          </a:p>
        </p:txBody>
      </p:sp>
      <p:sp>
        <p:nvSpPr>
          <p:cNvPr id="5" name="Footer Placeholder 4">
            <a:extLst>
              <a:ext uri="{FF2B5EF4-FFF2-40B4-BE49-F238E27FC236}">
                <a16:creationId xmlns:a16="http://schemas.microsoft.com/office/drawing/2014/main" id="{B49FF354-EF2B-6B47-AA90-9FE7D23F4D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98E6BB-E8B8-1F45-BA11-80C46BE8549A}"/>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231682014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31D17-E30E-A44F-B979-BD51715D15E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C407C0-13F6-EE42-9E98-8F7F5536168D}"/>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2D85338-3D9A-7544-A663-8879FF7F2A79}"/>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1A33B68-6F23-394B-AB2F-C97B14628FF4}"/>
              </a:ext>
            </a:extLst>
          </p:cNvPr>
          <p:cNvSpPr>
            <a:spLocks noGrp="1"/>
          </p:cNvSpPr>
          <p:nvPr>
            <p:ph type="dt" sz="half" idx="10"/>
          </p:nvPr>
        </p:nvSpPr>
        <p:spPr/>
        <p:txBody>
          <a:bodyPr/>
          <a:lstStyle/>
          <a:p>
            <a:fld id="{174F34DE-F91B-CF4A-81E7-66A722908E95}" type="datetimeFigureOut">
              <a:rPr lang="en-US" smtClean="0"/>
              <a:t>5/21/2025</a:t>
            </a:fld>
            <a:endParaRPr lang="en-US"/>
          </a:p>
        </p:txBody>
      </p:sp>
      <p:sp>
        <p:nvSpPr>
          <p:cNvPr id="6" name="Footer Placeholder 5">
            <a:extLst>
              <a:ext uri="{FF2B5EF4-FFF2-40B4-BE49-F238E27FC236}">
                <a16:creationId xmlns:a16="http://schemas.microsoft.com/office/drawing/2014/main" id="{BCDB7904-9D2C-7F42-99C8-48CD2900C2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B0D40A-661D-B445-A9FE-7E2D6F9AFB23}"/>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342627405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E8634-1008-8F4F-8BAE-44029796074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C8AACF4-ED01-614D-AC3C-1E79A12D5AD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611F505-5059-444B-9050-BEF38F7DEE8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3C26B42-06A3-4C4A-A22D-A5CA49EED5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F7FB7F8-9FB7-9A40-8E81-FF532D07F8A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196765A-94CC-564A-821A-A5BA7578AB6F}"/>
              </a:ext>
            </a:extLst>
          </p:cNvPr>
          <p:cNvSpPr>
            <a:spLocks noGrp="1"/>
          </p:cNvSpPr>
          <p:nvPr>
            <p:ph type="dt" sz="half" idx="10"/>
          </p:nvPr>
        </p:nvSpPr>
        <p:spPr/>
        <p:txBody>
          <a:bodyPr/>
          <a:lstStyle/>
          <a:p>
            <a:fld id="{174F34DE-F91B-CF4A-81E7-66A722908E95}" type="datetimeFigureOut">
              <a:rPr lang="en-US" smtClean="0"/>
              <a:t>5/21/2025</a:t>
            </a:fld>
            <a:endParaRPr lang="en-US"/>
          </a:p>
        </p:txBody>
      </p:sp>
      <p:sp>
        <p:nvSpPr>
          <p:cNvPr id="8" name="Footer Placeholder 7">
            <a:extLst>
              <a:ext uri="{FF2B5EF4-FFF2-40B4-BE49-F238E27FC236}">
                <a16:creationId xmlns:a16="http://schemas.microsoft.com/office/drawing/2014/main" id="{07A973FF-F5B1-BB43-B2A6-2A1E0791182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201B270-2353-8B42-B782-3269376A6F5B}"/>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341878081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EB3C2-4738-F84A-8AF8-84F5736E32C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DDDC9C7-44FA-5649-804C-05DD7B7FCBDC}"/>
              </a:ext>
            </a:extLst>
          </p:cNvPr>
          <p:cNvSpPr>
            <a:spLocks noGrp="1"/>
          </p:cNvSpPr>
          <p:nvPr>
            <p:ph type="dt" sz="half" idx="10"/>
          </p:nvPr>
        </p:nvSpPr>
        <p:spPr/>
        <p:txBody>
          <a:bodyPr/>
          <a:lstStyle/>
          <a:p>
            <a:fld id="{174F34DE-F91B-CF4A-81E7-66A722908E95}" type="datetimeFigureOut">
              <a:rPr lang="en-US" smtClean="0"/>
              <a:t>5/21/2025</a:t>
            </a:fld>
            <a:endParaRPr lang="en-US"/>
          </a:p>
        </p:txBody>
      </p:sp>
      <p:sp>
        <p:nvSpPr>
          <p:cNvPr id="4" name="Footer Placeholder 3">
            <a:extLst>
              <a:ext uri="{FF2B5EF4-FFF2-40B4-BE49-F238E27FC236}">
                <a16:creationId xmlns:a16="http://schemas.microsoft.com/office/drawing/2014/main" id="{8A18F36D-63CC-614B-B8FF-B21C6CDDEE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1B091AC-C70D-F149-AB59-6BBDC78003C6}"/>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133055618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704EED5-70B6-9744-8C12-72AAC4B48F44}"/>
              </a:ext>
            </a:extLst>
          </p:cNvPr>
          <p:cNvSpPr>
            <a:spLocks noGrp="1"/>
          </p:cNvSpPr>
          <p:nvPr>
            <p:ph type="dt" sz="half" idx="10"/>
          </p:nvPr>
        </p:nvSpPr>
        <p:spPr/>
        <p:txBody>
          <a:bodyPr/>
          <a:lstStyle/>
          <a:p>
            <a:fld id="{174F34DE-F91B-CF4A-81E7-66A722908E95}" type="datetimeFigureOut">
              <a:rPr lang="en-US" smtClean="0"/>
              <a:t>5/21/2025</a:t>
            </a:fld>
            <a:endParaRPr lang="en-US"/>
          </a:p>
        </p:txBody>
      </p:sp>
      <p:sp>
        <p:nvSpPr>
          <p:cNvPr id="3" name="Footer Placeholder 2">
            <a:extLst>
              <a:ext uri="{FF2B5EF4-FFF2-40B4-BE49-F238E27FC236}">
                <a16:creationId xmlns:a16="http://schemas.microsoft.com/office/drawing/2014/main" id="{EC78B786-DC53-CD41-AB23-BC738133EC9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16BA792-5831-7F4A-A148-289C612657E8}"/>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410987047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42BA9-6B4F-D742-9B1E-B927DC61B4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9F64A4E-8E5C-7B49-A481-C42BA49B65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DDE038B-11C4-E748-9BC0-3A996D6D76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71C2652-CA7D-3349-9AEB-4A33C92AFC8E}"/>
              </a:ext>
            </a:extLst>
          </p:cNvPr>
          <p:cNvSpPr>
            <a:spLocks noGrp="1"/>
          </p:cNvSpPr>
          <p:nvPr>
            <p:ph type="dt" sz="half" idx="10"/>
          </p:nvPr>
        </p:nvSpPr>
        <p:spPr/>
        <p:txBody>
          <a:bodyPr/>
          <a:lstStyle/>
          <a:p>
            <a:fld id="{174F34DE-F91B-CF4A-81E7-66A722908E95}" type="datetimeFigureOut">
              <a:rPr lang="en-US" smtClean="0"/>
              <a:t>5/21/2025</a:t>
            </a:fld>
            <a:endParaRPr lang="en-US"/>
          </a:p>
        </p:txBody>
      </p:sp>
      <p:sp>
        <p:nvSpPr>
          <p:cNvPr id="6" name="Footer Placeholder 5">
            <a:extLst>
              <a:ext uri="{FF2B5EF4-FFF2-40B4-BE49-F238E27FC236}">
                <a16:creationId xmlns:a16="http://schemas.microsoft.com/office/drawing/2014/main" id="{BF8DAE52-DD60-ED44-8CCC-BCB4E72E13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F39173-CF67-C540-89E0-549FEECE6BA1}"/>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10076016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815F5-F5AC-DF4B-9516-2AA36FB36B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66899F1-ECB9-D840-8729-9C3DFB4958E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F1155FF-7111-694E-806B-41D1382611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388428C-1747-6549-B91E-449DBEE029F2}"/>
              </a:ext>
            </a:extLst>
          </p:cNvPr>
          <p:cNvSpPr>
            <a:spLocks noGrp="1"/>
          </p:cNvSpPr>
          <p:nvPr>
            <p:ph type="dt" sz="half" idx="10"/>
          </p:nvPr>
        </p:nvSpPr>
        <p:spPr/>
        <p:txBody>
          <a:bodyPr/>
          <a:lstStyle/>
          <a:p>
            <a:fld id="{174F34DE-F91B-CF4A-81E7-66A722908E95}" type="datetimeFigureOut">
              <a:rPr lang="en-US" smtClean="0"/>
              <a:t>5/21/2025</a:t>
            </a:fld>
            <a:endParaRPr lang="en-US"/>
          </a:p>
        </p:txBody>
      </p:sp>
      <p:sp>
        <p:nvSpPr>
          <p:cNvPr id="6" name="Footer Placeholder 5">
            <a:extLst>
              <a:ext uri="{FF2B5EF4-FFF2-40B4-BE49-F238E27FC236}">
                <a16:creationId xmlns:a16="http://schemas.microsoft.com/office/drawing/2014/main" id="{1DE49A33-A649-9E40-91BD-7F2C8DF2CF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20575D-FA2B-1841-817F-3DC8B061D9FF}"/>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376873672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A7BF2-7D35-8E4F-9A15-555EF9B66E6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7F1C5F9-E1F8-4E42-83D3-07C713E3F666}"/>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3E15D7-A4FB-944E-BC9D-A924A1C68D63}"/>
              </a:ext>
            </a:extLst>
          </p:cNvPr>
          <p:cNvSpPr>
            <a:spLocks noGrp="1"/>
          </p:cNvSpPr>
          <p:nvPr>
            <p:ph type="dt" sz="half" idx="10"/>
          </p:nvPr>
        </p:nvSpPr>
        <p:spPr/>
        <p:txBody>
          <a:bodyPr/>
          <a:lstStyle/>
          <a:p>
            <a:fld id="{174F34DE-F91B-CF4A-81E7-66A722908E95}" type="datetimeFigureOut">
              <a:rPr lang="en-US" smtClean="0"/>
              <a:t>5/21/2025</a:t>
            </a:fld>
            <a:endParaRPr lang="en-US"/>
          </a:p>
        </p:txBody>
      </p:sp>
      <p:sp>
        <p:nvSpPr>
          <p:cNvPr id="5" name="Footer Placeholder 4">
            <a:extLst>
              <a:ext uri="{FF2B5EF4-FFF2-40B4-BE49-F238E27FC236}">
                <a16:creationId xmlns:a16="http://schemas.microsoft.com/office/drawing/2014/main" id="{CD4A6530-36CB-8741-877A-E3CFEF4CF5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0E37B1-8133-BE4F-A4D3-59900E253160}"/>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147109158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E050274-2F14-ED44-B5C7-CE86ACB869C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00542F9-A55B-124C-AD5F-EF714541A89F}"/>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0C9E72-CD62-1A4C-95C7-9E07920E18C2}"/>
              </a:ext>
            </a:extLst>
          </p:cNvPr>
          <p:cNvSpPr>
            <a:spLocks noGrp="1"/>
          </p:cNvSpPr>
          <p:nvPr>
            <p:ph type="dt" sz="half" idx="10"/>
          </p:nvPr>
        </p:nvSpPr>
        <p:spPr/>
        <p:txBody>
          <a:bodyPr/>
          <a:lstStyle/>
          <a:p>
            <a:fld id="{174F34DE-F91B-CF4A-81E7-66A722908E95}" type="datetimeFigureOut">
              <a:rPr lang="en-US" smtClean="0"/>
              <a:t>5/21/2025</a:t>
            </a:fld>
            <a:endParaRPr lang="en-US"/>
          </a:p>
        </p:txBody>
      </p:sp>
      <p:sp>
        <p:nvSpPr>
          <p:cNvPr id="5" name="Footer Placeholder 4">
            <a:extLst>
              <a:ext uri="{FF2B5EF4-FFF2-40B4-BE49-F238E27FC236}">
                <a16:creationId xmlns:a16="http://schemas.microsoft.com/office/drawing/2014/main" id="{432EBF42-F98A-944B-8C5D-7AB61070C8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A5CBF3-CEFE-C244-B164-C67BF280DEAD}"/>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374487401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99CF2-FEF6-4884-93C8-66F225F8CA8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CA27E841-C4FD-4FF1-B5CE-C23BBF8BAF2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529F626F-0FD8-471F-B1A2-4AD1814BD785}"/>
              </a:ext>
            </a:extLst>
          </p:cNvPr>
          <p:cNvSpPr>
            <a:spLocks noGrp="1"/>
          </p:cNvSpPr>
          <p:nvPr>
            <p:ph type="dt" sz="half" idx="10"/>
          </p:nvPr>
        </p:nvSpPr>
        <p:spPr/>
        <p:txBody>
          <a:bodyPr/>
          <a:lstStyle/>
          <a:p>
            <a:fld id="{04C3C828-D965-4B22-85AA-AF24CD109DC9}" type="datetimeFigureOut">
              <a:rPr lang="en-IL" smtClean="0"/>
              <a:t>05/21/2025</a:t>
            </a:fld>
            <a:endParaRPr lang="en-IL"/>
          </a:p>
        </p:txBody>
      </p:sp>
      <p:sp>
        <p:nvSpPr>
          <p:cNvPr id="5" name="Footer Placeholder 4">
            <a:extLst>
              <a:ext uri="{FF2B5EF4-FFF2-40B4-BE49-F238E27FC236}">
                <a16:creationId xmlns:a16="http://schemas.microsoft.com/office/drawing/2014/main" id="{673202FC-3E7A-4509-8DDA-296BDCEB9E0B}"/>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BC88DB32-4651-4FF1-8118-B67BA5E0B474}"/>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09208103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A157B-F0B1-469E-A1A6-A566A2C7C274}"/>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15DA1B4C-1061-4980-BF45-9B235DFB0EA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EAE248F3-B46F-4709-BD02-549F38A6687E}"/>
              </a:ext>
            </a:extLst>
          </p:cNvPr>
          <p:cNvSpPr>
            <a:spLocks noGrp="1"/>
          </p:cNvSpPr>
          <p:nvPr>
            <p:ph type="dt" sz="half" idx="10"/>
          </p:nvPr>
        </p:nvSpPr>
        <p:spPr/>
        <p:txBody>
          <a:bodyPr/>
          <a:lstStyle/>
          <a:p>
            <a:fld id="{04C3C828-D965-4B22-85AA-AF24CD109DC9}" type="datetimeFigureOut">
              <a:rPr lang="en-IL" smtClean="0"/>
              <a:t>05/21/2025</a:t>
            </a:fld>
            <a:endParaRPr lang="en-IL"/>
          </a:p>
        </p:txBody>
      </p:sp>
      <p:sp>
        <p:nvSpPr>
          <p:cNvPr id="5" name="Footer Placeholder 4">
            <a:extLst>
              <a:ext uri="{FF2B5EF4-FFF2-40B4-BE49-F238E27FC236}">
                <a16:creationId xmlns:a16="http://schemas.microsoft.com/office/drawing/2014/main" id="{F1BA0E69-7D9A-4CEB-A98E-7E4CB3929C4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EA2E01A-DFE0-41AC-A8D1-D1BD1C79BAAA}"/>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51443038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9B632-E142-4AD2-8801-0F2B830B1C1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001C64EC-1599-48AD-84BE-1CD0F455F4D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D0A8002-3169-476D-880A-CAFD35DD1D06}"/>
              </a:ext>
            </a:extLst>
          </p:cNvPr>
          <p:cNvSpPr>
            <a:spLocks noGrp="1"/>
          </p:cNvSpPr>
          <p:nvPr>
            <p:ph type="dt" sz="half" idx="10"/>
          </p:nvPr>
        </p:nvSpPr>
        <p:spPr/>
        <p:txBody>
          <a:bodyPr/>
          <a:lstStyle/>
          <a:p>
            <a:fld id="{04C3C828-D965-4B22-85AA-AF24CD109DC9}" type="datetimeFigureOut">
              <a:rPr lang="en-IL" smtClean="0"/>
              <a:t>05/21/2025</a:t>
            </a:fld>
            <a:endParaRPr lang="en-IL"/>
          </a:p>
        </p:txBody>
      </p:sp>
      <p:sp>
        <p:nvSpPr>
          <p:cNvPr id="5" name="Footer Placeholder 4">
            <a:extLst>
              <a:ext uri="{FF2B5EF4-FFF2-40B4-BE49-F238E27FC236}">
                <a16:creationId xmlns:a16="http://schemas.microsoft.com/office/drawing/2014/main" id="{B3C97634-C145-41AB-BCB8-676B9F11EE4D}"/>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4FF95CA2-F133-45DA-86A8-931CD91F11A4}"/>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34750422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C7B1F-C30F-4EE1-80DE-DBBC31679109}"/>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CC4308DE-B05D-43F4-98DA-A6969522FC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7FBE28E0-6D63-48F2-834B-1E312B20D52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7302A9FA-2298-45FF-B737-DEBD5DE12E54}"/>
              </a:ext>
            </a:extLst>
          </p:cNvPr>
          <p:cNvSpPr>
            <a:spLocks noGrp="1"/>
          </p:cNvSpPr>
          <p:nvPr>
            <p:ph type="dt" sz="half" idx="10"/>
          </p:nvPr>
        </p:nvSpPr>
        <p:spPr/>
        <p:txBody>
          <a:bodyPr/>
          <a:lstStyle/>
          <a:p>
            <a:fld id="{04C3C828-D965-4B22-85AA-AF24CD109DC9}" type="datetimeFigureOut">
              <a:rPr lang="en-IL" smtClean="0"/>
              <a:t>05/21/2025</a:t>
            </a:fld>
            <a:endParaRPr lang="en-IL"/>
          </a:p>
        </p:txBody>
      </p:sp>
      <p:sp>
        <p:nvSpPr>
          <p:cNvPr id="6" name="Footer Placeholder 5">
            <a:extLst>
              <a:ext uri="{FF2B5EF4-FFF2-40B4-BE49-F238E27FC236}">
                <a16:creationId xmlns:a16="http://schemas.microsoft.com/office/drawing/2014/main" id="{D5241A74-D5D7-4632-8552-E5F753F86246}"/>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8B9EFADF-CFE9-4FF7-9703-F88186399E4B}"/>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53719559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E3A2F-D0D5-4522-85DD-B17179181C9B}"/>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F5F4B264-177E-4048-BE87-AE7838290A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E428566-E393-41F7-A1F4-106B2AA84D8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5597F394-1D76-462F-A7D6-F1EBE7991D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AE757361-AF4C-476A-BCB6-791948ADC16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8BE7CBAC-968E-42A6-94EF-EEF800C6BBD3}"/>
              </a:ext>
            </a:extLst>
          </p:cNvPr>
          <p:cNvSpPr>
            <a:spLocks noGrp="1"/>
          </p:cNvSpPr>
          <p:nvPr>
            <p:ph type="dt" sz="half" idx="10"/>
          </p:nvPr>
        </p:nvSpPr>
        <p:spPr/>
        <p:txBody>
          <a:bodyPr/>
          <a:lstStyle/>
          <a:p>
            <a:fld id="{04C3C828-D965-4B22-85AA-AF24CD109DC9}" type="datetimeFigureOut">
              <a:rPr lang="en-IL" smtClean="0"/>
              <a:t>05/21/2025</a:t>
            </a:fld>
            <a:endParaRPr lang="en-IL"/>
          </a:p>
        </p:txBody>
      </p:sp>
      <p:sp>
        <p:nvSpPr>
          <p:cNvPr id="8" name="Footer Placeholder 7">
            <a:extLst>
              <a:ext uri="{FF2B5EF4-FFF2-40B4-BE49-F238E27FC236}">
                <a16:creationId xmlns:a16="http://schemas.microsoft.com/office/drawing/2014/main" id="{2758A626-55D2-463E-AAEC-569D4B9CCBA4}"/>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D21E6598-8A49-4196-A24B-AD093A74F35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62887192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07402-AE6F-40E6-A490-C6B533420BDE}"/>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B409E7B1-10C3-47E5-991E-0A30BE89E94A}"/>
              </a:ext>
            </a:extLst>
          </p:cNvPr>
          <p:cNvSpPr>
            <a:spLocks noGrp="1"/>
          </p:cNvSpPr>
          <p:nvPr>
            <p:ph type="dt" sz="half" idx="10"/>
          </p:nvPr>
        </p:nvSpPr>
        <p:spPr/>
        <p:txBody>
          <a:bodyPr/>
          <a:lstStyle/>
          <a:p>
            <a:fld id="{04C3C828-D965-4B22-85AA-AF24CD109DC9}" type="datetimeFigureOut">
              <a:rPr lang="en-IL" smtClean="0"/>
              <a:t>05/21/2025</a:t>
            </a:fld>
            <a:endParaRPr lang="en-IL"/>
          </a:p>
        </p:txBody>
      </p:sp>
      <p:sp>
        <p:nvSpPr>
          <p:cNvPr id="4" name="Footer Placeholder 3">
            <a:extLst>
              <a:ext uri="{FF2B5EF4-FFF2-40B4-BE49-F238E27FC236}">
                <a16:creationId xmlns:a16="http://schemas.microsoft.com/office/drawing/2014/main" id="{3E2E2AF4-05BF-462F-82B3-8156C5166C14}"/>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AD87C240-D7C7-4798-A9A8-873C8A32438B}"/>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80008639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E467C9-466D-4974-A7C1-9E6F98524912}"/>
              </a:ext>
            </a:extLst>
          </p:cNvPr>
          <p:cNvSpPr>
            <a:spLocks noGrp="1"/>
          </p:cNvSpPr>
          <p:nvPr>
            <p:ph type="dt" sz="half" idx="10"/>
          </p:nvPr>
        </p:nvSpPr>
        <p:spPr/>
        <p:txBody>
          <a:bodyPr/>
          <a:lstStyle/>
          <a:p>
            <a:fld id="{04C3C828-D965-4B22-85AA-AF24CD109DC9}" type="datetimeFigureOut">
              <a:rPr lang="en-IL" smtClean="0"/>
              <a:t>05/21/2025</a:t>
            </a:fld>
            <a:endParaRPr lang="en-IL"/>
          </a:p>
        </p:txBody>
      </p:sp>
      <p:sp>
        <p:nvSpPr>
          <p:cNvPr id="3" name="Footer Placeholder 2">
            <a:extLst>
              <a:ext uri="{FF2B5EF4-FFF2-40B4-BE49-F238E27FC236}">
                <a16:creationId xmlns:a16="http://schemas.microsoft.com/office/drawing/2014/main" id="{6F491AED-FF97-467A-9C59-E08C094D89CB}"/>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FFBB29AE-E94E-4CB8-9292-0E54DF3BFF67}"/>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76226474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05CBB-2B55-4380-A219-C8823E2EC4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4A0E3ECE-61EA-455C-8AF7-73DA8CB1D0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E13FE761-5D1B-4F2F-8D7D-F65D579B99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64FE3B6-D29F-44E5-ACAC-3902BB946BE3}"/>
              </a:ext>
            </a:extLst>
          </p:cNvPr>
          <p:cNvSpPr>
            <a:spLocks noGrp="1"/>
          </p:cNvSpPr>
          <p:nvPr>
            <p:ph type="dt" sz="half" idx="10"/>
          </p:nvPr>
        </p:nvSpPr>
        <p:spPr/>
        <p:txBody>
          <a:bodyPr/>
          <a:lstStyle/>
          <a:p>
            <a:fld id="{04C3C828-D965-4B22-85AA-AF24CD109DC9}" type="datetimeFigureOut">
              <a:rPr lang="en-IL" smtClean="0"/>
              <a:t>05/21/2025</a:t>
            </a:fld>
            <a:endParaRPr lang="en-IL"/>
          </a:p>
        </p:txBody>
      </p:sp>
      <p:sp>
        <p:nvSpPr>
          <p:cNvPr id="6" name="Footer Placeholder 5">
            <a:extLst>
              <a:ext uri="{FF2B5EF4-FFF2-40B4-BE49-F238E27FC236}">
                <a16:creationId xmlns:a16="http://schemas.microsoft.com/office/drawing/2014/main" id="{7522D2EF-9EDB-4502-9E3A-0FF439D837C0}"/>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CD1CBD61-3498-4452-8B9E-BF1286670B13}"/>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66747069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F41B7-695C-44EB-87C2-E8BF68A39B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6D7FABCF-7DCA-46FD-B86E-85C2094239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35DCE2D2-9976-4EF9-81D3-3FEF21A0DC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201DECC-0B21-4C72-B8BC-0BAF59E88A2A}"/>
              </a:ext>
            </a:extLst>
          </p:cNvPr>
          <p:cNvSpPr>
            <a:spLocks noGrp="1"/>
          </p:cNvSpPr>
          <p:nvPr>
            <p:ph type="dt" sz="half" idx="10"/>
          </p:nvPr>
        </p:nvSpPr>
        <p:spPr/>
        <p:txBody>
          <a:bodyPr/>
          <a:lstStyle/>
          <a:p>
            <a:fld id="{04C3C828-D965-4B22-85AA-AF24CD109DC9}" type="datetimeFigureOut">
              <a:rPr lang="en-IL" smtClean="0"/>
              <a:t>05/21/2025</a:t>
            </a:fld>
            <a:endParaRPr lang="en-IL"/>
          </a:p>
        </p:txBody>
      </p:sp>
      <p:sp>
        <p:nvSpPr>
          <p:cNvPr id="6" name="Footer Placeholder 5">
            <a:extLst>
              <a:ext uri="{FF2B5EF4-FFF2-40B4-BE49-F238E27FC236}">
                <a16:creationId xmlns:a16="http://schemas.microsoft.com/office/drawing/2014/main" id="{D76E5287-1D16-4D95-B9C8-AE870CEB9137}"/>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00948362-DB3C-46E9-9C06-7849BA318C2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3379914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BB271-1F80-4357-B2D5-8DDA4869D5A5}"/>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72B5A0E6-144E-4B65-8DEF-96839D4D91B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6E57867C-9033-4B15-A0CF-A50B3B164324}"/>
              </a:ext>
            </a:extLst>
          </p:cNvPr>
          <p:cNvSpPr>
            <a:spLocks noGrp="1"/>
          </p:cNvSpPr>
          <p:nvPr>
            <p:ph type="dt" sz="half" idx="10"/>
          </p:nvPr>
        </p:nvSpPr>
        <p:spPr/>
        <p:txBody>
          <a:bodyPr/>
          <a:lstStyle/>
          <a:p>
            <a:fld id="{04C3C828-D965-4B22-85AA-AF24CD109DC9}" type="datetimeFigureOut">
              <a:rPr lang="en-IL" smtClean="0"/>
              <a:t>05/21/2025</a:t>
            </a:fld>
            <a:endParaRPr lang="en-IL"/>
          </a:p>
        </p:txBody>
      </p:sp>
      <p:sp>
        <p:nvSpPr>
          <p:cNvPr id="5" name="Footer Placeholder 4">
            <a:extLst>
              <a:ext uri="{FF2B5EF4-FFF2-40B4-BE49-F238E27FC236}">
                <a16:creationId xmlns:a16="http://schemas.microsoft.com/office/drawing/2014/main" id="{4DD80DC4-82B1-4E37-BA18-D3AC56738377}"/>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0D85E84C-8517-44AE-9B6A-25C446659E6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57357437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84C7B9-949D-49B1-9E84-5E134665E21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DA6F19A2-2188-418F-805F-804309C6E5E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4428A66D-F6EC-4A88-9983-D809BF714AF2}"/>
              </a:ext>
            </a:extLst>
          </p:cNvPr>
          <p:cNvSpPr>
            <a:spLocks noGrp="1"/>
          </p:cNvSpPr>
          <p:nvPr>
            <p:ph type="dt" sz="half" idx="10"/>
          </p:nvPr>
        </p:nvSpPr>
        <p:spPr/>
        <p:txBody>
          <a:bodyPr/>
          <a:lstStyle/>
          <a:p>
            <a:fld id="{04C3C828-D965-4B22-85AA-AF24CD109DC9}" type="datetimeFigureOut">
              <a:rPr lang="en-IL" smtClean="0"/>
              <a:t>05/21/2025</a:t>
            </a:fld>
            <a:endParaRPr lang="en-IL"/>
          </a:p>
        </p:txBody>
      </p:sp>
      <p:sp>
        <p:nvSpPr>
          <p:cNvPr id="5" name="Footer Placeholder 4">
            <a:extLst>
              <a:ext uri="{FF2B5EF4-FFF2-40B4-BE49-F238E27FC236}">
                <a16:creationId xmlns:a16="http://schemas.microsoft.com/office/drawing/2014/main" id="{095C6FCE-5E02-4FD1-9DDA-525E0E4A62F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2D5D6E4-8D20-4A65-8E01-D8857D56B232}"/>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52146981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88083957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שקופית כותרת">
    <p:spTree>
      <p:nvGrpSpPr>
        <p:cNvPr id="1" name=""/>
        <p:cNvGrpSpPr/>
        <p:nvPr/>
      </p:nvGrpSpPr>
      <p:grpSpPr>
        <a:xfrm>
          <a:off x="0" y="0"/>
          <a:ext cx="0" cy="0"/>
          <a:chOff x="0" y="0"/>
          <a:chExt cx="0" cy="0"/>
        </a:xfrm>
      </p:grpSpPr>
      <p:pic>
        <p:nvPicPr>
          <p:cNvPr id="2" name="Picture 3" descr="קובץ:Ministry of Labor, Social Affairs and Social Services ...">
            <a:extLst>
              <a:ext uri="{FF2B5EF4-FFF2-40B4-BE49-F238E27FC236}">
                <a16:creationId xmlns:a16="http://schemas.microsoft.com/office/drawing/2014/main" id="{A33C2765-E215-468E-A877-F2295A9F57E3}"/>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232795" y="147514"/>
            <a:ext cx="1450862" cy="3955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611856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32933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1364457571"/>
      </p:ext>
    </p:extLst>
  </p:cSld>
  <p:clrMapOvr>
    <a:masterClrMapping/>
  </p:clrMapOvr>
  <p:transition spd="slow">
    <p:wipe dir="r"/>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372363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65"/>
        <p:cNvGrpSpPr/>
        <p:nvPr/>
      </p:nvGrpSpPr>
      <p:grpSpPr>
        <a:xfrm>
          <a:off x="0" y="0"/>
          <a:ext cx="0" cy="0"/>
          <a:chOff x="0" y="0"/>
          <a:chExt cx="0" cy="0"/>
        </a:xfrm>
      </p:grpSpPr>
    </p:spTree>
    <p:extLst>
      <p:ext uri="{BB962C8B-B14F-4D97-AF65-F5344CB8AC3E}">
        <p14:creationId xmlns:p14="http://schemas.microsoft.com/office/powerpoint/2010/main" val="96517949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66"/>
        <p:cNvGrpSpPr/>
        <p:nvPr/>
      </p:nvGrpSpPr>
      <p:grpSpPr>
        <a:xfrm>
          <a:off x="0" y="0"/>
          <a:ext cx="0" cy="0"/>
          <a:chOff x="0" y="0"/>
          <a:chExt cx="0" cy="0"/>
        </a:xfrm>
      </p:grpSpPr>
    </p:spTree>
    <p:extLst>
      <p:ext uri="{BB962C8B-B14F-4D97-AF65-F5344CB8AC3E}">
        <p14:creationId xmlns:p14="http://schemas.microsoft.com/office/powerpoint/2010/main" val="267528575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720F032E-3D2E-4EB6-9134-3FA6387D73C0}"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כ"ג/אייר/תשפ"ה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090FB063-C135-403E-A493-4257375A91CE}"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48255806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720F032E-3D2E-4EB6-9134-3FA6387D73C0}"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כ"ג/אייר/תשפ"ה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090FB063-C135-403E-A493-4257375A91CE}"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323699135"/>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ערוך סגנונות טקסט של תבנית בסיס</a:t>
            </a:r>
          </a:p>
        </p:txBody>
      </p:sp>
      <p:sp>
        <p:nvSpPr>
          <p:cNvPr id="4" name="מציין מיקום של תאריך 3"/>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720F032E-3D2E-4EB6-9134-3FA6387D73C0}"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כ"ג/אייר/תשפ"ה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090FB063-C135-403E-A493-4257375A91CE}"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36534952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sz="half" idx="1"/>
          </p:nvPr>
        </p:nvSpPr>
        <p:spPr>
          <a:xfrm>
            <a:off x="838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תוכן 3"/>
          <p:cNvSpPr>
            <a:spLocks noGrp="1"/>
          </p:cNvSpPr>
          <p:nvPr>
            <p:ph sz="half" idx="2"/>
          </p:nvPr>
        </p:nvSpPr>
        <p:spPr>
          <a:xfrm>
            <a:off x="6172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של תאריך 4"/>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720F032E-3D2E-4EB6-9134-3FA6387D73C0}"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כ"ג/אייר/תשפ"ה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כותרת תחתונה 5"/>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7" name="מציין מיקום של מספר שקופית 6"/>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090FB063-C135-403E-A493-4257375A91CE}"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21166821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4" name="מציין מיקום תוכן 3"/>
          <p:cNvSpPr>
            <a:spLocks noGrp="1"/>
          </p:cNvSpPr>
          <p:nvPr>
            <p:ph sz="half" idx="2"/>
          </p:nvPr>
        </p:nvSpPr>
        <p:spPr>
          <a:xfrm>
            <a:off x="839788" y="2505075"/>
            <a:ext cx="5157787"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טקסט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6" name="מציין מיקום תוכן 5"/>
          <p:cNvSpPr>
            <a:spLocks noGrp="1"/>
          </p:cNvSpPr>
          <p:nvPr>
            <p:ph sz="quarter" idx="4"/>
          </p:nvPr>
        </p:nvSpPr>
        <p:spPr>
          <a:xfrm>
            <a:off x="6172200" y="2505075"/>
            <a:ext cx="5183188"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7" name="מציין מיקום של תאריך 6"/>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720F032E-3D2E-4EB6-9134-3FA6387D73C0}"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כ"ג/אייר/תשפ"ה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8" name="מציין מיקום של כותרת תחתונה 7"/>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9" name="מציין מיקום של מספר שקופית 8"/>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090FB063-C135-403E-A493-4257375A91CE}"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1774474337"/>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720F032E-3D2E-4EB6-9134-3FA6387D73C0}"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כ"ג/אייר/תשפ"ה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4" name="מציין מיקום של כותרת תחתונה 3"/>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מספר שקופית 4"/>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090FB063-C135-403E-A493-4257375A91CE}"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109615244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720F032E-3D2E-4EB6-9134-3FA6387D73C0}"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כ"ג/אייר/תשפ"ה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3" name="מציין מיקום של כותרת תחתונה 2"/>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4" name="מציין מיקום של מספר שקופית 3"/>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090FB063-C135-403E-A493-4257375A91CE}"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496330909"/>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720F032E-3D2E-4EB6-9134-3FA6387D73C0}"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כ"ג/אייר/תשפ"ה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כותרת תחתונה 5"/>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7" name="מציין מיקום של מספר שקופית 6"/>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090FB063-C135-403E-A493-4257375A91CE}"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12975883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720F032E-3D2E-4EB6-9134-3FA6387D73C0}"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כ"ג/אייר/תשפ"ה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כותרת תחתונה 5"/>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7" name="מציין מיקום של מספר שקופית 6"/>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090FB063-C135-403E-A493-4257375A91CE}"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85284781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720F032E-3D2E-4EB6-9134-3FA6387D73C0}"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כ"ג/אייר/תשפ"ה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090FB063-C135-403E-A493-4257375A91CE}"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908149314"/>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a:xfrm>
            <a:off x="838200" y="365125"/>
            <a:ext cx="7734300" cy="5811838"/>
          </a:xfrm>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720F032E-3D2E-4EB6-9134-3FA6387D73C0}"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כ"ג/אייר/תשפ"ה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090FB063-C135-403E-A493-4257375A91CE}"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632470539"/>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2278393"/>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A2B3D744-8BFC-49C4-921C-A4357DD28206}"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כ"ג/אייר/תשפ"ה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C4BCB286-1E5E-4B02-A0C5-06BDEC1E2FA1}"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4251692005"/>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A2B3D744-8BFC-49C4-921C-A4357DD28206}"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כ"ג/אייר/תשפ"ה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C4BCB286-1E5E-4B02-A0C5-06BDEC1E2FA1}"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36387514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ערוך סגנונות טקסט של תבנית בסיס</a:t>
            </a:r>
          </a:p>
        </p:txBody>
      </p:sp>
      <p:sp>
        <p:nvSpPr>
          <p:cNvPr id="4" name="מציין מיקום של תאריך 3"/>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A2B3D744-8BFC-49C4-921C-A4357DD28206}"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כ"ג/אייר/תשפ"ה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C4BCB286-1E5E-4B02-A0C5-06BDEC1E2FA1}"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72571843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sz="half" idx="1"/>
          </p:nvPr>
        </p:nvSpPr>
        <p:spPr>
          <a:xfrm>
            <a:off x="838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תוכן 3"/>
          <p:cNvSpPr>
            <a:spLocks noGrp="1"/>
          </p:cNvSpPr>
          <p:nvPr>
            <p:ph sz="half" idx="2"/>
          </p:nvPr>
        </p:nvSpPr>
        <p:spPr>
          <a:xfrm>
            <a:off x="6172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של תאריך 4"/>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A2B3D744-8BFC-49C4-921C-A4357DD28206}"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כ"ג/אייר/תשפ"ה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כותרת תחתונה 5"/>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7" name="מציין מיקום של מספר שקופית 6"/>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C4BCB286-1E5E-4B02-A0C5-06BDEC1E2FA1}"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574738710"/>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4" name="מציין מיקום תוכן 3"/>
          <p:cNvSpPr>
            <a:spLocks noGrp="1"/>
          </p:cNvSpPr>
          <p:nvPr>
            <p:ph sz="half" idx="2"/>
          </p:nvPr>
        </p:nvSpPr>
        <p:spPr>
          <a:xfrm>
            <a:off x="839788" y="2505075"/>
            <a:ext cx="5157787"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טקסט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6" name="מציין מיקום תוכן 5"/>
          <p:cNvSpPr>
            <a:spLocks noGrp="1"/>
          </p:cNvSpPr>
          <p:nvPr>
            <p:ph sz="quarter" idx="4"/>
          </p:nvPr>
        </p:nvSpPr>
        <p:spPr>
          <a:xfrm>
            <a:off x="6172200" y="2505075"/>
            <a:ext cx="5183188"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7" name="מציין מיקום של תאריך 6"/>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A2B3D744-8BFC-49C4-921C-A4357DD28206}"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כ"ג/אייר/תשפ"ה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8" name="מציין מיקום של כותרת תחתונה 7"/>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9" name="מציין מיקום של מספר שקופית 8"/>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C4BCB286-1E5E-4B02-A0C5-06BDEC1E2FA1}"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748562743"/>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A2B3D744-8BFC-49C4-921C-A4357DD28206}"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כ"ג/אייר/תשפ"ה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4" name="מציין מיקום של כותרת תחתונה 3"/>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מספר שקופית 4"/>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C4BCB286-1E5E-4B02-A0C5-06BDEC1E2FA1}"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552103546"/>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A2B3D744-8BFC-49C4-921C-A4357DD28206}"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כ"ג/אייר/תשפ"ה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3" name="מציין מיקום של כותרת תחתונה 2"/>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4" name="מציין מיקום של מספר שקופית 3"/>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C4BCB286-1E5E-4B02-A0C5-06BDEC1E2FA1}"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4052910921"/>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A2B3D744-8BFC-49C4-921C-A4357DD28206}"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כ"ג/אייר/תשפ"ה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כותרת תחתונה 5"/>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7" name="מציין מיקום של מספר שקופית 6"/>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C4BCB286-1E5E-4B02-A0C5-06BDEC1E2FA1}"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12910660"/>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A2B3D744-8BFC-49C4-921C-A4357DD28206}"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כ"ג/אייר/תשפ"ה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כותרת תחתונה 5"/>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7" name="מציין מיקום של מספר שקופית 6"/>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C4BCB286-1E5E-4B02-A0C5-06BDEC1E2FA1}"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861077706"/>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A2B3D744-8BFC-49C4-921C-A4357DD28206}"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כ"ג/אייר/תשפ"ה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C4BCB286-1E5E-4B02-A0C5-06BDEC1E2FA1}"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798624600"/>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a:xfrm>
            <a:off x="838200" y="365125"/>
            <a:ext cx="7734300" cy="5811838"/>
          </a:xfrm>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A2B3D744-8BFC-49C4-921C-A4357DD28206}"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כ"ג/אייר/תשפ"ה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C4BCB286-1E5E-4B02-A0C5-06BDEC1E2FA1}"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660747917"/>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36"/>
        <p:cNvGrpSpPr/>
        <p:nvPr/>
      </p:nvGrpSpPr>
      <p:grpSpPr>
        <a:xfrm>
          <a:off x="0" y="0"/>
          <a:ext cx="0" cy="0"/>
          <a:chOff x="0" y="0"/>
          <a:chExt cx="0" cy="0"/>
        </a:xfrm>
      </p:grpSpPr>
      <p:sp>
        <p:nvSpPr>
          <p:cNvPr id="43" name="Shape 43"/>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4" name="Shape 44"/>
          <p:cNvSpPr txBox="1">
            <a:spLocks noGrp="1"/>
          </p:cNvSpPr>
          <p:nvPr>
            <p:ph type="body" idx="1"/>
          </p:nvPr>
        </p:nvSpPr>
        <p:spPr>
          <a:xfrm>
            <a:off x="609600" y="1875925"/>
            <a:ext cx="7068400" cy="4215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5" name="Shape 45"/>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fld id="{00000000-1234-1234-1234-123412341234}" type="slidenum">
              <a:rPr kumimoji="0" lang="e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e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96338384"/>
      </p:ext>
    </p:extLst>
  </p:cSld>
  <p:clrMapOvr>
    <a:masterClrMapping/>
  </p:clrMapOvr>
  <p:transition spd="slow">
    <p:wipe dir="r"/>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userDrawn="1">
  <p:cSld name="1_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517603190"/>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fld id="{00000000-1234-1234-1234-123412341234}" type="slidenum">
              <a:rPr kumimoji="0" lang="e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e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38648410"/>
      </p:ext>
    </p:extLst>
  </p:cSld>
  <p:clrMapOvr>
    <a:masterClrMapping/>
  </p:clrMapOvr>
  <p:transition spd="slow">
    <p:wipe dir="r"/>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35DA31B5-B3D5-4445-9A1F-F5FD45097EC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19100" y="6476265"/>
            <a:ext cx="1051375" cy="231303"/>
          </a:xfrm>
          <a:prstGeom prst="rect">
            <a:avLst/>
          </a:prstGeom>
        </p:spPr>
      </p:pic>
      <p:pic>
        <p:nvPicPr>
          <p:cNvPr id="4" name="Picture 3" descr="A close-up of a puzzle&#10;&#10;Description automatically generated with low confidence">
            <a:extLst>
              <a:ext uri="{FF2B5EF4-FFF2-40B4-BE49-F238E27FC236}">
                <a16:creationId xmlns:a16="http://schemas.microsoft.com/office/drawing/2014/main" id="{CA03FEA0-7602-61DF-158B-FE49E7213223}"/>
              </a:ext>
            </a:extLst>
          </p:cNvPr>
          <p:cNvPicPr>
            <a:picLocks noChangeAspect="1"/>
          </p:cNvPicPr>
          <p:nvPr userDrawn="1"/>
        </p:nvPicPr>
        <p:blipFill>
          <a:blip r:embed="rId4">
            <a:lum bright="70000" contrast="-70000"/>
            <a:extLst>
              <a:ext uri="{28A0092B-C50C-407E-A947-70E740481C1C}">
                <a14:useLocalDpi xmlns:a14="http://schemas.microsoft.com/office/drawing/2010/main" val="0"/>
              </a:ext>
            </a:extLst>
          </a:blip>
          <a:stretch>
            <a:fillRect/>
          </a:stretch>
        </p:blipFill>
        <p:spPr>
          <a:xfrm>
            <a:off x="838200" y="0"/>
            <a:ext cx="9439024" cy="6858000"/>
          </a:xfrm>
          <a:prstGeom prst="rect">
            <a:avLst/>
          </a:prstGeom>
        </p:spPr>
      </p:pic>
    </p:spTree>
    <p:extLst>
      <p:ext uri="{BB962C8B-B14F-4D97-AF65-F5344CB8AC3E}">
        <p14:creationId xmlns:p14="http://schemas.microsoft.com/office/powerpoint/2010/main" val="2635545565"/>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cSld name="כותרת וטקסט">
    <p:spTree>
      <p:nvGrpSpPr>
        <p:cNvPr id="1" name=""/>
        <p:cNvGrpSpPr/>
        <p:nvPr/>
      </p:nvGrpSpPr>
      <p:grpSpPr>
        <a:xfrm>
          <a:off x="0" y="0"/>
          <a:ext cx="0" cy="0"/>
          <a:chOff x="0" y="0"/>
          <a:chExt cx="0" cy="0"/>
        </a:xfrm>
      </p:grpSpPr>
      <p:sp>
        <p:nvSpPr>
          <p:cNvPr id="14" name="Rectangle 8">
            <a:extLst>
              <a:ext uri="{FF2B5EF4-FFF2-40B4-BE49-F238E27FC236}">
                <a16:creationId xmlns:a16="http://schemas.microsoft.com/office/drawing/2014/main" id="{7BDC0554-B7CA-4519-A16F-BED0F3478D5E}"/>
              </a:ext>
            </a:extLst>
          </p:cNvPr>
          <p:cNvSpPr/>
          <p:nvPr/>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16" name="מלבן 15"/>
          <p:cNvSpPr/>
          <p:nvPr/>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pic>
        <p:nvPicPr>
          <p:cNvPr id="17" name="Picture 11">
            <a:extLst>
              <a:ext uri="{FF2B5EF4-FFF2-40B4-BE49-F238E27FC236}">
                <a16:creationId xmlns:a16="http://schemas.microsoft.com/office/drawing/2014/main" id="{0DBFB498-3E4F-4E94-826C-66872020B0A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19" name="Oval 10">
            <a:extLst>
              <a:ext uri="{FF2B5EF4-FFF2-40B4-BE49-F238E27FC236}">
                <a16:creationId xmlns:a16="http://schemas.microsoft.com/office/drawing/2014/main" id="{8EE77483-DAB6-4D01-B3AF-95B109F03143}"/>
              </a:ext>
            </a:extLst>
          </p:cNvPr>
          <p:cNvSpPr/>
          <p:nvPr/>
        </p:nvSpPr>
        <p:spPr>
          <a:xfrm>
            <a:off x="11437714" y="6233847"/>
            <a:ext cx="396000" cy="39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30" name="Slide Number Placeholder 5"/>
          <p:cNvSpPr txBox="1">
            <a:spLocks/>
          </p:cNvSpPr>
          <p:nvPr/>
        </p:nvSpPr>
        <p:spPr>
          <a:xfrm>
            <a:off x="11368976" y="6272886"/>
            <a:ext cx="533475" cy="365125"/>
          </a:xfrm>
          <a:prstGeom prst="rect">
            <a:avLst/>
          </a:prstGeom>
        </p:spPr>
        <p:txBody>
          <a:bodyPr/>
          <a:lstStyle>
            <a:defPPr>
              <a:defRPr lang="en-US"/>
            </a:defPPr>
            <a:lvl1pPr marL="0" algn="r" defTabSz="914400" rtl="1" eaLnBrk="1" latinLnBrk="0" hangingPunct="1">
              <a:defRPr sz="1600" kern="1200">
                <a:solidFill>
                  <a:srgbClr val="008DA8"/>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fld id="{4450A29C-FF3A-4789-B98E-12119F960C99}" type="slidenum">
              <a:rPr kumimoji="0" lang="en-US" sz="1400" b="0" i="0" u="none" strike="noStrike" kern="1200" cap="none" spc="0" normalizeH="0" baseline="0" noProof="0" smtClean="0">
                <a:ln>
                  <a:noFill/>
                </a:ln>
                <a:solidFill>
                  <a:srgbClr val="424F58"/>
                </a:solidFill>
                <a:effectLst/>
                <a:uLnTx/>
                <a:uFillTx/>
                <a:latin typeface="Calibri" panose="020F0502020204030204"/>
                <a:ea typeface="+mn-ea"/>
                <a:cs typeface="+mn-cs"/>
              </a:rPr>
              <a:pPr marL="0" marR="0" lvl="0" indent="0" algn="ctr" defTabSz="914400" rtl="1"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dirty="0">
              <a:ln>
                <a:noFill/>
              </a:ln>
              <a:solidFill>
                <a:srgbClr val="424F58"/>
              </a:solidFill>
              <a:effectLst/>
              <a:uLnTx/>
              <a:uFillTx/>
              <a:latin typeface="Calibri" panose="020F0502020204030204"/>
              <a:ea typeface="+mn-ea"/>
              <a:cs typeface="+mn-cs"/>
            </a:endParaRPr>
          </a:p>
        </p:txBody>
      </p:sp>
      <p:sp>
        <p:nvSpPr>
          <p:cNvPr id="22" name="Title 1"/>
          <p:cNvSpPr>
            <a:spLocks noGrp="1"/>
          </p:cNvSpPr>
          <p:nvPr>
            <p:ph type="title"/>
          </p:nvPr>
        </p:nvSpPr>
        <p:spPr>
          <a:xfrm>
            <a:off x="936168" y="458070"/>
            <a:ext cx="9385267" cy="1325563"/>
          </a:xfrm>
        </p:spPr>
        <p:txBody>
          <a:bodyPr>
            <a:normAutofit/>
          </a:bodyPr>
          <a:lstStyle>
            <a:lvl1pPr>
              <a:lnSpc>
                <a:spcPct val="80000"/>
              </a:lnSpc>
              <a:defRPr sz="4800">
                <a:solidFill>
                  <a:schemeClr val="accent3"/>
                </a:solidFill>
                <a:latin typeface="Calibri" panose="020F0502020204030204" pitchFamily="34" charset="0"/>
                <a:cs typeface="Calibri" panose="020F0502020204030204" pitchFamily="34" charset="0"/>
              </a:defRPr>
            </a:lvl1pPr>
          </a:lstStyle>
          <a:p>
            <a:r>
              <a:rPr lang="en-US"/>
              <a:t>Click to edit Master title style</a:t>
            </a:r>
            <a:endParaRPr lang="en-US" dirty="0"/>
          </a:p>
        </p:txBody>
      </p:sp>
      <p:sp>
        <p:nvSpPr>
          <p:cNvPr id="32" name="Content Placeholder 2"/>
          <p:cNvSpPr>
            <a:spLocks noGrp="1"/>
          </p:cNvSpPr>
          <p:nvPr>
            <p:ph sz="half" idx="1"/>
          </p:nvPr>
        </p:nvSpPr>
        <p:spPr>
          <a:xfrm>
            <a:off x="936168" y="1825625"/>
            <a:ext cx="9385267" cy="4351338"/>
          </a:xfrm>
        </p:spPr>
        <p:txBody>
          <a:bodyPr>
            <a:normAutofit/>
          </a:bodyPr>
          <a:lstStyle>
            <a:lvl1pPr marL="228600" indent="-228600">
              <a:lnSpc>
                <a:spcPct val="100000"/>
              </a:lnSpc>
              <a:buClr>
                <a:schemeClr val="accent3"/>
              </a:buClr>
              <a:buFontTx/>
              <a:buNone/>
              <a:defRPr sz="2800">
                <a:latin typeface="Calibri" panose="020F0502020204030204" pitchFamily="34" charset="0"/>
                <a:cs typeface="Calibri" panose="020F0502020204030204" pitchFamily="34" charset="0"/>
              </a:defRPr>
            </a:lvl1pPr>
            <a:lvl2pPr marL="685800" indent="-228600">
              <a:buClr>
                <a:schemeClr val="accent3"/>
              </a:buClr>
              <a:buFontTx/>
              <a:buNone/>
              <a:defRPr sz="2800">
                <a:latin typeface="Calibri" panose="020F0502020204030204" pitchFamily="34" charset="0"/>
                <a:cs typeface="Calibri" panose="020F0502020204030204" pitchFamily="34" charset="0"/>
              </a:defRPr>
            </a:lvl2pPr>
            <a:lvl3pPr marL="1143000" indent="-228600">
              <a:buClr>
                <a:schemeClr val="accent3"/>
              </a:buClr>
              <a:buFontTx/>
              <a:buNone/>
              <a:defRPr sz="2800">
                <a:latin typeface="Calibri" panose="020F0502020204030204" pitchFamily="34" charset="0"/>
                <a:cs typeface="Calibri" panose="020F0502020204030204" pitchFamily="34" charset="0"/>
              </a:defRPr>
            </a:lvl3pPr>
            <a:lvl4pPr marL="1600200" indent="-228600">
              <a:buClr>
                <a:schemeClr val="accent3"/>
              </a:buClr>
              <a:buFontTx/>
              <a:buNone/>
              <a:defRPr sz="2800">
                <a:latin typeface="Calibri" panose="020F0502020204030204" pitchFamily="34" charset="0"/>
                <a:cs typeface="Calibri" panose="020F0502020204030204" pitchFamily="34" charset="0"/>
              </a:defRPr>
            </a:lvl4pPr>
            <a:lvl5pPr marL="2057400" indent="-228600">
              <a:buClr>
                <a:schemeClr val="accent3"/>
              </a:buClr>
              <a:buFontTx/>
              <a:buNone/>
              <a:defRPr sz="2800">
                <a:latin typeface="Calibri" panose="020F0502020204030204" pitchFamily="34" charset="0"/>
                <a:cs typeface="Calibri" panose="020F0502020204030204" pitchFamily="34" charset="0"/>
              </a:defRPr>
            </a:lvl5pPr>
          </a:lstStyle>
          <a:p>
            <a:pPr lvl="0"/>
            <a:r>
              <a:rPr lang="en-US"/>
              <a:t>Click to edit Master text styles</a:t>
            </a:r>
          </a:p>
        </p:txBody>
      </p:sp>
      <p:sp>
        <p:nvSpPr>
          <p:cNvPr id="9" name="Rectangle 8">
            <a:extLst>
              <a:ext uri="{FF2B5EF4-FFF2-40B4-BE49-F238E27FC236}">
                <a16:creationId xmlns:a16="http://schemas.microsoft.com/office/drawing/2014/main" id="{2CBC173E-0F63-4469-837F-5F34A6BD1AC7}"/>
              </a:ext>
            </a:extLst>
          </p:cNvPr>
          <p:cNvSpPr/>
          <p:nvPr userDrawn="1"/>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10" name="מלבן 15">
            <a:extLst>
              <a:ext uri="{FF2B5EF4-FFF2-40B4-BE49-F238E27FC236}">
                <a16:creationId xmlns:a16="http://schemas.microsoft.com/office/drawing/2014/main" id="{E5BE7D73-436E-45C1-97BA-BC7AEC0FFA8C}"/>
              </a:ext>
            </a:extLst>
          </p:cNvPr>
          <p:cNvSpPr/>
          <p:nvPr userDrawn="1"/>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pic>
        <p:nvPicPr>
          <p:cNvPr id="11" name="Picture 11">
            <a:extLst>
              <a:ext uri="{FF2B5EF4-FFF2-40B4-BE49-F238E27FC236}">
                <a16:creationId xmlns:a16="http://schemas.microsoft.com/office/drawing/2014/main" id="{B1CA9B66-42F2-4FD4-BBB3-D3758DE17508}"/>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Tree>
    <p:extLst>
      <p:ext uri="{BB962C8B-B14F-4D97-AF65-F5344CB8AC3E}">
        <p14:creationId xmlns:p14="http://schemas.microsoft.com/office/powerpoint/2010/main" val="628820417"/>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cSld name="כותרת ובולטים">
    <p:spTree>
      <p:nvGrpSpPr>
        <p:cNvPr id="1" name=""/>
        <p:cNvGrpSpPr/>
        <p:nvPr/>
      </p:nvGrpSpPr>
      <p:grpSpPr>
        <a:xfrm>
          <a:off x="0" y="0"/>
          <a:ext cx="0" cy="0"/>
          <a:chOff x="0" y="0"/>
          <a:chExt cx="0" cy="0"/>
        </a:xfrm>
      </p:grpSpPr>
      <p:sp>
        <p:nvSpPr>
          <p:cNvPr id="14" name="Rectangle 8">
            <a:extLst>
              <a:ext uri="{FF2B5EF4-FFF2-40B4-BE49-F238E27FC236}">
                <a16:creationId xmlns:a16="http://schemas.microsoft.com/office/drawing/2014/main" id="{7BDC0554-B7CA-4519-A16F-BED0F3478D5E}"/>
              </a:ext>
            </a:extLst>
          </p:cNvPr>
          <p:cNvSpPr/>
          <p:nvPr/>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16" name="מלבן 15"/>
          <p:cNvSpPr/>
          <p:nvPr/>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pic>
        <p:nvPicPr>
          <p:cNvPr id="17" name="Picture 11">
            <a:extLst>
              <a:ext uri="{FF2B5EF4-FFF2-40B4-BE49-F238E27FC236}">
                <a16:creationId xmlns:a16="http://schemas.microsoft.com/office/drawing/2014/main" id="{0DBFB498-3E4F-4E94-826C-66872020B0A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19" name="Oval 10">
            <a:extLst>
              <a:ext uri="{FF2B5EF4-FFF2-40B4-BE49-F238E27FC236}">
                <a16:creationId xmlns:a16="http://schemas.microsoft.com/office/drawing/2014/main" id="{8EE77483-DAB6-4D01-B3AF-95B109F03143}"/>
              </a:ext>
            </a:extLst>
          </p:cNvPr>
          <p:cNvSpPr/>
          <p:nvPr/>
        </p:nvSpPr>
        <p:spPr>
          <a:xfrm>
            <a:off x="11437714" y="6233847"/>
            <a:ext cx="396000" cy="39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30" name="Slide Number Placeholder 5"/>
          <p:cNvSpPr txBox="1">
            <a:spLocks/>
          </p:cNvSpPr>
          <p:nvPr/>
        </p:nvSpPr>
        <p:spPr>
          <a:xfrm>
            <a:off x="11368976" y="6272886"/>
            <a:ext cx="533475" cy="365125"/>
          </a:xfrm>
          <a:prstGeom prst="rect">
            <a:avLst/>
          </a:prstGeom>
        </p:spPr>
        <p:txBody>
          <a:bodyPr/>
          <a:lstStyle>
            <a:defPPr>
              <a:defRPr lang="en-US"/>
            </a:defPPr>
            <a:lvl1pPr marL="0" algn="r" defTabSz="914400" rtl="1" eaLnBrk="1" latinLnBrk="0" hangingPunct="1">
              <a:defRPr sz="1600" kern="1200">
                <a:solidFill>
                  <a:srgbClr val="008DA8"/>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fld id="{4450A29C-FF3A-4789-B98E-12119F960C99}" type="slidenum">
              <a:rPr kumimoji="0" lang="en-US" sz="1400" b="0" i="0" u="none" strike="noStrike" kern="1200" cap="none" spc="0" normalizeH="0" baseline="0" noProof="0" smtClean="0">
                <a:ln>
                  <a:noFill/>
                </a:ln>
                <a:solidFill>
                  <a:srgbClr val="424F58"/>
                </a:solidFill>
                <a:effectLst/>
                <a:uLnTx/>
                <a:uFillTx/>
                <a:latin typeface="Calibri" panose="020F0502020204030204"/>
                <a:ea typeface="+mn-ea"/>
                <a:cs typeface="+mn-cs"/>
              </a:rPr>
              <a:pPr marL="0" marR="0" lvl="0" indent="0" algn="ctr" defTabSz="914400" rtl="1"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dirty="0">
              <a:ln>
                <a:noFill/>
              </a:ln>
              <a:solidFill>
                <a:srgbClr val="424F58"/>
              </a:solidFill>
              <a:effectLst/>
              <a:uLnTx/>
              <a:uFillTx/>
              <a:latin typeface="Calibri" panose="020F0502020204030204"/>
              <a:ea typeface="+mn-ea"/>
              <a:cs typeface="+mn-cs"/>
            </a:endParaRPr>
          </a:p>
        </p:txBody>
      </p:sp>
      <p:sp>
        <p:nvSpPr>
          <p:cNvPr id="11" name="Content Placeholder 3">
            <a:extLst>
              <a:ext uri="{FF2B5EF4-FFF2-40B4-BE49-F238E27FC236}">
                <a16:creationId xmlns:a16="http://schemas.microsoft.com/office/drawing/2014/main" id="{AC80F81E-ED1F-4F58-8295-592BD3D96A87}"/>
              </a:ext>
            </a:extLst>
          </p:cNvPr>
          <p:cNvSpPr>
            <a:spLocks noGrp="1"/>
          </p:cNvSpPr>
          <p:nvPr>
            <p:ph sz="half" idx="2"/>
          </p:nvPr>
        </p:nvSpPr>
        <p:spPr>
          <a:xfrm>
            <a:off x="936168" y="1822042"/>
            <a:ext cx="9385267" cy="4351719"/>
          </a:xfrm>
        </p:spPr>
        <p:txBody>
          <a:bodyPr tIns="46800"/>
          <a:lstStyle>
            <a:lvl1pPr indent="-288000">
              <a:lnSpc>
                <a:spcPts val="3360"/>
              </a:lnSpc>
              <a:defRPr sz="2800"/>
            </a:lvl1pPr>
            <a:lvl2pPr indent="-288000">
              <a:lnSpc>
                <a:spcPts val="3360"/>
              </a:lnSpc>
              <a:defRPr sz="2800"/>
            </a:lvl2pPr>
            <a:lvl3pPr indent="-288000">
              <a:lnSpc>
                <a:spcPts val="3360"/>
              </a:lnSpc>
              <a:defRPr sz="2800"/>
            </a:lvl3pPr>
            <a:lvl4pPr indent="-288000">
              <a:lnSpc>
                <a:spcPts val="3360"/>
              </a:lnSpc>
              <a:defRPr sz="2800"/>
            </a:lvl4pPr>
            <a:lvl5pPr indent="-288000">
              <a:lnSpc>
                <a:spcPts val="3360"/>
              </a:lnSpc>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dirty="0"/>
          </a:p>
        </p:txBody>
      </p:sp>
      <p:sp>
        <p:nvSpPr>
          <p:cNvPr id="9" name="Title 1">
            <a:extLst>
              <a:ext uri="{FF2B5EF4-FFF2-40B4-BE49-F238E27FC236}">
                <a16:creationId xmlns:a16="http://schemas.microsoft.com/office/drawing/2014/main" id="{E5723FDA-9090-43BA-A02E-EEE812C5A940}"/>
              </a:ext>
            </a:extLst>
          </p:cNvPr>
          <p:cNvSpPr>
            <a:spLocks noGrp="1"/>
          </p:cNvSpPr>
          <p:nvPr>
            <p:ph type="title"/>
          </p:nvPr>
        </p:nvSpPr>
        <p:spPr>
          <a:xfrm>
            <a:off x="936168" y="458070"/>
            <a:ext cx="9385267" cy="1325563"/>
          </a:xfrm>
        </p:spPr>
        <p:txBody>
          <a:bodyPr>
            <a:normAutofit/>
          </a:bodyPr>
          <a:lstStyle>
            <a:lvl1pPr>
              <a:lnSpc>
                <a:spcPct val="80000"/>
              </a:lnSpc>
              <a:defRPr sz="4800">
                <a:solidFill>
                  <a:schemeClr val="accent3"/>
                </a:solidFill>
                <a:latin typeface="Calibri" panose="020F0502020204030204" pitchFamily="34" charset="0"/>
                <a:cs typeface="Calibri" panose="020F0502020204030204" pitchFamily="34" charset="0"/>
              </a:defRPr>
            </a:lvl1pPr>
          </a:lstStyle>
          <a:p>
            <a:r>
              <a:rPr lang="en-US"/>
              <a:t>Click to edit Master title style</a:t>
            </a:r>
            <a:endParaRPr lang="en-US" dirty="0"/>
          </a:p>
        </p:txBody>
      </p:sp>
      <p:sp>
        <p:nvSpPr>
          <p:cNvPr id="10" name="Rectangle 8">
            <a:extLst>
              <a:ext uri="{FF2B5EF4-FFF2-40B4-BE49-F238E27FC236}">
                <a16:creationId xmlns:a16="http://schemas.microsoft.com/office/drawing/2014/main" id="{5ECCBBA4-F101-45CC-90B4-2DEC09A077F4}"/>
              </a:ext>
            </a:extLst>
          </p:cNvPr>
          <p:cNvSpPr/>
          <p:nvPr userDrawn="1"/>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12" name="מלבן 15">
            <a:extLst>
              <a:ext uri="{FF2B5EF4-FFF2-40B4-BE49-F238E27FC236}">
                <a16:creationId xmlns:a16="http://schemas.microsoft.com/office/drawing/2014/main" id="{44723ADD-CBC9-4266-9683-A0ADEEA876B1}"/>
              </a:ext>
            </a:extLst>
          </p:cNvPr>
          <p:cNvSpPr/>
          <p:nvPr userDrawn="1"/>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pic>
        <p:nvPicPr>
          <p:cNvPr id="13" name="Picture 11">
            <a:extLst>
              <a:ext uri="{FF2B5EF4-FFF2-40B4-BE49-F238E27FC236}">
                <a16:creationId xmlns:a16="http://schemas.microsoft.com/office/drawing/2014/main" id="{A4F01CE3-C69C-41F1-A76F-DBD345340795}"/>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Tree>
    <p:extLst>
      <p:ext uri="{BB962C8B-B14F-4D97-AF65-F5344CB8AC3E}">
        <p14:creationId xmlns:p14="http://schemas.microsoft.com/office/powerpoint/2010/main" val="1457716885"/>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6980541"/>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userDrawn="1">
  <p:cSld name="End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868782003"/>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שקופית כותרת">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6983124"/>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944804"/>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36"/>
        <p:cNvGrpSpPr/>
        <p:nvPr/>
      </p:nvGrpSpPr>
      <p:grpSpPr>
        <a:xfrm>
          <a:off x="0" y="0"/>
          <a:ext cx="0" cy="0"/>
          <a:chOff x="0" y="0"/>
          <a:chExt cx="0" cy="0"/>
        </a:xfrm>
      </p:grpSpPr>
      <p:sp>
        <p:nvSpPr>
          <p:cNvPr id="43" name="Shape 43"/>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4" name="Shape 44"/>
          <p:cNvSpPr txBox="1">
            <a:spLocks noGrp="1"/>
          </p:cNvSpPr>
          <p:nvPr>
            <p:ph type="body" idx="1"/>
          </p:nvPr>
        </p:nvSpPr>
        <p:spPr>
          <a:xfrm>
            <a:off x="609600" y="1875925"/>
            <a:ext cx="7068400" cy="4215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5" name="Shape 45"/>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fld id="{00000000-1234-1234-1234-123412341234}" type="slidenum">
              <a:rPr kumimoji="0" lang="en"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1" eaLnBrk="1" fontAlgn="auto" latinLnBrk="0" hangingPunct="1">
                <a:lnSpc>
                  <a:spcPct val="100000"/>
                </a:lnSpc>
                <a:spcBef>
                  <a:spcPts val="0"/>
                </a:spcBef>
                <a:spcAft>
                  <a:spcPts val="0"/>
                </a:spcAft>
                <a:buClrTx/>
                <a:buSzTx/>
                <a:buFontTx/>
                <a:buNone/>
                <a:tabLst/>
                <a:defRPr/>
              </a:pPr>
              <a:t>‹#›</a:t>
            </a:fld>
            <a:endParaRPr kumimoji="0" lang="e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47328881"/>
      </p:ext>
    </p:extLst>
  </p:cSld>
  <p:clrMapOvr>
    <a:masterClrMapping/>
  </p:clrMapOvr>
  <p:transition spd="slow">
    <p:wipe dir="r"/>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obj">
  <p:cSld name="1_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50A7289E-A01B-4831-8F11-C8CCC0732A3D}" type="datetimeFigureOut">
              <a:rPr kumimoji="0" lang="he-IL" sz="18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כ"ג/אייר/תשפ"ה</a:t>
            </a:fld>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1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0BF2A8D9-E848-4F9E-A3AB-56F701107823}" type="slidenum">
              <a:rPr kumimoji="0" lang="he-IL" sz="18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a:t>
            </a:fld>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86151393"/>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fld id="{00000000-1234-1234-1234-123412341234}" type="slidenum">
              <a:rPr kumimoji="0" lang="en"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1" eaLnBrk="1" fontAlgn="auto" latinLnBrk="0" hangingPunct="1">
                <a:lnSpc>
                  <a:spcPct val="100000"/>
                </a:lnSpc>
                <a:spcBef>
                  <a:spcPts val="0"/>
                </a:spcBef>
                <a:spcAft>
                  <a:spcPts val="0"/>
                </a:spcAft>
                <a:buClrTx/>
                <a:buSzTx/>
                <a:buFontTx/>
                <a:buNone/>
                <a:tabLst/>
                <a:defRPr/>
              </a:pPr>
              <a:t>‹#›</a:t>
            </a:fld>
            <a:endParaRPr kumimoji="0" lang="e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47192075"/>
      </p:ext>
    </p:extLst>
  </p:cSld>
  <p:clrMapOvr>
    <a:masterClrMapping/>
  </p:clrMapOvr>
  <p:transition spd="slow">
    <p:wipe dir="r"/>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blank">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50A7289E-A01B-4831-8F11-C8CCC0732A3D}" type="datetimeFigureOut">
              <a:rPr kumimoji="0" lang="he-IL" sz="18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כ"ג/אייר/תשפ"ה</a:t>
            </a:fld>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3" name="מציין מיקום של כותרת תחתונה 2"/>
          <p:cNvSpPr>
            <a:spLocks noGrp="1"/>
          </p:cNvSpPr>
          <p:nvPr>
            <p:ph type="ftr" sz="quarter" idx="1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4" name="מציין מיקום של מספר שקופית 3"/>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0BF2A8D9-E848-4F9E-A3AB-56F701107823}" type="slidenum">
              <a:rPr kumimoji="0" lang="he-IL" sz="18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a:t>
            </a:fld>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541986176"/>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4708465"/>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3078346"/>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titleOnly">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50A7289E-A01B-4831-8F11-C8CCC0732A3D}" type="datetimeFigureOut">
              <a:rPr kumimoji="0" lang="he-IL" sz="18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כ"ג/אייר/תשפ"ה</a:t>
            </a:fld>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4" name="מציין מיקום של כותרת תחתונה 3"/>
          <p:cNvSpPr>
            <a:spLocks noGrp="1"/>
          </p:cNvSpPr>
          <p:nvPr>
            <p:ph type="ftr" sz="quarter" idx="1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5" name="מציין מיקום של מספר שקופית 4"/>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0BF2A8D9-E848-4F9E-A3AB-56F701107823}" type="slidenum">
              <a:rPr kumimoji="0" lang="he-IL" sz="18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a:t>
            </a:fld>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580492228"/>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2234548"/>
      </p:ext>
    </p:extLst>
  </p:cSld>
  <p:clrMapOvr>
    <a:masterClrMapping/>
  </p:clrMapOvr>
  <p:transition>
    <p:fade/>
  </p:transition>
  <p:hf hdr="0" dt="0"/>
</p:sldLayout>
</file>

<file path=ppt/slideLayouts/slideLayout110.xml><?xml version="1.0" encoding="utf-8"?>
<p:sldLayout xmlns:a="http://schemas.openxmlformats.org/drawingml/2006/main" xmlns:r="http://schemas.openxmlformats.org/officeDocument/2006/relationships" xmlns:p="http://schemas.openxmlformats.org/presentationml/2006/main" type="title">
  <p:cSld name="1_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A2B3D744-8BFC-49C4-921C-A4357DD28206}" type="datetimeFigureOut">
              <a:rPr kumimoji="0" lang="he-IL" sz="18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כ"ג/אייר/תשפ"ה</a:t>
            </a:fld>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1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C4BCB286-1E5E-4B02-A0C5-06BDEC1E2FA1}" type="slidenum">
              <a:rPr kumimoji="0" lang="he-IL" sz="18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a:t>
            </a:fld>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686803319"/>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userDrawn="1">
  <p:cSld name="white simp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18F36642-002E-4C98-915B-826072CB88D7}" type="slidenum">
              <a:rPr kumimoji="0" lang="he-IL" sz="18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a:t>
            </a:fld>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cxnSp>
        <p:nvCxnSpPr>
          <p:cNvPr id="10" name="Straight Connector 9"/>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65217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theme" Target="../theme/theme2.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7.xml"/><Relationship Id="rId3" Type="http://schemas.openxmlformats.org/officeDocument/2006/relationships/slideLayout" Target="../slideLayouts/slideLayout32.xml"/><Relationship Id="rId7" Type="http://schemas.openxmlformats.org/officeDocument/2006/relationships/slideLayout" Target="../slideLayouts/slideLayout36.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theme" Target="../theme/theme3.xml"/><Relationship Id="rId5" Type="http://schemas.openxmlformats.org/officeDocument/2006/relationships/slideLayout" Target="../slideLayouts/slideLayout3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7.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theme" Target="../theme/theme4.xml"/><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slideLayout" Target="../slideLayouts/slideLayout63.xml"/><Relationship Id="rId18" Type="http://schemas.openxmlformats.org/officeDocument/2006/relationships/slideLayout" Target="../slideLayouts/slideLayout68.xml"/><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slideLayout" Target="../slideLayouts/slideLayout62.xml"/><Relationship Id="rId17" Type="http://schemas.openxmlformats.org/officeDocument/2006/relationships/slideLayout" Target="../slideLayouts/slideLayout67.xml"/><Relationship Id="rId2" Type="http://schemas.openxmlformats.org/officeDocument/2006/relationships/slideLayout" Target="../slideLayouts/slideLayout52.xml"/><Relationship Id="rId16" Type="http://schemas.openxmlformats.org/officeDocument/2006/relationships/slideLayout" Target="../slideLayouts/slideLayout66.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5" Type="http://schemas.openxmlformats.org/officeDocument/2006/relationships/slideLayout" Target="../slideLayouts/slideLayout65.xml"/><Relationship Id="rId10" Type="http://schemas.openxmlformats.org/officeDocument/2006/relationships/slideLayout" Target="../slideLayouts/slideLayout60.xml"/><Relationship Id="rId19" Type="http://schemas.openxmlformats.org/officeDocument/2006/relationships/theme" Target="../theme/theme5.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slideLayout" Target="../slideLayouts/slideLayout64.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6.xml"/><Relationship Id="rId13" Type="http://schemas.openxmlformats.org/officeDocument/2006/relationships/theme" Target="../theme/theme6.xml"/><Relationship Id="rId3" Type="http://schemas.openxmlformats.org/officeDocument/2006/relationships/slideLayout" Target="../slideLayouts/slideLayout71.xml"/><Relationship Id="rId7" Type="http://schemas.openxmlformats.org/officeDocument/2006/relationships/slideLayout" Target="../slideLayouts/slideLayout75.xml"/><Relationship Id="rId12" Type="http://schemas.openxmlformats.org/officeDocument/2006/relationships/slideLayout" Target="../slideLayouts/slideLayout80.xml"/><Relationship Id="rId2" Type="http://schemas.openxmlformats.org/officeDocument/2006/relationships/slideLayout" Target="../slideLayouts/slideLayout70.xml"/><Relationship Id="rId1" Type="http://schemas.openxmlformats.org/officeDocument/2006/relationships/slideLayout" Target="../slideLayouts/slideLayout69.xml"/><Relationship Id="rId6" Type="http://schemas.openxmlformats.org/officeDocument/2006/relationships/slideLayout" Target="../slideLayouts/slideLayout74.xml"/><Relationship Id="rId11" Type="http://schemas.openxmlformats.org/officeDocument/2006/relationships/slideLayout" Target="../slideLayouts/slideLayout79.xml"/><Relationship Id="rId5" Type="http://schemas.openxmlformats.org/officeDocument/2006/relationships/slideLayout" Target="../slideLayouts/slideLayout73.xml"/><Relationship Id="rId10" Type="http://schemas.openxmlformats.org/officeDocument/2006/relationships/slideLayout" Target="../slideLayouts/slideLayout78.xml"/><Relationship Id="rId4" Type="http://schemas.openxmlformats.org/officeDocument/2006/relationships/slideLayout" Target="../slideLayouts/slideLayout72.xml"/><Relationship Id="rId9" Type="http://schemas.openxmlformats.org/officeDocument/2006/relationships/slideLayout" Target="../slideLayouts/slideLayout77.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8.xml"/><Relationship Id="rId13" Type="http://schemas.openxmlformats.org/officeDocument/2006/relationships/slideLayout" Target="../slideLayouts/slideLayout93.xml"/><Relationship Id="rId18" Type="http://schemas.openxmlformats.org/officeDocument/2006/relationships/slideLayout" Target="../slideLayouts/slideLayout98.xml"/><Relationship Id="rId3" Type="http://schemas.openxmlformats.org/officeDocument/2006/relationships/slideLayout" Target="../slideLayouts/slideLayout83.xml"/><Relationship Id="rId7" Type="http://schemas.openxmlformats.org/officeDocument/2006/relationships/slideLayout" Target="../slideLayouts/slideLayout87.xml"/><Relationship Id="rId12" Type="http://schemas.openxmlformats.org/officeDocument/2006/relationships/slideLayout" Target="../slideLayouts/slideLayout92.xml"/><Relationship Id="rId17" Type="http://schemas.openxmlformats.org/officeDocument/2006/relationships/slideLayout" Target="../slideLayouts/slideLayout97.xml"/><Relationship Id="rId2" Type="http://schemas.openxmlformats.org/officeDocument/2006/relationships/slideLayout" Target="../slideLayouts/slideLayout82.xml"/><Relationship Id="rId16" Type="http://schemas.openxmlformats.org/officeDocument/2006/relationships/slideLayout" Target="../slideLayouts/slideLayout96.xml"/><Relationship Id="rId20" Type="http://schemas.openxmlformats.org/officeDocument/2006/relationships/theme" Target="../theme/theme7.xml"/><Relationship Id="rId1" Type="http://schemas.openxmlformats.org/officeDocument/2006/relationships/slideLayout" Target="../slideLayouts/slideLayout81.xml"/><Relationship Id="rId6" Type="http://schemas.openxmlformats.org/officeDocument/2006/relationships/slideLayout" Target="../slideLayouts/slideLayout86.xml"/><Relationship Id="rId11" Type="http://schemas.openxmlformats.org/officeDocument/2006/relationships/slideLayout" Target="../slideLayouts/slideLayout91.xml"/><Relationship Id="rId5" Type="http://schemas.openxmlformats.org/officeDocument/2006/relationships/slideLayout" Target="../slideLayouts/slideLayout85.xml"/><Relationship Id="rId15" Type="http://schemas.openxmlformats.org/officeDocument/2006/relationships/slideLayout" Target="../slideLayouts/slideLayout95.xml"/><Relationship Id="rId10" Type="http://schemas.openxmlformats.org/officeDocument/2006/relationships/slideLayout" Target="../slideLayouts/slideLayout90.xml"/><Relationship Id="rId19" Type="http://schemas.openxmlformats.org/officeDocument/2006/relationships/slideLayout" Target="../slideLayouts/slideLayout99.xml"/><Relationship Id="rId4" Type="http://schemas.openxmlformats.org/officeDocument/2006/relationships/slideLayout" Target="../slideLayouts/slideLayout84.xml"/><Relationship Id="rId9" Type="http://schemas.openxmlformats.org/officeDocument/2006/relationships/slideLayout" Target="../slideLayouts/slideLayout89.xml"/><Relationship Id="rId14" Type="http://schemas.openxmlformats.org/officeDocument/2006/relationships/slideLayout" Target="../slideLayouts/slideLayout94.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07.xml"/><Relationship Id="rId13" Type="http://schemas.openxmlformats.org/officeDocument/2006/relationships/theme" Target="../theme/theme8.xml"/><Relationship Id="rId3" Type="http://schemas.openxmlformats.org/officeDocument/2006/relationships/slideLayout" Target="../slideLayouts/slideLayout102.xml"/><Relationship Id="rId7" Type="http://schemas.openxmlformats.org/officeDocument/2006/relationships/slideLayout" Target="../slideLayouts/slideLayout106.xml"/><Relationship Id="rId12" Type="http://schemas.openxmlformats.org/officeDocument/2006/relationships/slideLayout" Target="../slideLayouts/slideLayout111.xml"/><Relationship Id="rId2" Type="http://schemas.openxmlformats.org/officeDocument/2006/relationships/slideLayout" Target="../slideLayouts/slideLayout101.xml"/><Relationship Id="rId1" Type="http://schemas.openxmlformats.org/officeDocument/2006/relationships/slideLayout" Target="../slideLayouts/slideLayout100.xml"/><Relationship Id="rId6" Type="http://schemas.openxmlformats.org/officeDocument/2006/relationships/slideLayout" Target="../slideLayouts/slideLayout105.xml"/><Relationship Id="rId11" Type="http://schemas.openxmlformats.org/officeDocument/2006/relationships/slideLayout" Target="../slideLayouts/slideLayout110.xml"/><Relationship Id="rId5" Type="http://schemas.openxmlformats.org/officeDocument/2006/relationships/slideLayout" Target="../slideLayouts/slideLayout104.xml"/><Relationship Id="rId10" Type="http://schemas.openxmlformats.org/officeDocument/2006/relationships/slideLayout" Target="../slideLayouts/slideLayout109.xml"/><Relationship Id="rId4" Type="http://schemas.openxmlformats.org/officeDocument/2006/relationships/slideLayout" Target="../slideLayouts/slideLayout103.xml"/><Relationship Id="rId9" Type="http://schemas.openxmlformats.org/officeDocument/2006/relationships/slideLayout" Target="../slideLayouts/slideLayout10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1"/>
            </a:gs>
            <a:gs pos="50000">
              <a:schemeClr val="tx2">
                <a:lumMod val="10000"/>
                <a:lumOff val="90000"/>
              </a:schemeClr>
            </a:gs>
            <a:gs pos="100000">
              <a:schemeClr val="bg2">
                <a:lumMod val="63000"/>
                <a:lumOff val="37000"/>
              </a:schemeClr>
            </a:gs>
          </a:gsLst>
          <a:lin ang="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35CCE8-6F74-484F-9997-F624AF11DB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L" dirty="0"/>
          </a:p>
        </p:txBody>
      </p:sp>
      <p:sp>
        <p:nvSpPr>
          <p:cNvPr id="3" name="Text Placeholder 2">
            <a:extLst>
              <a:ext uri="{FF2B5EF4-FFF2-40B4-BE49-F238E27FC236}">
                <a16:creationId xmlns:a16="http://schemas.microsoft.com/office/drawing/2014/main" id="{B902716A-3F96-417D-BD90-4BF827F0B3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L" dirty="0"/>
          </a:p>
        </p:txBody>
      </p:sp>
      <p:sp>
        <p:nvSpPr>
          <p:cNvPr id="4" name="Date Placeholder 3">
            <a:extLst>
              <a:ext uri="{FF2B5EF4-FFF2-40B4-BE49-F238E27FC236}">
                <a16:creationId xmlns:a16="http://schemas.microsoft.com/office/drawing/2014/main" id="{55F900DF-B938-4C8C-984E-73C86064A3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ssistant" pitchFamily="2" charset="-79"/>
                <a:cs typeface="Assistant" pitchFamily="2" charset="-79"/>
              </a:defRPr>
            </a:lvl1pPr>
          </a:lstStyle>
          <a:p>
            <a:fld id="{04C3C828-D965-4B22-85AA-AF24CD109DC9}" type="datetimeFigureOut">
              <a:rPr lang="en-IL" smtClean="0"/>
              <a:pPr/>
              <a:t>05/21/2025</a:t>
            </a:fld>
            <a:endParaRPr lang="en-IL" dirty="0"/>
          </a:p>
        </p:txBody>
      </p:sp>
      <p:sp>
        <p:nvSpPr>
          <p:cNvPr id="5" name="Footer Placeholder 4">
            <a:extLst>
              <a:ext uri="{FF2B5EF4-FFF2-40B4-BE49-F238E27FC236}">
                <a16:creationId xmlns:a16="http://schemas.microsoft.com/office/drawing/2014/main" id="{E23C7C5F-C920-4783-A0E6-CACCA99FC2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ssistant" pitchFamily="2" charset="-79"/>
                <a:cs typeface="Assistant" pitchFamily="2" charset="-79"/>
              </a:defRPr>
            </a:lvl1pPr>
          </a:lstStyle>
          <a:p>
            <a:endParaRPr lang="en-IL" dirty="0"/>
          </a:p>
        </p:txBody>
      </p:sp>
      <p:sp>
        <p:nvSpPr>
          <p:cNvPr id="6" name="Slide Number Placeholder 5">
            <a:extLst>
              <a:ext uri="{FF2B5EF4-FFF2-40B4-BE49-F238E27FC236}">
                <a16:creationId xmlns:a16="http://schemas.microsoft.com/office/drawing/2014/main" id="{DA9D0F9F-CC41-4816-BBC6-018656A71A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ssistant" pitchFamily="2" charset="-79"/>
                <a:cs typeface="Assistant" pitchFamily="2" charset="-79"/>
              </a:defRPr>
            </a:lvl1pPr>
          </a:lstStyle>
          <a:p>
            <a:fld id="{B77FEFEE-B59A-439F-87BA-08D2A83B568B}" type="slidenum">
              <a:rPr lang="en-IL" smtClean="0"/>
              <a:pPr/>
              <a:t>‹#›</a:t>
            </a:fld>
            <a:endParaRPr lang="en-IL" dirty="0"/>
          </a:p>
        </p:txBody>
      </p:sp>
    </p:spTree>
    <p:extLst>
      <p:ext uri="{BB962C8B-B14F-4D97-AF65-F5344CB8AC3E}">
        <p14:creationId xmlns:p14="http://schemas.microsoft.com/office/powerpoint/2010/main" val="20566095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4" r:id="rId13"/>
    <p:sldLayoutId id="2147483675" r:id="rId14"/>
    <p:sldLayoutId id="2147483676" r:id="rId15"/>
    <p:sldLayoutId id="2147483677" r:id="rId16"/>
    <p:sldLayoutId id="2147483678" r:id="rId17"/>
    <p:sldLayoutId id="2147483763" r:id="rId18"/>
  </p:sldLayoutIdLst>
  <p:txStyles>
    <p:title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ssistant" pitchFamily="2" charset="-79"/>
          <a:ea typeface="+mn-ea"/>
          <a:cs typeface="Assistant" pitchFamily="2" charset="-79"/>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ssistant" pitchFamily="2" charset="-79"/>
          <a:ea typeface="+mn-ea"/>
          <a:cs typeface="Assistant" pitchFamily="2" charset="-79"/>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ssistant" pitchFamily="2" charset="-79"/>
          <a:ea typeface="+mn-ea"/>
          <a:cs typeface="Assistant" pitchFamily="2" charset="-79"/>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ssistant" pitchFamily="2" charset="-79"/>
          <a:ea typeface="+mn-ea"/>
          <a:cs typeface="Assistant" pitchFamily="2" charset="-79"/>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ssistant" pitchFamily="2" charset="-79"/>
          <a:ea typeface="+mn-ea"/>
          <a:cs typeface="Assistant" pitchFamily="2" charset="-79"/>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0923007"/>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5" name="Slide Number Placeholder 5">
            <a:extLst>
              <a:ext uri="{FF2B5EF4-FFF2-40B4-BE49-F238E27FC236}">
                <a16:creationId xmlns:a16="http://schemas.microsoft.com/office/drawing/2014/main" id="{F83801A7-0D86-871D-8298-2F6D0D129AFB}"/>
              </a:ext>
            </a:extLst>
          </p:cNvPr>
          <p:cNvSpPr txBox="1">
            <a:spLocks/>
          </p:cNvSpPr>
          <p:nvPr userDrawn="1"/>
        </p:nvSpPr>
        <p:spPr>
          <a:xfrm>
            <a:off x="11676063" y="6422315"/>
            <a:ext cx="293795" cy="180000"/>
          </a:xfrm>
          <a:prstGeom prst="rect">
            <a:avLst/>
          </a:prstGeom>
        </p:spPr>
        <p:txBody>
          <a:bodyPr lIns="0" tIns="0" rIns="0" bIns="0" anchor="ctr"/>
          <a:lstStyle>
            <a:defPPr>
              <a:defRPr lang="en-US"/>
            </a:defPPr>
            <a:lvl1pPr marL="0" algn="ctr" defTabSz="914400" rtl="0" eaLnBrk="1" latinLnBrk="0" hangingPunct="1">
              <a:defRPr lang="en-GB" sz="800" kern="1200" smtClean="0">
                <a:solidFill>
                  <a:srgbClr val="747480"/>
                </a:solidFill>
                <a:latin typeface="EYInterstate Regular" panose="02000503020000020004"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fld id="{F1BC30E3-FFE5-4B91-AA19-87A149EBB9EE}" type="slidenum">
              <a:rPr kumimoji="0" lang="en-IL" sz="800" b="0" i="0" u="none" strike="noStrike" kern="1200" cap="none" spc="0" normalizeH="0" baseline="0" noProof="0" smtClean="0">
                <a:ln>
                  <a:noFill/>
                </a:ln>
                <a:solidFill>
                  <a:srgbClr val="747480"/>
                </a:solidFill>
                <a:effectLst/>
                <a:uLnTx/>
                <a:uFillTx/>
                <a:latin typeface="Calibri" panose="020F0502020204030204"/>
                <a:ea typeface="+mn-ea"/>
                <a:cs typeface="Arial" panose="020B0604020202020204" pitchFamily="34" charset="0"/>
              </a:rPr>
              <a:pPr marL="0" marR="0" lvl="0" indent="0" algn="ctr" defTabSz="914400" rtl="1" eaLnBrk="1" fontAlgn="auto" latinLnBrk="0" hangingPunct="1">
                <a:lnSpc>
                  <a:spcPct val="100000"/>
                </a:lnSpc>
                <a:spcBef>
                  <a:spcPts val="0"/>
                </a:spcBef>
                <a:spcAft>
                  <a:spcPts val="0"/>
                </a:spcAft>
                <a:buClrTx/>
                <a:buSzTx/>
                <a:buFontTx/>
                <a:buNone/>
                <a:tabLst/>
                <a:defRPr/>
              </a:pPr>
              <a:t>‹#›</a:t>
            </a:fld>
            <a:endParaRPr kumimoji="0" lang="en-IL" sz="800" b="0" i="0" u="none" strike="noStrike" kern="1200" cap="none" spc="0" normalizeH="0" baseline="0" noProof="0">
              <a:ln>
                <a:noFill/>
              </a:ln>
              <a:solidFill>
                <a:srgbClr val="747480"/>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039083931"/>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6EA07A-A4D0-7144-B16D-86A603E605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BE8C5E9-4215-C743-8862-D6BCC9FB85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A0B1C7-C40B-0041-B5DE-EE296733C4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4F34DE-F91B-CF4A-81E7-66A722908E95}" type="datetimeFigureOut">
              <a:rPr lang="en-US" smtClean="0"/>
              <a:t>5/21/2025</a:t>
            </a:fld>
            <a:endParaRPr lang="en-US"/>
          </a:p>
        </p:txBody>
      </p:sp>
      <p:sp>
        <p:nvSpPr>
          <p:cNvPr id="5" name="Footer Placeholder 4">
            <a:extLst>
              <a:ext uri="{FF2B5EF4-FFF2-40B4-BE49-F238E27FC236}">
                <a16:creationId xmlns:a16="http://schemas.microsoft.com/office/drawing/2014/main" id="{C15DAFE0-DD1E-DB4A-B70C-20EC95F752A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AEF2F6A-56D2-AD43-838F-83D9327D8B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81F09A-D1C8-9E44-820B-9326B7F17AF2}" type="slidenum">
              <a:rPr lang="en-US" smtClean="0"/>
              <a:t>‹#›</a:t>
            </a:fld>
            <a:endParaRPr lang="en-US"/>
          </a:p>
        </p:txBody>
      </p:sp>
    </p:spTree>
    <p:extLst>
      <p:ext uri="{BB962C8B-B14F-4D97-AF65-F5344CB8AC3E}">
        <p14:creationId xmlns:p14="http://schemas.microsoft.com/office/powerpoint/2010/main" val="671971715"/>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1"/>
            </a:gs>
            <a:gs pos="50000">
              <a:schemeClr val="tx2">
                <a:lumMod val="10000"/>
                <a:lumOff val="90000"/>
              </a:schemeClr>
            </a:gs>
            <a:gs pos="100000">
              <a:schemeClr val="bg2">
                <a:lumMod val="63000"/>
                <a:lumOff val="37000"/>
              </a:schemeClr>
            </a:gs>
          </a:gsLst>
          <a:lin ang="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35CCE8-6F74-484F-9997-F624AF11DB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L" dirty="0"/>
          </a:p>
        </p:txBody>
      </p:sp>
      <p:sp>
        <p:nvSpPr>
          <p:cNvPr id="3" name="Text Placeholder 2">
            <a:extLst>
              <a:ext uri="{FF2B5EF4-FFF2-40B4-BE49-F238E27FC236}">
                <a16:creationId xmlns:a16="http://schemas.microsoft.com/office/drawing/2014/main" id="{B902716A-3F96-417D-BD90-4BF827F0B3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L" dirty="0"/>
          </a:p>
        </p:txBody>
      </p:sp>
      <p:sp>
        <p:nvSpPr>
          <p:cNvPr id="4" name="Date Placeholder 3">
            <a:extLst>
              <a:ext uri="{FF2B5EF4-FFF2-40B4-BE49-F238E27FC236}">
                <a16:creationId xmlns:a16="http://schemas.microsoft.com/office/drawing/2014/main" id="{55F900DF-B938-4C8C-984E-73C86064A3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ssistant" pitchFamily="2" charset="-79"/>
                <a:cs typeface="Assistant" pitchFamily="2" charset="-79"/>
              </a:defRPr>
            </a:lvl1pPr>
          </a:lstStyle>
          <a:p>
            <a:fld id="{04C3C828-D965-4B22-85AA-AF24CD109DC9}" type="datetimeFigureOut">
              <a:rPr lang="en-IL" smtClean="0"/>
              <a:pPr/>
              <a:t>05/21/2025</a:t>
            </a:fld>
            <a:endParaRPr lang="en-IL" dirty="0"/>
          </a:p>
        </p:txBody>
      </p:sp>
      <p:sp>
        <p:nvSpPr>
          <p:cNvPr id="5" name="Footer Placeholder 4">
            <a:extLst>
              <a:ext uri="{FF2B5EF4-FFF2-40B4-BE49-F238E27FC236}">
                <a16:creationId xmlns:a16="http://schemas.microsoft.com/office/drawing/2014/main" id="{E23C7C5F-C920-4783-A0E6-CACCA99FC2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ssistant" pitchFamily="2" charset="-79"/>
                <a:cs typeface="Assistant" pitchFamily="2" charset="-79"/>
              </a:defRPr>
            </a:lvl1pPr>
          </a:lstStyle>
          <a:p>
            <a:endParaRPr lang="en-IL" dirty="0"/>
          </a:p>
        </p:txBody>
      </p:sp>
      <p:sp>
        <p:nvSpPr>
          <p:cNvPr id="6" name="Slide Number Placeholder 5">
            <a:extLst>
              <a:ext uri="{FF2B5EF4-FFF2-40B4-BE49-F238E27FC236}">
                <a16:creationId xmlns:a16="http://schemas.microsoft.com/office/drawing/2014/main" id="{DA9D0F9F-CC41-4816-BBC6-018656A71A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ssistant" pitchFamily="2" charset="-79"/>
                <a:cs typeface="Assistant" pitchFamily="2" charset="-79"/>
              </a:defRPr>
            </a:lvl1pPr>
          </a:lstStyle>
          <a:p>
            <a:fld id="{B77FEFEE-B59A-439F-87BA-08D2A83B568B}" type="slidenum">
              <a:rPr lang="en-IL" smtClean="0"/>
              <a:pPr/>
              <a:t>‹#›</a:t>
            </a:fld>
            <a:endParaRPr lang="en-IL" dirty="0"/>
          </a:p>
        </p:txBody>
      </p:sp>
    </p:spTree>
    <p:extLst>
      <p:ext uri="{BB962C8B-B14F-4D97-AF65-F5344CB8AC3E}">
        <p14:creationId xmlns:p14="http://schemas.microsoft.com/office/powerpoint/2010/main" val="1631274418"/>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 id="2147483762" r:id="rId18"/>
  </p:sldLayoutIdLst>
  <p:txStyles>
    <p:title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ssistant" pitchFamily="2" charset="-79"/>
          <a:ea typeface="+mn-ea"/>
          <a:cs typeface="Assistant" pitchFamily="2" charset="-79"/>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ssistant" pitchFamily="2" charset="-79"/>
          <a:ea typeface="+mn-ea"/>
          <a:cs typeface="Assistant" pitchFamily="2" charset="-79"/>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ssistant" pitchFamily="2" charset="-79"/>
          <a:ea typeface="+mn-ea"/>
          <a:cs typeface="Assistant" pitchFamily="2" charset="-79"/>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ssistant" pitchFamily="2" charset="-79"/>
          <a:ea typeface="+mn-ea"/>
          <a:cs typeface="Assistant" pitchFamily="2" charset="-79"/>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ssistant" pitchFamily="2" charset="-79"/>
          <a:ea typeface="+mn-ea"/>
          <a:cs typeface="Assistant" pitchFamily="2" charset="-79"/>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pPr marL="0" marR="0" lvl="0" indent="0" algn="r" defTabSz="914400" rtl="1" eaLnBrk="1" fontAlgn="auto" latinLnBrk="0" hangingPunct="1">
              <a:lnSpc>
                <a:spcPct val="100000"/>
              </a:lnSpc>
              <a:spcBef>
                <a:spcPts val="0"/>
              </a:spcBef>
              <a:spcAft>
                <a:spcPts val="0"/>
              </a:spcAft>
              <a:buClrTx/>
              <a:buSzTx/>
              <a:buFontTx/>
              <a:buNone/>
              <a:tabLst/>
              <a:defRPr/>
            </a:pPr>
            <a:fld id="{720F032E-3D2E-4EB6-9134-3FA6387D73C0}"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כ"ג/אייר/תשפ"ה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pPr marL="0" marR="0" lvl="0" indent="0" algn="l" defTabSz="914400" rtl="1" eaLnBrk="1" fontAlgn="auto" latinLnBrk="0" hangingPunct="1">
              <a:lnSpc>
                <a:spcPct val="100000"/>
              </a:lnSpc>
              <a:spcBef>
                <a:spcPts val="0"/>
              </a:spcBef>
              <a:spcAft>
                <a:spcPts val="0"/>
              </a:spcAft>
              <a:buClrTx/>
              <a:buSzTx/>
              <a:buFontTx/>
              <a:buNone/>
              <a:tabLst/>
              <a:defRPr/>
            </a:pPr>
            <a:fld id="{090FB063-C135-403E-A493-4257375A91CE}"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414006358"/>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 id="2147483837" r:id="rId12"/>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pPr marL="0" marR="0" lvl="0" indent="0" algn="r" defTabSz="914400" rtl="1" eaLnBrk="1" fontAlgn="auto" latinLnBrk="0" hangingPunct="1">
              <a:lnSpc>
                <a:spcPct val="100000"/>
              </a:lnSpc>
              <a:spcBef>
                <a:spcPts val="0"/>
              </a:spcBef>
              <a:spcAft>
                <a:spcPts val="0"/>
              </a:spcAft>
              <a:buClrTx/>
              <a:buSzTx/>
              <a:buFontTx/>
              <a:buNone/>
              <a:tabLst/>
              <a:defRPr/>
            </a:pPr>
            <a:fld id="{A2B3D744-8BFC-49C4-921C-A4357DD28206}"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כ"ג/אייר/תשפ"ה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pPr marL="0" marR="0" lvl="0" indent="0" algn="l" defTabSz="914400" rtl="1" eaLnBrk="1" fontAlgn="auto" latinLnBrk="0" hangingPunct="1">
              <a:lnSpc>
                <a:spcPct val="100000"/>
              </a:lnSpc>
              <a:spcBef>
                <a:spcPts val="0"/>
              </a:spcBef>
              <a:spcAft>
                <a:spcPts val="0"/>
              </a:spcAft>
              <a:buClrTx/>
              <a:buSzTx/>
              <a:buFontTx/>
              <a:buNone/>
              <a:tabLst/>
              <a:defRPr/>
            </a:pPr>
            <a:fld id="{C4BCB286-1E5E-4B02-A0C5-06BDEC1E2FA1}"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642596425"/>
      </p:ext>
    </p:extLst>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 id="2147483816" r:id="rId12"/>
    <p:sldLayoutId id="2147483817" r:id="rId13"/>
    <p:sldLayoutId id="2147483818" r:id="rId14"/>
    <p:sldLayoutId id="2147483819" r:id="rId15"/>
    <p:sldLayoutId id="2147483820" r:id="rId16"/>
    <p:sldLayoutId id="2147483821" r:id="rId17"/>
    <p:sldLayoutId id="2147483822" r:id="rId18"/>
    <p:sldLayoutId id="2147483823" r:id="rId19"/>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5237317"/>
      </p:ext>
    </p:extLst>
  </p:cSld>
  <p:clrMap bg1="lt1" tx1="dk1" bg2="lt2" tx2="dk2" accent1="accent1" accent2="accent2" accent3="accent3" accent4="accent4" accent5="accent5" accent6="accent6" hlink="hlink" folHlink="folHlink"/>
  <p:sldLayoutIdLst>
    <p:sldLayoutId id="2147483825" r:id="rId1"/>
    <p:sldLayoutId id="2147483826" r:id="rId2"/>
    <p:sldLayoutId id="2147483827" r:id="rId3"/>
    <p:sldLayoutId id="2147483828" r:id="rId4"/>
    <p:sldLayoutId id="2147483829" r:id="rId5"/>
    <p:sldLayoutId id="2147483830" r:id="rId6"/>
    <p:sldLayoutId id="2147483831" r:id="rId7"/>
    <p:sldLayoutId id="2147483832" r:id="rId8"/>
    <p:sldLayoutId id="2147483833" r:id="rId9"/>
    <p:sldLayoutId id="2147483834" r:id="rId10"/>
    <p:sldLayoutId id="2147483835" r:id="rId11"/>
    <p:sldLayoutId id="2147483836" r:id="rId12"/>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jpeg"/><Relationship Id="rId1" Type="http://schemas.openxmlformats.org/officeDocument/2006/relationships/slideLayout" Target="../slideLayouts/slideLayout6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xml"/><Relationship Id="rId1" Type="http://schemas.openxmlformats.org/officeDocument/2006/relationships/slideLayout" Target="../slideLayouts/slideLayout18.xml"/><Relationship Id="rId4" Type="http://schemas.openxmlformats.org/officeDocument/2006/relationships/chart" Target="../charts/chart3.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svg"/></Relationships>
</file>

<file path=ppt/slides/_rels/slide6.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3.svg"/><Relationship Id="rId5" Type="http://schemas.openxmlformats.org/officeDocument/2006/relationships/image" Target="../media/image22.png"/><Relationship Id="rId10" Type="http://schemas.openxmlformats.org/officeDocument/2006/relationships/image" Target="../media/image27.svg"/><Relationship Id="rId4" Type="http://schemas.openxmlformats.org/officeDocument/2006/relationships/image" Target="../media/image21.svg"/><Relationship Id="rId9" Type="http://schemas.openxmlformats.org/officeDocument/2006/relationships/image" Target="../media/image26.png"/></Relationships>
</file>

<file path=ppt/slides/_rels/slide7.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6.png"/><Relationship Id="rId18" Type="http://schemas.openxmlformats.org/officeDocument/2006/relationships/image" Target="../media/image11.png"/><Relationship Id="rId3" Type="http://schemas.openxmlformats.org/officeDocument/2006/relationships/image" Target="../media/image28.png"/><Relationship Id="rId21" Type="http://schemas.openxmlformats.org/officeDocument/2006/relationships/image" Target="../media/image43.png"/><Relationship Id="rId7" Type="http://schemas.openxmlformats.org/officeDocument/2006/relationships/image" Target="../media/image9.png"/><Relationship Id="rId12" Type="http://schemas.openxmlformats.org/officeDocument/2006/relationships/image" Target="../media/image35.png"/><Relationship Id="rId17" Type="http://schemas.openxmlformats.org/officeDocument/2006/relationships/image" Target="../media/image40.png"/><Relationship Id="rId2" Type="http://schemas.openxmlformats.org/officeDocument/2006/relationships/notesSlide" Target="../notesSlides/notesSlide4.xml"/><Relationship Id="rId16" Type="http://schemas.openxmlformats.org/officeDocument/2006/relationships/image" Target="../media/image39.png"/><Relationship Id="rId20" Type="http://schemas.openxmlformats.org/officeDocument/2006/relationships/image" Target="../media/image42.png"/><Relationship Id="rId1" Type="http://schemas.openxmlformats.org/officeDocument/2006/relationships/slideLayout" Target="../slideLayouts/slideLayout40.xml"/><Relationship Id="rId6" Type="http://schemas.openxmlformats.org/officeDocument/2006/relationships/image" Target="../media/image31.png"/><Relationship Id="rId11" Type="http://schemas.openxmlformats.org/officeDocument/2006/relationships/image" Target="../media/image34.png"/><Relationship Id="rId5" Type="http://schemas.openxmlformats.org/officeDocument/2006/relationships/image" Target="../media/image30.png"/><Relationship Id="rId15" Type="http://schemas.openxmlformats.org/officeDocument/2006/relationships/image" Target="../media/image38.png"/><Relationship Id="rId10" Type="http://schemas.openxmlformats.org/officeDocument/2006/relationships/image" Target="../media/image33.png"/><Relationship Id="rId19" Type="http://schemas.openxmlformats.org/officeDocument/2006/relationships/image" Target="../media/image41.png"/><Relationship Id="rId4" Type="http://schemas.openxmlformats.org/officeDocument/2006/relationships/image" Target="../media/image29.png"/><Relationship Id="rId9" Type="http://schemas.openxmlformats.org/officeDocument/2006/relationships/image" Target="../media/image10.png"/><Relationship Id="rId14" Type="http://schemas.openxmlformats.org/officeDocument/2006/relationships/image" Target="../media/image37.png"/></Relationships>
</file>

<file path=ppt/slides/_rels/slide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40.xml"/><Relationship Id="rId5" Type="http://schemas.openxmlformats.org/officeDocument/2006/relationships/image" Target="../media/image47.png"/><Relationship Id="rId4" Type="http://schemas.openxmlformats.org/officeDocument/2006/relationships/image" Target="../media/image46.png"/></Relationships>
</file>

<file path=ppt/slides/_rels/slide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xml"/><Relationship Id="rId1" Type="http://schemas.openxmlformats.org/officeDocument/2006/relationships/slideLayout" Target="../slideLayouts/slideLayout102.xml"/><Relationship Id="rId4" Type="http://schemas.openxmlformats.org/officeDocument/2006/relationships/image" Target="../media/image49.png"/></Relationships>
</file>

<file path=ppt/slides/_rels/slide1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3" Type="http://schemas.openxmlformats.org/officeDocument/2006/relationships/image" Target="../media/image51.png"/><Relationship Id="rId7"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23.sv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11.png"/><Relationship Id="rId5" Type="http://schemas.openxmlformats.org/officeDocument/2006/relationships/image" Target="../media/image48.png"/><Relationship Id="rId4" Type="http://schemas.openxmlformats.org/officeDocument/2006/relationships/image" Target="../media/image23.svg"/></Relationships>
</file>

<file path=ppt/slides/_rels/slide1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9.xml"/><Relationship Id="rId1" Type="http://schemas.openxmlformats.org/officeDocument/2006/relationships/slideLayout" Target="../slideLayouts/slideLayout13.xml"/><Relationship Id="rId5" Type="http://schemas.openxmlformats.org/officeDocument/2006/relationships/chart" Target="../charts/chart4.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13" Type="http://schemas.openxmlformats.org/officeDocument/2006/relationships/image" Target="../media/image64.svg"/><Relationship Id="rId18" Type="http://schemas.openxmlformats.org/officeDocument/2006/relationships/image" Target="../media/image69.png"/><Relationship Id="rId26" Type="http://schemas.openxmlformats.org/officeDocument/2006/relationships/image" Target="../media/image77.png"/><Relationship Id="rId39" Type="http://schemas.openxmlformats.org/officeDocument/2006/relationships/image" Target="../media/image90.svg"/><Relationship Id="rId21" Type="http://schemas.openxmlformats.org/officeDocument/2006/relationships/image" Target="../media/image72.svg"/><Relationship Id="rId34" Type="http://schemas.openxmlformats.org/officeDocument/2006/relationships/image" Target="../media/image85.png"/><Relationship Id="rId42" Type="http://schemas.openxmlformats.org/officeDocument/2006/relationships/image" Target="../media/image93.svg"/><Relationship Id="rId7" Type="http://schemas.openxmlformats.org/officeDocument/2006/relationships/image" Target="../media/image58.svg"/><Relationship Id="rId2" Type="http://schemas.openxmlformats.org/officeDocument/2006/relationships/image" Target="../media/image53.png"/><Relationship Id="rId16" Type="http://schemas.openxmlformats.org/officeDocument/2006/relationships/image" Target="../media/image67.png"/><Relationship Id="rId20" Type="http://schemas.openxmlformats.org/officeDocument/2006/relationships/image" Target="../media/image71.png"/><Relationship Id="rId29" Type="http://schemas.openxmlformats.org/officeDocument/2006/relationships/image" Target="../media/image80.svg"/><Relationship Id="rId41" Type="http://schemas.openxmlformats.org/officeDocument/2006/relationships/image" Target="../media/image92.png"/><Relationship Id="rId1" Type="http://schemas.openxmlformats.org/officeDocument/2006/relationships/slideLayout" Target="../slideLayouts/slideLayout75.xml"/><Relationship Id="rId6" Type="http://schemas.openxmlformats.org/officeDocument/2006/relationships/image" Target="../media/image57.png"/><Relationship Id="rId11" Type="http://schemas.openxmlformats.org/officeDocument/2006/relationships/image" Target="../media/image62.svg"/><Relationship Id="rId24" Type="http://schemas.openxmlformats.org/officeDocument/2006/relationships/image" Target="../media/image75.png"/><Relationship Id="rId32" Type="http://schemas.openxmlformats.org/officeDocument/2006/relationships/image" Target="../media/image83.png"/><Relationship Id="rId37" Type="http://schemas.openxmlformats.org/officeDocument/2006/relationships/image" Target="../media/image88.svg"/><Relationship Id="rId40" Type="http://schemas.openxmlformats.org/officeDocument/2006/relationships/image" Target="../media/image91.png"/><Relationship Id="rId5" Type="http://schemas.openxmlformats.org/officeDocument/2006/relationships/image" Target="../media/image56.svg"/><Relationship Id="rId15" Type="http://schemas.openxmlformats.org/officeDocument/2006/relationships/image" Target="../media/image66.svg"/><Relationship Id="rId23" Type="http://schemas.openxmlformats.org/officeDocument/2006/relationships/image" Target="../media/image74.svg"/><Relationship Id="rId28" Type="http://schemas.openxmlformats.org/officeDocument/2006/relationships/image" Target="../media/image79.png"/><Relationship Id="rId36" Type="http://schemas.openxmlformats.org/officeDocument/2006/relationships/image" Target="../media/image87.png"/><Relationship Id="rId10" Type="http://schemas.openxmlformats.org/officeDocument/2006/relationships/image" Target="../media/image61.png"/><Relationship Id="rId19" Type="http://schemas.openxmlformats.org/officeDocument/2006/relationships/image" Target="../media/image70.svg"/><Relationship Id="rId31" Type="http://schemas.openxmlformats.org/officeDocument/2006/relationships/image" Target="../media/image82.svg"/><Relationship Id="rId4" Type="http://schemas.openxmlformats.org/officeDocument/2006/relationships/image" Target="../media/image55.png"/><Relationship Id="rId9" Type="http://schemas.openxmlformats.org/officeDocument/2006/relationships/image" Target="../media/image60.svg"/><Relationship Id="rId14" Type="http://schemas.openxmlformats.org/officeDocument/2006/relationships/image" Target="../media/image65.png"/><Relationship Id="rId22" Type="http://schemas.openxmlformats.org/officeDocument/2006/relationships/image" Target="../media/image73.png"/><Relationship Id="rId27" Type="http://schemas.openxmlformats.org/officeDocument/2006/relationships/image" Target="../media/image78.svg"/><Relationship Id="rId30" Type="http://schemas.openxmlformats.org/officeDocument/2006/relationships/image" Target="../media/image81.png"/><Relationship Id="rId35" Type="http://schemas.openxmlformats.org/officeDocument/2006/relationships/image" Target="../media/image86.svg"/><Relationship Id="rId8" Type="http://schemas.openxmlformats.org/officeDocument/2006/relationships/image" Target="../media/image59.png"/><Relationship Id="rId3" Type="http://schemas.openxmlformats.org/officeDocument/2006/relationships/image" Target="../media/image54.svg"/><Relationship Id="rId12" Type="http://schemas.openxmlformats.org/officeDocument/2006/relationships/image" Target="../media/image63.png"/><Relationship Id="rId17" Type="http://schemas.openxmlformats.org/officeDocument/2006/relationships/image" Target="../media/image68.svg"/><Relationship Id="rId25" Type="http://schemas.openxmlformats.org/officeDocument/2006/relationships/image" Target="../media/image76.svg"/><Relationship Id="rId33" Type="http://schemas.openxmlformats.org/officeDocument/2006/relationships/image" Target="../media/image84.svg"/><Relationship Id="rId38" Type="http://schemas.openxmlformats.org/officeDocument/2006/relationships/image" Target="../media/image89.png"/></Relationships>
</file>

<file path=ppt/slides/_rels/slide16.xml.rels><?xml version="1.0" encoding="UTF-8" standalone="yes"?>
<Relationships xmlns="http://schemas.openxmlformats.org/package/2006/relationships"><Relationship Id="rId3" Type="http://schemas.openxmlformats.org/officeDocument/2006/relationships/image" Target="../media/image94.jpg"/><Relationship Id="rId2" Type="http://schemas.openxmlformats.org/officeDocument/2006/relationships/notesSlide" Target="../notesSlides/notesSlide10.xml"/><Relationship Id="rId1" Type="http://schemas.openxmlformats.org/officeDocument/2006/relationships/slideLayout" Target="../slideLayouts/slideLayout82.xml"/><Relationship Id="rId4" Type="http://schemas.openxmlformats.org/officeDocument/2006/relationships/image" Target="../media/image95.jpg"/></Relationships>
</file>

<file path=ppt/slides/_rels/slide17.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11.xml"/><Relationship Id="rId1" Type="http://schemas.openxmlformats.org/officeDocument/2006/relationships/slideLayout" Target="../slideLayouts/slideLayout87.xml"/><Relationship Id="rId5" Type="http://schemas.openxmlformats.org/officeDocument/2006/relationships/image" Target="../media/image98.svg"/><Relationship Id="rId4" Type="http://schemas.openxmlformats.org/officeDocument/2006/relationships/image" Target="../media/image97.svg"/></Relationships>
</file>

<file path=ppt/slides/_rels/slide18.xml.rels><?xml version="1.0" encoding="UTF-8" standalone="yes"?>
<Relationships xmlns="http://schemas.openxmlformats.org/package/2006/relationships"><Relationship Id="rId8" Type="http://schemas.openxmlformats.org/officeDocument/2006/relationships/image" Target="../media/image103.png"/><Relationship Id="rId3" Type="http://schemas.openxmlformats.org/officeDocument/2006/relationships/image" Target="../media/image99.png"/><Relationship Id="rId7" Type="http://schemas.openxmlformats.org/officeDocument/2006/relationships/image" Target="../media/image102.svg"/><Relationship Id="rId2" Type="http://schemas.openxmlformats.org/officeDocument/2006/relationships/notesSlide" Target="../notesSlides/notesSlide12.xml"/><Relationship Id="rId1" Type="http://schemas.openxmlformats.org/officeDocument/2006/relationships/slideLayout" Target="../slideLayouts/slideLayout80.xml"/><Relationship Id="rId6" Type="http://schemas.openxmlformats.org/officeDocument/2006/relationships/image" Target="../media/image101.png"/><Relationship Id="rId11" Type="http://schemas.openxmlformats.org/officeDocument/2006/relationships/image" Target="../media/image106.svg"/><Relationship Id="rId5" Type="http://schemas.openxmlformats.org/officeDocument/2006/relationships/image" Target="../media/image51.png"/><Relationship Id="rId10" Type="http://schemas.openxmlformats.org/officeDocument/2006/relationships/image" Target="../media/image105.png"/><Relationship Id="rId4" Type="http://schemas.openxmlformats.org/officeDocument/2006/relationships/image" Target="../media/image100.svg"/><Relationship Id="rId9" Type="http://schemas.openxmlformats.org/officeDocument/2006/relationships/image" Target="../media/image104.svg"/></Relationships>
</file>

<file path=ppt/slides/_rels/slide1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107.jpe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D4A5461-BA89-4815-B878-B0B361FD351D}"/>
              </a:ext>
            </a:extLst>
          </p:cNvPr>
          <p:cNvPicPr>
            <a:picLocks noChangeAspect="1"/>
          </p:cNvPicPr>
          <p:nvPr/>
        </p:nvPicPr>
        <p:blipFill rotWithShape="1">
          <a:blip r:embed="rId2" cstate="screen">
            <a:duotone>
              <a:prstClr val="black"/>
              <a:schemeClr val="accent1">
                <a:tint val="45000"/>
                <a:satMod val="400000"/>
              </a:schemeClr>
            </a:duotone>
            <a:extLst>
              <a:ext uri="{28A0092B-C50C-407E-A947-70E740481C1C}">
                <a14:useLocalDpi xmlns:a14="http://schemas.microsoft.com/office/drawing/2010/main"/>
              </a:ext>
            </a:extLst>
          </a:blip>
          <a:srcRect/>
          <a:stretch/>
        </p:blipFill>
        <p:spPr>
          <a:xfrm>
            <a:off x="-1" y="-81023"/>
            <a:ext cx="12192001" cy="6939023"/>
          </a:xfrm>
          <a:prstGeom prst="rect">
            <a:avLst/>
          </a:prstGeom>
          <a:noFill/>
        </p:spPr>
      </p:pic>
      <p:sp>
        <p:nvSpPr>
          <p:cNvPr id="4" name="Rectangle 3">
            <a:extLst>
              <a:ext uri="{FF2B5EF4-FFF2-40B4-BE49-F238E27FC236}">
                <a16:creationId xmlns:a16="http://schemas.microsoft.com/office/drawing/2014/main" id="{5F197EF3-6EA1-4DEA-850B-B06D98EDF6EE}"/>
              </a:ext>
            </a:extLst>
          </p:cNvPr>
          <p:cNvSpPr/>
          <p:nvPr/>
        </p:nvSpPr>
        <p:spPr>
          <a:xfrm>
            <a:off x="-3" y="-81022"/>
            <a:ext cx="12192001" cy="6947490"/>
          </a:xfrm>
          <a:prstGeom prst="rect">
            <a:avLst/>
          </a:prstGeom>
          <a:gradFill flip="none" rotWithShape="1">
            <a:gsLst>
              <a:gs pos="0">
                <a:schemeClr val="accent1">
                  <a:alpha val="41000"/>
                  <a:lumMod val="70000"/>
                  <a:lumOff val="30000"/>
                </a:schemeClr>
              </a:gs>
              <a:gs pos="50000">
                <a:srgbClr val="F8FCFF">
                  <a:alpha val="46000"/>
                </a:srgb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Assistant" pitchFamily="2" charset="-79"/>
              <a:cs typeface="Assistant" pitchFamily="2" charset="-79"/>
            </a:endParaRPr>
          </a:p>
          <a:p>
            <a:pPr algn="ctr"/>
            <a:endParaRPr lang="he-IL">
              <a:latin typeface="Assistant" pitchFamily="2" charset="-79"/>
              <a:cs typeface="Assistant" pitchFamily="2" charset="-79"/>
            </a:endParaRPr>
          </a:p>
          <a:p>
            <a:pPr algn="ctr"/>
            <a:endParaRPr lang="he-IL">
              <a:latin typeface="Assistant" pitchFamily="2" charset="-79"/>
              <a:cs typeface="Assistant" pitchFamily="2" charset="-79"/>
            </a:endParaRPr>
          </a:p>
          <a:p>
            <a:pPr algn="ctr"/>
            <a:endParaRPr lang="he-IL">
              <a:latin typeface="Assistant" pitchFamily="2" charset="-79"/>
              <a:cs typeface="Assistant" pitchFamily="2" charset="-79"/>
            </a:endParaRPr>
          </a:p>
          <a:p>
            <a:pPr algn="r" rtl="1"/>
            <a:r>
              <a:rPr lang="he-IL" b="1" i="0" strike="noStrike">
                <a:solidFill>
                  <a:srgbClr val="1A295D"/>
                </a:solidFill>
                <a:effectLst/>
                <a:latin typeface="Open Sans" panose="020B0606030504020204" pitchFamily="34" charset="0"/>
              </a:rPr>
              <a:t>                                                                                       </a:t>
            </a:r>
            <a:endParaRPr lang="he-IL" dirty="0">
              <a:latin typeface="Assistant" pitchFamily="2" charset="-79"/>
              <a:cs typeface="Assistant" pitchFamily="2" charset="-79"/>
            </a:endParaRPr>
          </a:p>
        </p:txBody>
      </p:sp>
      <p:pic>
        <p:nvPicPr>
          <p:cNvPr id="12" name="Picture 2" descr="סמל מדינת ישראל – ויקיפדיה">
            <a:extLst>
              <a:ext uri="{FF2B5EF4-FFF2-40B4-BE49-F238E27FC236}">
                <a16:creationId xmlns:a16="http://schemas.microsoft.com/office/drawing/2014/main" id="{DE329001-0C6C-46CD-9878-72412AE8EBFF}"/>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1709086" y="6288499"/>
            <a:ext cx="343613" cy="426554"/>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3" descr="קובץ:Ministry of Labor, Social Affairs and Social Services ...">
            <a:extLst>
              <a:ext uri="{FF2B5EF4-FFF2-40B4-BE49-F238E27FC236}">
                <a16:creationId xmlns:a16="http://schemas.microsoft.com/office/drawing/2014/main" id="{28CB81A5-97EE-488A-BEE8-86E17EC2FA00}"/>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0055309" y="6288499"/>
            <a:ext cx="1446914" cy="394510"/>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D97B8A50-8755-45B7-A2E0-8358F1AD4FC0}"/>
              </a:ext>
            </a:extLst>
          </p:cNvPr>
          <p:cNvSpPr txBox="1"/>
          <p:nvPr/>
        </p:nvSpPr>
        <p:spPr>
          <a:xfrm>
            <a:off x="69647" y="3071557"/>
            <a:ext cx="12052699" cy="2215991"/>
          </a:xfrm>
          <a:prstGeom prst="rect">
            <a:avLst/>
          </a:prstGeom>
          <a:noFill/>
          <a:effectLst>
            <a:outerShdw blurRad="127000" dist="50800" dir="5400000" algn="ctr" rotWithShape="0">
              <a:schemeClr val="tx1">
                <a:lumMod val="85000"/>
                <a:lumOff val="15000"/>
                <a:alpha val="43000"/>
              </a:schemeClr>
            </a:outerShdw>
          </a:effectLst>
        </p:spPr>
        <p:txBody>
          <a:bodyPr wrap="square">
            <a:spAutoFit/>
          </a:bodyPr>
          <a:lstStyle/>
          <a:p>
            <a:pPr marL="0" marR="0" lvl="0" indent="0" algn="r" defTabSz="914400" rtl="1" eaLnBrk="1" fontAlgn="auto" latinLnBrk="0" hangingPunct="1">
              <a:lnSpc>
                <a:spcPct val="100000"/>
              </a:lnSpc>
              <a:spcBef>
                <a:spcPts val="0"/>
              </a:spcBef>
              <a:spcAft>
                <a:spcPts val="1200"/>
              </a:spcAft>
              <a:buClrTx/>
              <a:buSzTx/>
              <a:buFontTx/>
              <a:buNone/>
              <a:tabLst/>
              <a:defRPr/>
            </a:pPr>
            <a:r>
              <a:rPr lang="he-IL" sz="8000" b="1" dirty="0">
                <a:ln w="6350">
                  <a:solidFill>
                    <a:schemeClr val="bg2">
                      <a:lumMod val="25000"/>
                      <a:alpha val="79000"/>
                    </a:schemeClr>
                  </a:solidFill>
                </a:ln>
                <a:gradFill>
                  <a:gsLst>
                    <a:gs pos="100000">
                      <a:srgbClr val="5C7A96"/>
                    </a:gs>
                    <a:gs pos="54000">
                      <a:schemeClr val="tx2">
                        <a:alpha val="82000"/>
                      </a:schemeClr>
                    </a:gs>
                    <a:gs pos="0">
                      <a:schemeClr val="tx2">
                        <a:lumMod val="50000"/>
                      </a:schemeClr>
                    </a:gs>
                  </a:gsLst>
                  <a:lin ang="0" scaled="1"/>
                </a:gradFill>
                <a:latin typeface="Assistant ExtraBold" pitchFamily="2" charset="-79"/>
                <a:cs typeface="Assistant ExtraBold" pitchFamily="2" charset="-79"/>
              </a:rPr>
              <a:t>רפורמת סל אישי</a:t>
            </a:r>
          </a:p>
          <a:p>
            <a:pPr marL="0" marR="0" lvl="0" indent="0" algn="r" defTabSz="914400" rtl="1" eaLnBrk="1" fontAlgn="auto" latinLnBrk="0" hangingPunct="1">
              <a:lnSpc>
                <a:spcPct val="100000"/>
              </a:lnSpc>
              <a:spcBef>
                <a:spcPts val="0"/>
              </a:spcBef>
              <a:spcAft>
                <a:spcPts val="1200"/>
              </a:spcAft>
              <a:buClrTx/>
              <a:buSzTx/>
              <a:buFontTx/>
              <a:buNone/>
              <a:tabLst/>
              <a:defRPr/>
            </a:pPr>
            <a:r>
              <a:rPr lang="he-IL" sz="4800" dirty="0">
                <a:ln w="6350">
                  <a:solidFill>
                    <a:schemeClr val="bg2">
                      <a:lumMod val="25000"/>
                      <a:alpha val="79000"/>
                    </a:schemeClr>
                  </a:solidFill>
                </a:ln>
                <a:gradFill>
                  <a:gsLst>
                    <a:gs pos="100000">
                      <a:srgbClr val="5C7A96"/>
                    </a:gs>
                    <a:gs pos="54000">
                      <a:schemeClr val="tx2">
                        <a:alpha val="82000"/>
                      </a:schemeClr>
                    </a:gs>
                    <a:gs pos="0">
                      <a:schemeClr val="tx2">
                        <a:lumMod val="50000"/>
                      </a:schemeClr>
                    </a:gs>
                  </a:gsLst>
                  <a:lin ang="0" scaled="1"/>
                </a:gradFill>
                <a:latin typeface="Assistant ExtraBold" pitchFamily="2" charset="-79"/>
                <a:cs typeface="Assistant ExtraBold" pitchFamily="2" charset="-79"/>
              </a:rPr>
              <a:t>"מהלך </a:t>
            </a:r>
            <a:r>
              <a:rPr lang="he-IL" sz="4800" dirty="0" err="1">
                <a:ln w="6350">
                  <a:solidFill>
                    <a:schemeClr val="bg2">
                      <a:lumMod val="25000"/>
                      <a:alpha val="79000"/>
                    </a:schemeClr>
                  </a:solidFill>
                </a:ln>
                <a:gradFill>
                  <a:gsLst>
                    <a:gs pos="100000">
                      <a:srgbClr val="5C7A96"/>
                    </a:gs>
                    <a:gs pos="54000">
                      <a:schemeClr val="tx2">
                        <a:alpha val="82000"/>
                      </a:schemeClr>
                    </a:gs>
                    <a:gs pos="0">
                      <a:schemeClr val="tx2">
                        <a:lumMod val="50000"/>
                      </a:schemeClr>
                    </a:gs>
                  </a:gsLst>
                  <a:lin ang="0" scaled="1"/>
                </a:gradFill>
                <a:latin typeface="Assistant ExtraBold" pitchFamily="2" charset="-79"/>
                <a:cs typeface="Assistant ExtraBold" pitchFamily="2" charset="-79"/>
              </a:rPr>
              <a:t>הדיגיטל</a:t>
            </a:r>
            <a:r>
              <a:rPr lang="he-IL" sz="4800" dirty="0">
                <a:ln w="6350">
                  <a:solidFill>
                    <a:schemeClr val="bg2">
                      <a:lumMod val="25000"/>
                      <a:alpha val="79000"/>
                    </a:schemeClr>
                  </a:solidFill>
                </a:ln>
                <a:gradFill>
                  <a:gsLst>
                    <a:gs pos="100000">
                      <a:srgbClr val="5C7A96"/>
                    </a:gs>
                    <a:gs pos="54000">
                      <a:schemeClr val="tx2">
                        <a:alpha val="82000"/>
                      </a:schemeClr>
                    </a:gs>
                    <a:gs pos="0">
                      <a:schemeClr val="tx2">
                        <a:lumMod val="50000"/>
                      </a:schemeClr>
                    </a:gs>
                  </a:gsLst>
                  <a:lin ang="0" scaled="1"/>
                </a:gradFill>
                <a:latin typeface="Assistant ExtraBold" pitchFamily="2" charset="-79"/>
                <a:cs typeface="Assistant ExtraBold" pitchFamily="2" charset="-79"/>
              </a:rPr>
              <a:t> להזדקנות מיטבית"</a:t>
            </a:r>
          </a:p>
        </p:txBody>
      </p:sp>
      <p:sp>
        <p:nvSpPr>
          <p:cNvPr id="2" name="תיבת טקסט 1">
            <a:extLst>
              <a:ext uri="{FF2B5EF4-FFF2-40B4-BE49-F238E27FC236}">
                <a16:creationId xmlns:a16="http://schemas.microsoft.com/office/drawing/2014/main" id="{22857A66-CDA4-AEF6-22B4-471C6A32831E}"/>
              </a:ext>
            </a:extLst>
          </p:cNvPr>
          <p:cNvSpPr txBox="1"/>
          <p:nvPr/>
        </p:nvSpPr>
        <p:spPr>
          <a:xfrm>
            <a:off x="10260919" y="4364218"/>
            <a:ext cx="1643463" cy="923330"/>
          </a:xfrm>
          <a:prstGeom prst="rect">
            <a:avLst/>
          </a:prstGeom>
          <a:noFill/>
        </p:spPr>
        <p:txBody>
          <a:bodyPr wrap="none" rtlCol="1">
            <a:spAutoFit/>
          </a:bodyPr>
          <a:lstStyle/>
          <a:p>
            <a:pPr algn="r" rtl="1"/>
            <a:endParaRPr lang="he-IL" dirty="0">
              <a:solidFill>
                <a:srgbClr val="002060"/>
              </a:solidFill>
              <a:latin typeface="Open Sans" panose="020B0606030504020204" pitchFamily="34" charset="0"/>
            </a:endParaRPr>
          </a:p>
          <a:p>
            <a:pPr algn="r" rtl="1"/>
            <a:r>
              <a:rPr lang="he-IL" sz="1600" b="0" i="0" u="none" strike="noStrike" dirty="0">
                <a:solidFill>
                  <a:srgbClr val="002060"/>
                </a:solidFill>
                <a:effectLst/>
                <a:latin typeface="Open Sans" panose="020B0606030504020204" pitchFamily="34" charset="0"/>
              </a:rPr>
              <a:t>                    </a:t>
            </a:r>
            <a:r>
              <a:rPr lang="he-IL" b="0" i="0" u="none" strike="noStrike" dirty="0">
                <a:solidFill>
                  <a:srgbClr val="002060"/>
                </a:solidFill>
                <a:effectLst/>
                <a:latin typeface="Open Sans" panose="020B0606030504020204" pitchFamily="34" charset="0"/>
              </a:rPr>
              <a:t>          </a:t>
            </a:r>
            <a:endParaRPr lang="he-IL" dirty="0">
              <a:solidFill>
                <a:srgbClr val="002060"/>
              </a:solidFill>
              <a:latin typeface="Assistant" pitchFamily="2" charset="-79"/>
              <a:cs typeface="Assistant" pitchFamily="2" charset="-79"/>
            </a:endParaRPr>
          </a:p>
          <a:p>
            <a:pPr algn="r" rtl="1"/>
            <a:endParaRPr lang="he-IL" dirty="0">
              <a:solidFill>
                <a:srgbClr val="002060"/>
              </a:solidFill>
            </a:endParaRPr>
          </a:p>
        </p:txBody>
      </p:sp>
      <p:pic>
        <p:nvPicPr>
          <p:cNvPr id="5" name="Picture 24">
            <a:extLst>
              <a:ext uri="{FF2B5EF4-FFF2-40B4-BE49-F238E27FC236}">
                <a16:creationId xmlns:a16="http://schemas.microsoft.com/office/drawing/2014/main" id="{C8A51ACD-3FD6-4467-354C-9D7E89E84A5E}"/>
              </a:ext>
            </a:extLst>
          </p:cNvPr>
          <p:cNvPicPr>
            <a:picLocks noChangeAspect="1"/>
          </p:cNvPicPr>
          <p:nvPr/>
        </p:nvPicPr>
        <p:blipFill>
          <a:blip r:embed="rId5"/>
          <a:stretch>
            <a:fillRect/>
          </a:stretch>
        </p:blipFill>
        <p:spPr>
          <a:xfrm>
            <a:off x="5677144" y="6268086"/>
            <a:ext cx="1280212" cy="467379"/>
          </a:xfrm>
          <a:prstGeom prst="rect">
            <a:avLst/>
          </a:prstGeom>
        </p:spPr>
      </p:pic>
      <p:pic>
        <p:nvPicPr>
          <p:cNvPr id="6" name="Picture 32">
            <a:extLst>
              <a:ext uri="{FF2B5EF4-FFF2-40B4-BE49-F238E27FC236}">
                <a16:creationId xmlns:a16="http://schemas.microsoft.com/office/drawing/2014/main" id="{6072C801-4CCF-798E-6936-C2B596412EC3}"/>
              </a:ext>
            </a:extLst>
          </p:cNvPr>
          <p:cNvPicPr>
            <a:picLocks noChangeAspect="1"/>
          </p:cNvPicPr>
          <p:nvPr/>
        </p:nvPicPr>
        <p:blipFill>
          <a:blip r:embed="rId6"/>
          <a:stretch>
            <a:fillRect/>
          </a:stretch>
        </p:blipFill>
        <p:spPr>
          <a:xfrm>
            <a:off x="8328431" y="6157999"/>
            <a:ext cx="1726877" cy="719532"/>
          </a:xfrm>
          <a:prstGeom prst="rect">
            <a:avLst/>
          </a:prstGeom>
        </p:spPr>
      </p:pic>
      <p:pic>
        <p:nvPicPr>
          <p:cNvPr id="7" name="Picture 26">
            <a:extLst>
              <a:ext uri="{FF2B5EF4-FFF2-40B4-BE49-F238E27FC236}">
                <a16:creationId xmlns:a16="http://schemas.microsoft.com/office/drawing/2014/main" id="{AAA4F558-21C9-DA28-98F2-035233B1455B}"/>
              </a:ext>
            </a:extLst>
          </p:cNvPr>
          <p:cNvPicPr>
            <a:picLocks noChangeAspect="1"/>
          </p:cNvPicPr>
          <p:nvPr/>
        </p:nvPicPr>
        <p:blipFill>
          <a:blip r:embed="rId7"/>
          <a:stretch>
            <a:fillRect/>
          </a:stretch>
        </p:blipFill>
        <p:spPr>
          <a:xfrm>
            <a:off x="7206293" y="6152875"/>
            <a:ext cx="1179780" cy="646071"/>
          </a:xfrm>
          <a:prstGeom prst="rect">
            <a:avLst/>
          </a:prstGeom>
          <a:ln>
            <a:noFill/>
          </a:ln>
        </p:spPr>
      </p:pic>
      <p:sp>
        <p:nvSpPr>
          <p:cNvPr id="9" name="תיבת טקסט 8">
            <a:extLst>
              <a:ext uri="{FF2B5EF4-FFF2-40B4-BE49-F238E27FC236}">
                <a16:creationId xmlns:a16="http://schemas.microsoft.com/office/drawing/2014/main" id="{FC94119B-D148-B85C-139F-E5B27FCE8925}"/>
              </a:ext>
            </a:extLst>
          </p:cNvPr>
          <p:cNvSpPr txBox="1"/>
          <p:nvPr/>
        </p:nvSpPr>
        <p:spPr>
          <a:xfrm>
            <a:off x="185063" y="6360796"/>
            <a:ext cx="1326069" cy="646331"/>
          </a:xfrm>
          <a:prstGeom prst="rect">
            <a:avLst/>
          </a:prstGeom>
          <a:noFill/>
        </p:spPr>
        <p:txBody>
          <a:bodyPr wrap="none" rtlCol="1">
            <a:spAutoFit/>
          </a:bodyPr>
          <a:lstStyle/>
          <a:p>
            <a:pPr algn="r" rtl="1"/>
            <a:r>
              <a:rPr lang="he-IL" sz="1800" b="0" i="0" u="none" strike="noStrike" dirty="0">
                <a:solidFill>
                  <a:srgbClr val="002060"/>
                </a:solidFill>
                <a:effectLst/>
                <a:latin typeface="Open Sans" panose="020B0606030504020204" pitchFamily="34" charset="0"/>
              </a:rPr>
              <a:t>פברואר 2025</a:t>
            </a:r>
            <a:endParaRPr lang="he-IL" b="0" i="0" u="none" strike="noStrike" dirty="0">
              <a:solidFill>
                <a:srgbClr val="002060"/>
              </a:solidFill>
              <a:effectLst/>
              <a:latin typeface="Open Sans" panose="020B0606030504020204" pitchFamily="34" charset="0"/>
            </a:endParaRPr>
          </a:p>
          <a:p>
            <a:pPr algn="r" rtl="1"/>
            <a:endParaRPr lang="he-IL" dirty="0">
              <a:solidFill>
                <a:srgbClr val="002060"/>
              </a:solidFill>
            </a:endParaRPr>
          </a:p>
        </p:txBody>
      </p:sp>
    </p:spTree>
    <p:extLst>
      <p:ext uri="{BB962C8B-B14F-4D97-AF65-F5344CB8AC3E}">
        <p14:creationId xmlns:p14="http://schemas.microsoft.com/office/powerpoint/2010/main" val="3823212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repeatCount="indefinite" fill="remove" nodeType="withEffect">
                                  <p:stCondLst>
                                    <p:cond delay="0"/>
                                  </p:stCondLst>
                                  <p:endCondLst>
                                    <p:cond evt="onNext" delay="0">
                                      <p:tgtEl>
                                        <p:sldTgt/>
                                      </p:tgtEl>
                                    </p:cond>
                                  </p:endCondLst>
                                  <p:childTnLst>
                                    <p:animScale>
                                      <p:cBhvr>
                                        <p:cTn id="6" dur="8000" fill="hold"/>
                                        <p:tgtEl>
                                          <p:spTgt spid="3"/>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graphicFrame>
        <p:nvGraphicFramePr>
          <p:cNvPr id="11" name="תרשים 10">
            <a:extLst>
              <a:ext uri="{FF2B5EF4-FFF2-40B4-BE49-F238E27FC236}">
                <a16:creationId xmlns:a16="http://schemas.microsoft.com/office/drawing/2014/main" id="{302946A4-0737-4970-A78C-64C0DD6F3545}"/>
              </a:ext>
            </a:extLst>
          </p:cNvPr>
          <p:cNvGraphicFramePr>
            <a:graphicFrameLocks/>
          </p:cNvGraphicFramePr>
          <p:nvPr>
            <p:extLst>
              <p:ext uri="{D42A27DB-BD31-4B8C-83A1-F6EECF244321}">
                <p14:modId xmlns:p14="http://schemas.microsoft.com/office/powerpoint/2010/main" val="3132909232"/>
              </p:ext>
            </p:extLst>
          </p:nvPr>
        </p:nvGraphicFramePr>
        <p:xfrm>
          <a:off x="725362" y="1077911"/>
          <a:ext cx="7887076" cy="5371078"/>
        </p:xfrm>
        <a:graphic>
          <a:graphicData uri="http://schemas.openxmlformats.org/drawingml/2006/chart">
            <c:chart xmlns:c="http://schemas.openxmlformats.org/drawingml/2006/chart" xmlns:r="http://schemas.openxmlformats.org/officeDocument/2006/relationships" r:id="rId3"/>
          </a:graphicData>
        </a:graphic>
      </p:graphicFrame>
      <p:sp>
        <p:nvSpPr>
          <p:cNvPr id="6" name="מלבן 5"/>
          <p:cNvSpPr/>
          <p:nvPr/>
        </p:nvSpPr>
        <p:spPr>
          <a:xfrm>
            <a:off x="955963" y="172203"/>
            <a:ext cx="10979454" cy="861774"/>
          </a:xfrm>
          <a:prstGeom prst="rect">
            <a:avLst/>
          </a:prstGeom>
        </p:spPr>
        <p:txBody>
          <a:bodyPr wrap="square">
            <a:spAutoFit/>
          </a:bodyPr>
          <a:lstStyle/>
          <a:p>
            <a:pPr lvl="0">
              <a:defRPr/>
            </a:pPr>
            <a:r>
              <a:rPr lang="he-IL" sz="3200" b="1" dirty="0">
                <a:solidFill>
                  <a:srgbClr val="002060"/>
                </a:solidFill>
                <a:latin typeface="Arial" panose="020B0604020202020204" pitchFamily="34" charset="0"/>
                <a:cs typeface="Arial" panose="020B0604020202020204" pitchFamily="34" charset="0"/>
              </a:rPr>
              <a:t>תקציב המדינה על אזרחים ותיקים ופרישה (2019)</a:t>
            </a:r>
            <a:endParaRPr lang="he-IL" sz="3200" b="1" dirty="0">
              <a:solidFill>
                <a:srgbClr val="0070C0"/>
              </a:solidFill>
              <a:latin typeface="Arial" panose="020B0604020202020204" pitchFamily="34" charset="0"/>
              <a:cs typeface="Arial" panose="020B0604020202020204" pitchFamily="34" charset="0"/>
            </a:endParaRPr>
          </a:p>
          <a:p>
            <a:pPr lvl="0">
              <a:defRPr/>
            </a:pPr>
            <a:r>
              <a:rPr lang="he-IL"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p>
        </p:txBody>
      </p:sp>
      <p:sp>
        <p:nvSpPr>
          <p:cNvPr id="4" name="TextBox 3"/>
          <p:cNvSpPr txBox="1"/>
          <p:nvPr/>
        </p:nvSpPr>
        <p:spPr>
          <a:xfrm>
            <a:off x="7700521" y="2301836"/>
            <a:ext cx="3766117" cy="830997"/>
          </a:xfrm>
          <a:prstGeom prst="rect">
            <a:avLst/>
          </a:prstGeom>
          <a:noFill/>
        </p:spPr>
        <p:txBody>
          <a:bodyPr wrap="square" rtlCol="1">
            <a:spAutoFit/>
          </a:bodyPr>
          <a:lstStyle/>
          <a:p>
            <a:r>
              <a:rPr lang="he-IL" sz="2800" b="1" dirty="0">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השקעה מועטה </a:t>
            </a:r>
            <a:r>
              <a:rPr lang="he-IL" sz="2800" b="1" u="sng" dirty="0">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במניעה</a:t>
            </a:r>
            <a:r>
              <a:rPr lang="he-IL" sz="2800" b="1" dirty="0">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p>
          <a:p>
            <a:endParaRPr lang="he-IL" sz="2000" dirty="0">
              <a:latin typeface="Arial" panose="020B0604020202020204" pitchFamily="34" charset="0"/>
              <a:cs typeface="Arial" panose="020B0604020202020204" pitchFamily="34" charset="0"/>
            </a:endParaRPr>
          </a:p>
        </p:txBody>
      </p:sp>
      <p:sp>
        <p:nvSpPr>
          <p:cNvPr id="12" name="מלבן 11"/>
          <p:cNvSpPr/>
          <p:nvPr/>
        </p:nvSpPr>
        <p:spPr>
          <a:xfrm>
            <a:off x="0" y="7045"/>
            <a:ext cx="195943" cy="6850955"/>
          </a:xfrm>
          <a:prstGeom prst="rect">
            <a:avLst/>
          </a:prstGeom>
          <a:solidFill>
            <a:srgbClr val="4C77D8"/>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2" name="Picture 3" descr="קובץ:Ministry of Labor, Social Affairs and Social Services ...">
            <a:extLst>
              <a:ext uri="{FF2B5EF4-FFF2-40B4-BE49-F238E27FC236}">
                <a16:creationId xmlns:a16="http://schemas.microsoft.com/office/drawing/2014/main" id="{555C8EFB-8F28-D092-5127-9889A5C46C63}"/>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0221456" y="6062687"/>
            <a:ext cx="1713961" cy="4673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4753154"/>
      </p:ext>
    </p:extLst>
  </p:cSld>
  <p:clrMapOvr>
    <a:masterClrMapping/>
  </p:clrMapOvr>
  <p:transition spd="slow">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7" name="אליפסה 16"/>
          <p:cNvSpPr/>
          <p:nvPr/>
        </p:nvSpPr>
        <p:spPr>
          <a:xfrm>
            <a:off x="4443391" y="3442167"/>
            <a:ext cx="1274325" cy="1263785"/>
          </a:xfrm>
          <a:prstGeom prst="ellipse">
            <a:avLst/>
          </a:prstGeom>
          <a:ln>
            <a:solidFill>
              <a:schemeClr val="accent2"/>
            </a:solidFill>
          </a:ln>
        </p:spPr>
        <p:style>
          <a:lnRef idx="2">
            <a:schemeClr val="accent1"/>
          </a:lnRef>
          <a:fillRef idx="1">
            <a:schemeClr val="lt1"/>
          </a:fillRef>
          <a:effectRef idx="0">
            <a:schemeClr val="accent1"/>
          </a:effectRef>
          <a:fontRef idx="minor">
            <a:schemeClr val="dk1"/>
          </a:fontRef>
        </p:style>
        <p:txBody>
          <a:bodyPr rtlCol="1" anchor="ctr"/>
          <a:lstStyle/>
          <a:p>
            <a:pPr algn="ctr"/>
            <a:endParaRPr lang="he-IL"/>
          </a:p>
        </p:txBody>
      </p:sp>
      <p:sp>
        <p:nvSpPr>
          <p:cNvPr id="3" name="אליפסה 2"/>
          <p:cNvSpPr/>
          <p:nvPr/>
        </p:nvSpPr>
        <p:spPr>
          <a:xfrm>
            <a:off x="10574448" y="1819373"/>
            <a:ext cx="1548422" cy="2254687"/>
          </a:xfrm>
          <a:prstGeom prst="ellipse">
            <a:avLst/>
          </a:prstGeom>
          <a:ln>
            <a:solidFill>
              <a:schemeClr val="accent2"/>
            </a:solidFill>
          </a:ln>
        </p:spPr>
        <p:style>
          <a:lnRef idx="2">
            <a:schemeClr val="accent1"/>
          </a:lnRef>
          <a:fillRef idx="1">
            <a:schemeClr val="lt1"/>
          </a:fillRef>
          <a:effectRef idx="0">
            <a:schemeClr val="accent1"/>
          </a:effectRef>
          <a:fontRef idx="minor">
            <a:schemeClr val="dk1"/>
          </a:fontRef>
        </p:style>
        <p:txBody>
          <a:bodyPr rtlCol="1" anchor="ctr"/>
          <a:lstStyle/>
          <a:p>
            <a:pPr algn="ctr"/>
            <a:endParaRPr lang="he-IL"/>
          </a:p>
        </p:txBody>
      </p:sp>
      <p:sp>
        <p:nvSpPr>
          <p:cNvPr id="8" name="מלבן 7"/>
          <p:cNvSpPr/>
          <p:nvPr/>
        </p:nvSpPr>
        <p:spPr>
          <a:xfrm>
            <a:off x="0" y="0"/>
            <a:ext cx="195943" cy="6850955"/>
          </a:xfrm>
          <a:prstGeom prst="rect">
            <a:avLst/>
          </a:prstGeom>
          <a:solidFill>
            <a:srgbClr val="4C77D8"/>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1" name="Title 1">
            <a:extLst>
              <a:ext uri="{FF2B5EF4-FFF2-40B4-BE49-F238E27FC236}">
                <a16:creationId xmlns:a16="http://schemas.microsoft.com/office/drawing/2014/main" id="{E0DA82B0-6AAD-4FB1-8122-13E88F23FD3E}"/>
              </a:ext>
            </a:extLst>
          </p:cNvPr>
          <p:cNvSpPr>
            <a:spLocks noGrp="1"/>
          </p:cNvSpPr>
          <p:nvPr>
            <p:ph type="title"/>
          </p:nvPr>
        </p:nvSpPr>
        <p:spPr>
          <a:xfrm>
            <a:off x="2096515" y="1595827"/>
            <a:ext cx="9503232" cy="376239"/>
          </a:xfrm>
        </p:spPr>
        <p:txBody>
          <a:bodyPr>
            <a:noAutofit/>
          </a:bodyPr>
          <a:lstStyle/>
          <a:p>
            <a:pPr algn="ctr"/>
            <a:r>
              <a:rPr lang="he-IL" sz="2400" b="1" dirty="0">
                <a:solidFill>
                  <a:srgbClr val="0070C0"/>
                </a:solidFill>
                <a:latin typeface="Calibri" panose="020F0502020204030204" pitchFamily="34" charset="0"/>
                <a:cs typeface="Calibri" panose="020F0502020204030204" pitchFamily="34" charset="0"/>
              </a:rPr>
              <a:t>מספר ושיעור זכאי גמלת </a:t>
            </a:r>
            <a:r>
              <a:rPr lang="he-IL" sz="2800" b="1" dirty="0">
                <a:solidFill>
                  <a:srgbClr val="0070C0"/>
                </a:solidFill>
                <a:latin typeface="Calibri" panose="020F0502020204030204" pitchFamily="34" charset="0"/>
                <a:cs typeface="Calibri" panose="020F0502020204030204" pitchFamily="34" charset="0"/>
              </a:rPr>
              <a:t>סיעוד</a:t>
            </a:r>
            <a:r>
              <a:rPr lang="he-IL" sz="2400" b="1" dirty="0">
                <a:solidFill>
                  <a:srgbClr val="0070C0"/>
                </a:solidFill>
                <a:latin typeface="Calibri" panose="020F0502020204030204" pitchFamily="34" charset="0"/>
                <a:cs typeface="Calibri" panose="020F0502020204030204" pitchFamily="34" charset="0"/>
              </a:rPr>
              <a:t> לפי שנים</a:t>
            </a:r>
            <a:br>
              <a:rPr lang="en-US" b="1" dirty="0">
                <a:solidFill>
                  <a:srgbClr val="E3403B"/>
                </a:solidFill>
              </a:rPr>
            </a:br>
            <a:endParaRPr lang="he-IL" dirty="0"/>
          </a:p>
        </p:txBody>
      </p:sp>
      <p:graphicFrame>
        <p:nvGraphicFramePr>
          <p:cNvPr id="12" name="Content Placeholder 3">
            <a:extLst>
              <a:ext uri="{FF2B5EF4-FFF2-40B4-BE49-F238E27FC236}">
                <a16:creationId xmlns:a16="http://schemas.microsoft.com/office/drawing/2014/main" id="{107E15D4-FC29-448A-83AC-24A248EB1A6F}"/>
              </a:ext>
            </a:extLst>
          </p:cNvPr>
          <p:cNvGraphicFramePr>
            <a:graphicFrameLocks/>
          </p:cNvGraphicFramePr>
          <p:nvPr/>
        </p:nvGraphicFramePr>
        <p:xfrm>
          <a:off x="1111106" y="1438520"/>
          <a:ext cx="4469562" cy="3707547"/>
        </p:xfrm>
        <a:graphic>
          <a:graphicData uri="http://schemas.openxmlformats.org/drawingml/2006/chart">
            <c:chart xmlns:c="http://schemas.openxmlformats.org/drawingml/2006/chart" xmlns:r="http://schemas.openxmlformats.org/officeDocument/2006/relationships" r:id="rId3"/>
          </a:graphicData>
        </a:graphic>
      </p:graphicFrame>
      <p:sp>
        <p:nvSpPr>
          <p:cNvPr id="13" name="TextBox 12">
            <a:extLst>
              <a:ext uri="{FF2B5EF4-FFF2-40B4-BE49-F238E27FC236}">
                <a16:creationId xmlns:a16="http://schemas.microsoft.com/office/drawing/2014/main" id="{70876D51-5A83-46FA-A207-A8563AAFD5CA}"/>
              </a:ext>
            </a:extLst>
          </p:cNvPr>
          <p:cNvSpPr txBox="1"/>
          <p:nvPr/>
        </p:nvSpPr>
        <p:spPr>
          <a:xfrm>
            <a:off x="6692289" y="5304038"/>
            <a:ext cx="3688422" cy="307777"/>
          </a:xfrm>
          <a:prstGeom prst="rect">
            <a:avLst/>
          </a:prstGeom>
          <a:noFill/>
        </p:spPr>
        <p:txBody>
          <a:bodyPr wrap="square" rtlCol="1">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מקור: </a:t>
            </a:r>
            <a:r>
              <a:rPr lang="he-IL" sz="1400">
                <a:solidFill>
                  <a:srgbClr val="424F58">
                    <a:lumMod val="60000"/>
                    <a:lumOff val="40000"/>
                  </a:srgbClr>
                </a:solidFill>
                <a:latin typeface="Calibri"/>
                <a:cs typeface="Calibri"/>
              </a:rPr>
              <a:t>ירחון סטטיסטי, ביטוח לאומי</a:t>
            </a: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 אוקטובר</a:t>
            </a:r>
            <a:r>
              <a:rPr kumimoji="0" lang="he-IL" sz="1200" b="0" i="0" u="none" strike="noStrike" kern="1200" cap="none" spc="0" normalizeH="0" baseline="0" noProof="0">
                <a:ln>
                  <a:noFill/>
                </a:ln>
                <a:solidFill>
                  <a:srgbClr val="424F58">
                    <a:lumMod val="60000"/>
                    <a:lumOff val="40000"/>
                  </a:srgbClr>
                </a:solidFill>
                <a:effectLst/>
                <a:uLnTx/>
                <a:uFillTx/>
                <a:latin typeface="Calibri"/>
                <a:ea typeface="+mn-ea"/>
                <a:cs typeface="Calibri"/>
              </a:rPr>
              <a:t> </a:t>
            </a: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2022</a:t>
            </a:r>
            <a:endParaRPr kumimoji="0" lang="he-IL" sz="1600" b="0" i="0" u="none" strike="noStrike" kern="1200" cap="none" spc="0" normalizeH="0" baseline="0" noProof="0">
              <a:ln>
                <a:noFill/>
              </a:ln>
              <a:solidFill>
                <a:srgbClr val="424F58">
                  <a:lumMod val="60000"/>
                  <a:lumOff val="40000"/>
                </a:srgbClr>
              </a:solidFill>
              <a:effectLst/>
              <a:uLnTx/>
              <a:uFillTx/>
              <a:latin typeface="Calibri"/>
              <a:ea typeface="+mn-ea"/>
              <a:cs typeface="Calibri"/>
            </a:endParaRPr>
          </a:p>
        </p:txBody>
      </p:sp>
      <p:graphicFrame>
        <p:nvGraphicFramePr>
          <p:cNvPr id="14" name="Content Placeholder 3">
            <a:extLst>
              <a:ext uri="{FF2B5EF4-FFF2-40B4-BE49-F238E27FC236}">
                <a16:creationId xmlns:a16="http://schemas.microsoft.com/office/drawing/2014/main" id="{098FA174-A176-4DF3-BA94-8CBFBEDFC3E8}"/>
              </a:ext>
            </a:extLst>
          </p:cNvPr>
          <p:cNvGraphicFramePr>
            <a:graphicFrameLocks/>
          </p:cNvGraphicFramePr>
          <p:nvPr/>
        </p:nvGraphicFramePr>
        <p:xfrm>
          <a:off x="6258410" y="1443416"/>
          <a:ext cx="5553376" cy="3859958"/>
        </p:xfrm>
        <a:graphic>
          <a:graphicData uri="http://schemas.openxmlformats.org/drawingml/2006/chart">
            <c:chart xmlns:c="http://schemas.openxmlformats.org/drawingml/2006/chart" xmlns:r="http://schemas.openxmlformats.org/officeDocument/2006/relationships" r:id="rId4"/>
          </a:graphicData>
        </a:graphic>
      </p:graphicFrame>
      <p:sp>
        <p:nvSpPr>
          <p:cNvPr id="15" name="TextBox 14">
            <a:extLst>
              <a:ext uri="{FF2B5EF4-FFF2-40B4-BE49-F238E27FC236}">
                <a16:creationId xmlns:a16="http://schemas.microsoft.com/office/drawing/2014/main" id="{18D5639C-6BE8-30CD-D0D1-A358E9AA2E84}"/>
              </a:ext>
            </a:extLst>
          </p:cNvPr>
          <p:cNvSpPr txBox="1"/>
          <p:nvPr/>
        </p:nvSpPr>
        <p:spPr>
          <a:xfrm>
            <a:off x="1392132" y="5304039"/>
            <a:ext cx="3688422" cy="307777"/>
          </a:xfrm>
          <a:prstGeom prst="rect">
            <a:avLst/>
          </a:prstGeom>
          <a:noFill/>
        </p:spPr>
        <p:txBody>
          <a:bodyPr wrap="square" rtlCol="1">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מקור: בני +65 בישראל שנתון סטטיסטי,</a:t>
            </a:r>
            <a:r>
              <a:rPr kumimoji="0" lang="he-IL" sz="1200" b="0" i="0" u="none" strike="noStrike" kern="1200" cap="none" spc="0" normalizeH="0" baseline="0" noProof="0">
                <a:ln>
                  <a:noFill/>
                </a:ln>
                <a:solidFill>
                  <a:srgbClr val="424F58">
                    <a:lumMod val="60000"/>
                    <a:lumOff val="40000"/>
                  </a:srgbClr>
                </a:solidFill>
                <a:effectLst/>
                <a:uLnTx/>
                <a:uFillTx/>
                <a:latin typeface="Calibri"/>
                <a:ea typeface="+mn-ea"/>
                <a:cs typeface="Calibri"/>
              </a:rPr>
              <a:t> </a:t>
            </a: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2022</a:t>
            </a:r>
            <a:endParaRPr kumimoji="0" lang="he-IL" sz="1600" b="0" i="0" u="none" strike="noStrike" kern="1200" cap="none" spc="0" normalizeH="0" baseline="0" noProof="0">
              <a:ln>
                <a:noFill/>
              </a:ln>
              <a:solidFill>
                <a:srgbClr val="424F58">
                  <a:lumMod val="60000"/>
                  <a:lumOff val="40000"/>
                </a:srgbClr>
              </a:solidFill>
              <a:effectLst/>
              <a:uLnTx/>
              <a:uFillTx/>
              <a:latin typeface="Calibri"/>
              <a:ea typeface="+mn-ea"/>
              <a:cs typeface="Calibri"/>
            </a:endParaRPr>
          </a:p>
        </p:txBody>
      </p:sp>
      <p:sp>
        <p:nvSpPr>
          <p:cNvPr id="2" name="מלבן 1"/>
          <p:cNvSpPr/>
          <p:nvPr/>
        </p:nvSpPr>
        <p:spPr>
          <a:xfrm>
            <a:off x="2289055" y="234527"/>
            <a:ext cx="6096000" cy="584775"/>
          </a:xfrm>
          <a:prstGeom prst="rect">
            <a:avLst/>
          </a:prstGeom>
        </p:spPr>
        <p:txBody>
          <a:bodyPr>
            <a:spAutoFit/>
          </a:bodyPr>
          <a:lstStyle/>
          <a:p>
            <a:r>
              <a:rPr lang="he-IL" sz="3200" b="1" dirty="0">
                <a:solidFill>
                  <a:srgbClr val="0070C0"/>
                </a:solidFill>
                <a:latin typeface="Calibri" panose="020F0502020204030204" pitchFamily="34" charset="0"/>
                <a:cs typeface="Calibri" panose="020F0502020204030204" pitchFamily="34" charset="0"/>
              </a:rPr>
              <a:t>האתגר בסיעוד 2024</a:t>
            </a:r>
            <a:endParaRPr lang="he-IL" sz="3200" dirty="0"/>
          </a:p>
        </p:txBody>
      </p:sp>
      <p:sp>
        <p:nvSpPr>
          <p:cNvPr id="18" name="מלבן 17"/>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9" name="TextBox 18"/>
          <p:cNvSpPr txBox="1"/>
          <p:nvPr/>
        </p:nvSpPr>
        <p:spPr>
          <a:xfrm rot="16200000">
            <a:off x="-648746" y="687406"/>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Tree>
    <p:extLst>
      <p:ext uri="{BB962C8B-B14F-4D97-AF65-F5344CB8AC3E}">
        <p14:creationId xmlns:p14="http://schemas.microsoft.com/office/powerpoint/2010/main" val="1020356013"/>
      </p:ext>
    </p:extLst>
  </p:cSld>
  <p:clrMapOvr>
    <a:masterClrMapping/>
  </p:clrMapOvr>
  <p:transition spd="slow">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4">
            <a:extLst>
              <a:ext uri="{FF2B5EF4-FFF2-40B4-BE49-F238E27FC236}">
                <a16:creationId xmlns:a16="http://schemas.microsoft.com/office/drawing/2014/main" id="{1DDF87A0-2D02-4AA4-948C-3565CF155EEF}"/>
              </a:ext>
            </a:extLst>
          </p:cNvPr>
          <p:cNvSpPr txBox="1">
            <a:spLocks/>
          </p:cNvSpPr>
          <p:nvPr/>
        </p:nvSpPr>
        <p:spPr>
          <a:xfrm>
            <a:off x="1400582" y="7050540"/>
            <a:ext cx="3622830" cy="1792519"/>
          </a:xfrm>
          <a:prstGeom prst="rect">
            <a:avLst/>
          </a:prstGeom>
        </p:spPr>
        <p:txBody>
          <a:bodyPr vert="horz" lIns="91440" tIns="45720" rIns="91440" bIns="45720" rtlCol="1">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1" eaLnBrk="1" fontAlgn="auto" latinLnBrk="0" hangingPunct="1">
              <a:lnSpc>
                <a:spcPct val="150000"/>
              </a:lnSpc>
              <a:spcBef>
                <a:spcPts val="1000"/>
              </a:spcBef>
              <a:spcAft>
                <a:spcPts val="0"/>
              </a:spcAft>
              <a:buClrTx/>
              <a:buSzTx/>
              <a:buFont typeface="Arial" panose="020B0604020202020204" pitchFamily="34" charset="0"/>
              <a:buNone/>
              <a:tabLst/>
              <a:defRPr/>
            </a:pPr>
            <a:r>
              <a:rPr kumimoji="0" lang="he-IL" sz="3200" b="1" i="0" u="none" strike="noStrike" kern="1200" cap="none" spc="0" normalizeH="0" baseline="0" noProof="0" dirty="0">
                <a:ln>
                  <a:noFill/>
                </a:ln>
                <a:solidFill>
                  <a:srgbClr val="0F6FC6"/>
                </a:solidFill>
                <a:effectLst/>
                <a:uLnTx/>
                <a:uFillTx/>
                <a:latin typeface="Assistant SemiBold" pitchFamily="2" charset="-79"/>
                <a:ea typeface="+mn-ea"/>
                <a:cs typeface="Assistant SemiBold" pitchFamily="2" charset="-79"/>
              </a:rPr>
              <a:t>שיעור בני 65+ מהאוכלוסייה צפוי להמשיך ולגדול בקביעות בעשרות השנים הקרובות</a:t>
            </a:r>
          </a:p>
        </p:txBody>
      </p:sp>
      <p:sp>
        <p:nvSpPr>
          <p:cNvPr id="2" name="מלבן 1">
            <a:extLst>
              <a:ext uri="{FF2B5EF4-FFF2-40B4-BE49-F238E27FC236}">
                <a16:creationId xmlns:a16="http://schemas.microsoft.com/office/drawing/2014/main" id="{E6863806-BEB9-A270-BCC5-79F7F53C29C4}"/>
              </a:ext>
            </a:extLst>
          </p:cNvPr>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pic>
        <p:nvPicPr>
          <p:cNvPr id="5" name="תמונה 4">
            <a:extLst>
              <a:ext uri="{FF2B5EF4-FFF2-40B4-BE49-F238E27FC236}">
                <a16:creationId xmlns:a16="http://schemas.microsoft.com/office/drawing/2014/main" id="{71402ACB-05EA-48A7-6789-132B540DDCA6}"/>
              </a:ext>
            </a:extLst>
          </p:cNvPr>
          <p:cNvPicPr>
            <a:picLocks noChangeAspect="1"/>
          </p:cNvPicPr>
          <p:nvPr/>
        </p:nvPicPr>
        <p:blipFill>
          <a:blip r:embed="rId3">
            <a:extLst>
              <a:ext uri="{28A0092B-C50C-407E-A947-70E740481C1C}">
                <a14:useLocalDpi xmlns:a14="http://schemas.microsoft.com/office/drawing/2010/main" val="0"/>
              </a:ext>
            </a:extLst>
          </a:blip>
          <a:srcRect t="20022"/>
          <a:stretch/>
        </p:blipFill>
        <p:spPr>
          <a:xfrm>
            <a:off x="6260310" y="1787800"/>
            <a:ext cx="5606022" cy="337292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תיבת טקסט 6">
            <a:extLst>
              <a:ext uri="{FF2B5EF4-FFF2-40B4-BE49-F238E27FC236}">
                <a16:creationId xmlns:a16="http://schemas.microsoft.com/office/drawing/2014/main" id="{443B8AC8-0D01-3B4C-448C-1F7EF0AD8A75}"/>
              </a:ext>
            </a:extLst>
          </p:cNvPr>
          <p:cNvSpPr txBox="1"/>
          <p:nvPr/>
        </p:nvSpPr>
        <p:spPr>
          <a:xfrm>
            <a:off x="362052" y="2876582"/>
            <a:ext cx="5303482" cy="361637"/>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750" b="1" i="0" u="none" strike="noStrike" kern="1200" cap="none" spc="0" normalizeH="0" baseline="0" noProof="0" dirty="0">
                <a:ln>
                  <a:noFill/>
                </a:ln>
                <a:solidFill>
                  <a:prstClr val="black"/>
                </a:solidFill>
                <a:effectLst/>
                <a:uLnTx/>
                <a:uFillTx/>
                <a:latin typeface="Calibri"/>
                <a:ea typeface="+mn-ea"/>
                <a:cs typeface="Calibri"/>
              </a:rPr>
              <a:t>שיעור אזרחים ותיקים מקבלי סיעוד בהשוואה בינלאומית 2020</a:t>
            </a:r>
          </a:p>
        </p:txBody>
      </p:sp>
      <p:grpSp>
        <p:nvGrpSpPr>
          <p:cNvPr id="3" name="קבוצה 2">
            <a:extLst>
              <a:ext uri="{FF2B5EF4-FFF2-40B4-BE49-F238E27FC236}">
                <a16:creationId xmlns:a16="http://schemas.microsoft.com/office/drawing/2014/main" id="{9A0F3AFB-3F91-5E3F-9E83-7856F7564B24}"/>
              </a:ext>
            </a:extLst>
          </p:cNvPr>
          <p:cNvGrpSpPr/>
          <p:nvPr/>
        </p:nvGrpSpPr>
        <p:grpSpPr>
          <a:xfrm>
            <a:off x="581835" y="3429000"/>
            <a:ext cx="5349855" cy="3066465"/>
            <a:chOff x="6607820" y="1632981"/>
            <a:chExt cx="5198110" cy="2694866"/>
          </a:xfrm>
        </p:grpSpPr>
        <p:pic>
          <p:nvPicPr>
            <p:cNvPr id="6" name="תמונה 5">
              <a:extLst>
                <a:ext uri="{FF2B5EF4-FFF2-40B4-BE49-F238E27FC236}">
                  <a16:creationId xmlns:a16="http://schemas.microsoft.com/office/drawing/2014/main" id="{AD9E4335-9EFE-CBA4-3A3D-B81800B60C23}"/>
                </a:ext>
              </a:extLst>
            </p:cNvPr>
            <p:cNvPicPr>
              <a:picLocks noChangeAspect="1"/>
            </p:cNvPicPr>
            <p:nvPr/>
          </p:nvPicPr>
          <p:blipFill>
            <a:blip r:embed="rId4">
              <a:extLst>
                <a:ext uri="{28A0092B-C50C-407E-A947-70E740481C1C}">
                  <a14:useLocalDpi xmlns:a14="http://schemas.microsoft.com/office/drawing/2010/main" val="0"/>
                </a:ext>
              </a:extLst>
            </a:blip>
            <a:srcRect t="16786"/>
            <a:stretch/>
          </p:blipFill>
          <p:spPr>
            <a:xfrm>
              <a:off x="6607820" y="1632981"/>
              <a:ext cx="5198110" cy="2694866"/>
            </a:xfrm>
            <a:prstGeom prst="rect">
              <a:avLst/>
            </a:prstGeom>
            <a:solidFill>
              <a:srgbClr val="377982"/>
            </a:solidFill>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מלבן 7">
              <a:extLst>
                <a:ext uri="{FF2B5EF4-FFF2-40B4-BE49-F238E27FC236}">
                  <a16:creationId xmlns:a16="http://schemas.microsoft.com/office/drawing/2014/main" id="{CCFE7E6E-CDD1-DECB-47A3-09064CC37047}"/>
                </a:ext>
              </a:extLst>
            </p:cNvPr>
            <p:cNvSpPr/>
            <p:nvPr/>
          </p:nvSpPr>
          <p:spPr>
            <a:xfrm>
              <a:off x="10620374" y="2181225"/>
              <a:ext cx="133351" cy="161925"/>
            </a:xfrm>
            <a:prstGeom prst="rect">
              <a:avLst/>
            </a:prstGeom>
            <a:solidFill>
              <a:srgbClr val="377982"/>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a:ea typeface="+mn-ea"/>
                <a:cs typeface="Calibri"/>
              </a:endParaRPr>
            </a:p>
          </p:txBody>
        </p:sp>
      </p:grpSp>
      <p:sp>
        <p:nvSpPr>
          <p:cNvPr id="11" name="תיבת טקסט 10">
            <a:extLst>
              <a:ext uri="{FF2B5EF4-FFF2-40B4-BE49-F238E27FC236}">
                <a16:creationId xmlns:a16="http://schemas.microsoft.com/office/drawing/2014/main" id="{12F9CFAA-A962-85E6-1699-08C6A997CF37}"/>
              </a:ext>
            </a:extLst>
          </p:cNvPr>
          <p:cNvSpPr txBox="1"/>
          <p:nvPr/>
        </p:nvSpPr>
        <p:spPr>
          <a:xfrm>
            <a:off x="5779946" y="1379487"/>
            <a:ext cx="6143624" cy="338554"/>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a:ea typeface="+mn-ea"/>
                <a:cs typeface="Calibri"/>
              </a:rPr>
              <a:t>קצב גידול מקבלי גמלת סיעוד, ביטוח סיעודי וקצבת אזרח ותיק 2017-2022</a:t>
            </a:r>
          </a:p>
        </p:txBody>
      </p:sp>
      <p:sp>
        <p:nvSpPr>
          <p:cNvPr id="12" name="תיבת טקסט 11">
            <a:extLst>
              <a:ext uri="{FF2B5EF4-FFF2-40B4-BE49-F238E27FC236}">
                <a16:creationId xmlns:a16="http://schemas.microsoft.com/office/drawing/2014/main" id="{8DA4FBA9-53BA-F3E0-2F6C-0A557399D4E2}"/>
              </a:ext>
            </a:extLst>
          </p:cNvPr>
          <p:cNvSpPr txBox="1"/>
          <p:nvPr/>
        </p:nvSpPr>
        <p:spPr>
          <a:xfrm>
            <a:off x="4110213" y="190404"/>
            <a:ext cx="7813357" cy="584775"/>
          </a:xfrm>
          <a:prstGeom prst="rect">
            <a:avLst/>
          </a:prstGeom>
          <a:noFill/>
        </p:spPr>
        <p:txBody>
          <a:bodyPr wrap="none" rtlCol="1">
            <a:spAutoFit/>
          </a:bodyPr>
          <a:lstStyle/>
          <a:p>
            <a:pPr marR="0" indent="0" fontAlgn="auto">
              <a:lnSpc>
                <a:spcPct val="100000"/>
              </a:lnSpc>
              <a:spcBef>
                <a:spcPts val="0"/>
              </a:spcBef>
              <a:spcAft>
                <a:spcPts val="0"/>
              </a:spcAft>
              <a:buClrTx/>
              <a:buSzTx/>
              <a:buFontTx/>
              <a:buNone/>
              <a:tabLst/>
              <a:defRPr/>
            </a:pPr>
            <a:r>
              <a:rPr lang="he-IL" sz="3200" b="1" dirty="0">
                <a:solidFill>
                  <a:srgbClr val="002060"/>
                </a:solidFill>
                <a:latin typeface="Assistant" pitchFamily="2" charset="-79"/>
                <a:cs typeface="Assistant" pitchFamily="2" charset="-79"/>
              </a:rPr>
              <a:t>השוואה בין הגמלאות לזקנה והשוואה בינלאומית </a:t>
            </a:r>
          </a:p>
        </p:txBody>
      </p:sp>
      <p:sp>
        <p:nvSpPr>
          <p:cNvPr id="9" name="TextBox 14">
            <a:extLst>
              <a:ext uri="{FF2B5EF4-FFF2-40B4-BE49-F238E27FC236}">
                <a16:creationId xmlns:a16="http://schemas.microsoft.com/office/drawing/2014/main" id="{A9BF7933-D989-EADB-0667-5FEE9512F3DE}"/>
              </a:ext>
            </a:extLst>
          </p:cNvPr>
          <p:cNvSpPr txBox="1"/>
          <p:nvPr/>
        </p:nvSpPr>
        <p:spPr>
          <a:xfrm rot="16200000">
            <a:off x="-541072" y="472888"/>
            <a:ext cx="1284327"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a:ea typeface="+mn-ea"/>
                <a:cs typeface="Calibri"/>
              </a:rPr>
              <a:t>האתגר בסיעוד</a:t>
            </a:r>
          </a:p>
        </p:txBody>
      </p:sp>
    </p:spTree>
    <p:extLst>
      <p:ext uri="{BB962C8B-B14F-4D97-AF65-F5344CB8AC3E}">
        <p14:creationId xmlns:p14="http://schemas.microsoft.com/office/powerpoint/2010/main" val="20598354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81D09-A6F3-E00A-D77F-10AF82DF07CE}"/>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3CC5C12D-41C0-C81E-68AB-2B97AA4843A2}"/>
              </a:ext>
            </a:extLst>
          </p:cNvPr>
          <p:cNvSpPr txBox="1"/>
          <p:nvPr/>
        </p:nvSpPr>
        <p:spPr>
          <a:xfrm>
            <a:off x="5670191" y="162532"/>
            <a:ext cx="6104740" cy="584775"/>
          </a:xfrm>
          <a:prstGeom prst="rect">
            <a:avLst/>
          </a:prstGeom>
          <a:noFill/>
        </p:spPr>
        <p:txBody>
          <a:bodyPr wrap="square" rtlCol="0">
            <a:spAutoFit/>
          </a:bodyPr>
          <a:lstStyle/>
          <a:p>
            <a:pPr lvl="0">
              <a:defRPr/>
            </a:pPr>
            <a:r>
              <a:rPr lang="he-IL" sz="3200" b="1" dirty="0">
                <a:solidFill>
                  <a:srgbClr val="002060"/>
                </a:solidFill>
                <a:latin typeface="Assistant" pitchFamily="2" charset="-79"/>
                <a:cs typeface="Assistant" pitchFamily="2" charset="-79"/>
              </a:rPr>
              <a:t>פרגמנטציה בין גופים שונים</a:t>
            </a:r>
          </a:p>
        </p:txBody>
      </p:sp>
      <p:grpSp>
        <p:nvGrpSpPr>
          <p:cNvPr id="3" name="קבוצה 2">
            <a:extLst>
              <a:ext uri="{FF2B5EF4-FFF2-40B4-BE49-F238E27FC236}">
                <a16:creationId xmlns:a16="http://schemas.microsoft.com/office/drawing/2014/main" id="{4F13153D-02BF-ED1C-ECDD-45804F828E0B}"/>
              </a:ext>
            </a:extLst>
          </p:cNvPr>
          <p:cNvGrpSpPr/>
          <p:nvPr/>
        </p:nvGrpSpPr>
        <p:grpSpPr>
          <a:xfrm>
            <a:off x="1052945" y="615933"/>
            <a:ext cx="10874746" cy="6079535"/>
            <a:chOff x="-1645970" y="-44828"/>
            <a:chExt cx="12281546" cy="6577485"/>
          </a:xfrm>
        </p:grpSpPr>
        <p:grpSp>
          <p:nvGrpSpPr>
            <p:cNvPr id="7" name="קבוצה 6">
              <a:extLst>
                <a:ext uri="{FF2B5EF4-FFF2-40B4-BE49-F238E27FC236}">
                  <a16:creationId xmlns:a16="http://schemas.microsoft.com/office/drawing/2014/main" id="{B201840E-D999-BE87-8301-ACAFB253C837}"/>
                </a:ext>
              </a:extLst>
            </p:cNvPr>
            <p:cNvGrpSpPr/>
            <p:nvPr/>
          </p:nvGrpSpPr>
          <p:grpSpPr>
            <a:xfrm>
              <a:off x="-1645970" y="790196"/>
              <a:ext cx="11319761" cy="5742461"/>
              <a:chOff x="-1645970" y="790196"/>
              <a:chExt cx="11319761" cy="5742461"/>
            </a:xfrm>
          </p:grpSpPr>
          <p:pic>
            <p:nvPicPr>
              <p:cNvPr id="17" name="תמונה 16">
                <a:extLst>
                  <a:ext uri="{FF2B5EF4-FFF2-40B4-BE49-F238E27FC236}">
                    <a16:creationId xmlns:a16="http://schemas.microsoft.com/office/drawing/2014/main" id="{6CA69DF7-8B01-5EA3-159E-A542F4DBE61C}"/>
                  </a:ext>
                </a:extLst>
              </p:cNvPr>
              <p:cNvPicPr>
                <a:picLocks noChangeAspect="1"/>
              </p:cNvPicPr>
              <p:nvPr/>
            </p:nvPicPr>
            <p:blipFill rotWithShape="1">
              <a:blip r:embed="rId2"/>
              <a:srcRect l="16304" t="34812" r="18044" b="13430"/>
              <a:stretch/>
            </p:blipFill>
            <p:spPr>
              <a:xfrm>
                <a:off x="-1645970" y="790196"/>
                <a:ext cx="11319761" cy="5019864"/>
              </a:xfrm>
              <a:prstGeom prst="rect">
                <a:avLst/>
              </a:prstGeom>
            </p:spPr>
          </p:pic>
          <p:sp>
            <p:nvSpPr>
              <p:cNvPr id="19" name="TextBox 6">
                <a:extLst>
                  <a:ext uri="{FF2B5EF4-FFF2-40B4-BE49-F238E27FC236}">
                    <a16:creationId xmlns:a16="http://schemas.microsoft.com/office/drawing/2014/main" id="{EF3F2BC7-1229-D860-E240-A7760038A7DC}"/>
                  </a:ext>
                </a:extLst>
              </p:cNvPr>
              <p:cNvSpPr txBox="1"/>
              <p:nvPr/>
            </p:nvSpPr>
            <p:spPr>
              <a:xfrm>
                <a:off x="1276116" y="6186381"/>
                <a:ext cx="1763487" cy="346276"/>
              </a:xfrm>
              <a:prstGeom prst="rect">
                <a:avLst/>
              </a:prstGeom>
              <a:noFill/>
            </p:spPr>
            <p:txBody>
              <a:bodyPr wrap="square" rtlCol="1">
                <a:spAutoFit/>
              </a:bodyPr>
              <a:ls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400" b="1" i="0" u="none" strike="noStrike" kern="1200" cap="none" spc="0" normalizeH="0" baseline="0" noProof="0" dirty="0">
                  <a:ln>
                    <a:noFill/>
                  </a:ln>
                  <a:solidFill>
                    <a:srgbClr val="2980B9"/>
                  </a:solidFill>
                  <a:effectLst/>
                  <a:uLnTx/>
                  <a:uFillTx/>
                  <a:latin typeface="Calibri"/>
                  <a:ea typeface="+mn-ea"/>
                  <a:cs typeface="Arial" panose="020B0604020202020204" pitchFamily="34" charset="0"/>
                </a:endParaRPr>
              </a:p>
            </p:txBody>
          </p:sp>
          <p:sp>
            <p:nvSpPr>
              <p:cNvPr id="20" name="אליפסה 19">
                <a:extLst>
                  <a:ext uri="{FF2B5EF4-FFF2-40B4-BE49-F238E27FC236}">
                    <a16:creationId xmlns:a16="http://schemas.microsoft.com/office/drawing/2014/main" id="{949F45B3-84AC-09D6-4568-7C5D32CA72B6}"/>
                  </a:ext>
                </a:extLst>
              </p:cNvPr>
              <p:cNvSpPr/>
              <p:nvPr/>
            </p:nvSpPr>
            <p:spPr>
              <a:xfrm>
                <a:off x="4628080" y="2641603"/>
                <a:ext cx="1763487" cy="1630837"/>
              </a:xfrm>
              <a:prstGeom prst="ellipse">
                <a:avLst/>
              </a:prstGeom>
              <a:solidFill>
                <a:schemeClr val="bg1"/>
              </a:solidFill>
              <a:ln>
                <a:solidFill>
                  <a:schemeClr val="bg1"/>
                </a:solidFill>
              </a:ln>
            </p:spPr>
            <p:style>
              <a:lnRef idx="2">
                <a:schemeClr val="accent1"/>
              </a:lnRef>
              <a:fillRef idx="1">
                <a:schemeClr val="lt1"/>
              </a:fillRef>
              <a:effectRef idx="0">
                <a:schemeClr val="accent1"/>
              </a:effectRef>
              <a:fontRef idx="minor">
                <a:schemeClr val="dk1"/>
              </a:fontRef>
            </p:style>
            <p:txBody>
              <a:bodyPr rtlCol="1" anchor="ctr"/>
              <a:lstStyle>
                <a:defPPr>
                  <a:defRPr lang="he-IL"/>
                </a:defPPr>
                <a:lvl1pPr marL="0" algn="r" defTabSz="914400" rtl="1" eaLnBrk="1" latinLnBrk="0" hangingPunct="1">
                  <a:defRPr sz="1800" kern="1200">
                    <a:solidFill>
                      <a:schemeClr val="dk1"/>
                    </a:solidFill>
                    <a:latin typeface="+mn-lt"/>
                    <a:ea typeface="+mn-ea"/>
                    <a:cs typeface="+mn-cs"/>
                  </a:defRPr>
                </a:lvl1pPr>
                <a:lvl2pPr marL="457200" algn="r" defTabSz="914400" rtl="1" eaLnBrk="1" latinLnBrk="0" hangingPunct="1">
                  <a:defRPr sz="1800" kern="1200">
                    <a:solidFill>
                      <a:schemeClr val="dk1"/>
                    </a:solidFill>
                    <a:latin typeface="+mn-lt"/>
                    <a:ea typeface="+mn-ea"/>
                    <a:cs typeface="+mn-cs"/>
                  </a:defRPr>
                </a:lvl2pPr>
                <a:lvl3pPr marL="914400" algn="r" defTabSz="914400" rtl="1" eaLnBrk="1" latinLnBrk="0" hangingPunct="1">
                  <a:defRPr sz="1800" kern="1200">
                    <a:solidFill>
                      <a:schemeClr val="dk1"/>
                    </a:solidFill>
                    <a:latin typeface="+mn-lt"/>
                    <a:ea typeface="+mn-ea"/>
                    <a:cs typeface="+mn-cs"/>
                  </a:defRPr>
                </a:lvl3pPr>
                <a:lvl4pPr marL="1371600" algn="r" defTabSz="914400" rtl="1" eaLnBrk="1" latinLnBrk="0" hangingPunct="1">
                  <a:defRPr sz="1800" kern="1200">
                    <a:solidFill>
                      <a:schemeClr val="dk1"/>
                    </a:solidFill>
                    <a:latin typeface="+mn-lt"/>
                    <a:ea typeface="+mn-ea"/>
                    <a:cs typeface="+mn-cs"/>
                  </a:defRPr>
                </a:lvl4pPr>
                <a:lvl5pPr marL="1828800" algn="r" defTabSz="914400" rtl="1" eaLnBrk="1" latinLnBrk="0" hangingPunct="1">
                  <a:defRPr sz="1800" kern="1200">
                    <a:solidFill>
                      <a:schemeClr val="dk1"/>
                    </a:solidFill>
                    <a:latin typeface="+mn-lt"/>
                    <a:ea typeface="+mn-ea"/>
                    <a:cs typeface="+mn-cs"/>
                  </a:defRPr>
                </a:lvl5pPr>
                <a:lvl6pPr marL="2286000" algn="r" defTabSz="914400" rtl="1" eaLnBrk="1" latinLnBrk="0" hangingPunct="1">
                  <a:defRPr sz="1800" kern="1200">
                    <a:solidFill>
                      <a:schemeClr val="dk1"/>
                    </a:solidFill>
                    <a:latin typeface="+mn-lt"/>
                    <a:ea typeface="+mn-ea"/>
                    <a:cs typeface="+mn-cs"/>
                  </a:defRPr>
                </a:lvl6pPr>
                <a:lvl7pPr marL="2743200" algn="r" defTabSz="914400" rtl="1" eaLnBrk="1" latinLnBrk="0" hangingPunct="1">
                  <a:defRPr sz="1800" kern="1200">
                    <a:solidFill>
                      <a:schemeClr val="dk1"/>
                    </a:solidFill>
                    <a:latin typeface="+mn-lt"/>
                    <a:ea typeface="+mn-ea"/>
                    <a:cs typeface="+mn-cs"/>
                  </a:defRPr>
                </a:lvl7pPr>
                <a:lvl8pPr marL="3200400" algn="r" defTabSz="914400" rtl="1" eaLnBrk="1" latinLnBrk="0" hangingPunct="1">
                  <a:defRPr sz="1800" kern="1200">
                    <a:solidFill>
                      <a:schemeClr val="dk1"/>
                    </a:solidFill>
                    <a:latin typeface="+mn-lt"/>
                    <a:ea typeface="+mn-ea"/>
                    <a:cs typeface="+mn-cs"/>
                  </a:defRPr>
                </a:lvl8pPr>
                <a:lvl9pPr marL="3657600" algn="r" defTabSz="914400" rtl="1" eaLnBrk="1" latinLnBrk="0" hangingPunct="1">
                  <a:defRPr sz="1800" kern="1200">
                    <a:solidFill>
                      <a:schemeClr val="dk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95A5A6"/>
                  </a:solidFill>
                  <a:effectLst/>
                  <a:uLnTx/>
                  <a:uFillTx/>
                  <a:latin typeface="Calibri"/>
                  <a:ea typeface="+mn-ea"/>
                  <a:cs typeface="Arial" panose="020B0604020202020204" pitchFamily="34" charset="0"/>
                </a:endParaRPr>
              </a:p>
            </p:txBody>
          </p:sp>
          <p:sp>
            <p:nvSpPr>
              <p:cNvPr id="21" name="מלבן 20">
                <a:extLst>
                  <a:ext uri="{FF2B5EF4-FFF2-40B4-BE49-F238E27FC236}">
                    <a16:creationId xmlns:a16="http://schemas.microsoft.com/office/drawing/2014/main" id="{E419C417-BD8D-59A2-3E8B-7A7BE02C2A05}"/>
                  </a:ext>
                </a:extLst>
              </p:cNvPr>
              <p:cNvSpPr/>
              <p:nvPr/>
            </p:nvSpPr>
            <p:spPr>
              <a:xfrm>
                <a:off x="4720248" y="3826330"/>
                <a:ext cx="1579150" cy="346276"/>
              </a:xfrm>
              <a:prstGeom prst="rect">
                <a:avLst/>
              </a:prstGeom>
            </p:spPr>
            <p:txBody>
              <a:bodyPr wrap="none">
                <a:spAutoFit/>
              </a:bodyPr>
              <a:ls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2980B9"/>
                    </a:solidFill>
                    <a:effectLst/>
                    <a:uLnTx/>
                    <a:uFillTx/>
                    <a:latin typeface="Calibri"/>
                    <a:ea typeface="+mn-ea"/>
                    <a:cs typeface="Arial" panose="020B0604020202020204" pitchFamily="34" charset="0"/>
                  </a:rPr>
                  <a:t>האזרח במרכז?</a:t>
                </a:r>
              </a:p>
            </p:txBody>
          </p:sp>
          <p:pic>
            <p:nvPicPr>
              <p:cNvPr id="22" name="Graphic 4" descr="Man with cane outline">
                <a:extLst>
                  <a:ext uri="{FF2B5EF4-FFF2-40B4-BE49-F238E27FC236}">
                    <a16:creationId xmlns:a16="http://schemas.microsoft.com/office/drawing/2014/main" id="{3AFEFADB-2164-790E-D1BD-2E4E3A2FDCF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flipH="1">
                <a:off x="5144302" y="3006785"/>
                <a:ext cx="731042" cy="819545"/>
              </a:xfrm>
              <a:prstGeom prst="rect">
                <a:avLst/>
              </a:prstGeom>
            </p:spPr>
          </p:pic>
        </p:grpSp>
        <p:sp>
          <p:nvSpPr>
            <p:cNvPr id="15" name="Text 3">
              <a:extLst>
                <a:ext uri="{FF2B5EF4-FFF2-40B4-BE49-F238E27FC236}">
                  <a16:creationId xmlns:a16="http://schemas.microsoft.com/office/drawing/2014/main" id="{8A633AD2-F731-F526-7AA5-9DBD5658FD3F}"/>
                </a:ext>
              </a:extLst>
            </p:cNvPr>
            <p:cNvSpPr/>
            <p:nvPr/>
          </p:nvSpPr>
          <p:spPr>
            <a:xfrm>
              <a:off x="134146" y="-44828"/>
              <a:ext cx="10501430" cy="1670050"/>
            </a:xfrm>
            <a:prstGeom prst="rect">
              <a:avLst/>
            </a:prstGeom>
            <a:noFill/>
            <a:ln/>
          </p:spPr>
          <p:txBody>
            <a:bodyPr wrap="square" rtlCol="0" anchor="t"/>
            <a:ls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4000" b="1" i="0" u="none" strike="noStrike" kern="1200" cap="none" spc="0" normalizeH="0" baseline="0" noProof="0" dirty="0">
                <a:ln>
                  <a:noFill/>
                </a:ln>
                <a:solidFill>
                  <a:srgbClr val="002060"/>
                </a:solidFill>
                <a:effectLst/>
                <a:uLnTx/>
                <a:uFillTx/>
                <a:latin typeface="Calibri"/>
                <a:ea typeface="+mn-ea"/>
                <a:cs typeface="Calibri"/>
              </a:endParaRPr>
            </a:p>
          </p:txBody>
        </p:sp>
      </p:grpSp>
      <p:pic>
        <p:nvPicPr>
          <p:cNvPr id="24" name="Picture 10">
            <a:extLst>
              <a:ext uri="{FF2B5EF4-FFF2-40B4-BE49-F238E27FC236}">
                <a16:creationId xmlns:a16="http://schemas.microsoft.com/office/drawing/2014/main" id="{CB15E977-19FB-FAD0-0067-E5716BCBF114}"/>
              </a:ext>
            </a:extLst>
          </p:cNvPr>
          <p:cNvPicPr>
            <a:picLocks noChangeAspect="1"/>
          </p:cNvPicPr>
          <p:nvPr/>
        </p:nvPicPr>
        <p:blipFill rotWithShape="1">
          <a:blip r:embed="rId5" cstate="screen">
            <a:clrChange>
              <a:clrFrom>
                <a:srgbClr val="EBF6F5"/>
              </a:clrFrom>
              <a:clrTo>
                <a:srgbClr val="EBF6F5">
                  <a:alpha val="0"/>
                </a:srgbClr>
              </a:clrTo>
            </a:clrChange>
            <a:extLst>
              <a:ext uri="{28A0092B-C50C-407E-A947-70E740481C1C}">
                <a14:useLocalDpi xmlns:a14="http://schemas.microsoft.com/office/drawing/2010/main"/>
              </a:ext>
            </a:extLst>
          </a:blip>
          <a:srcRect t="81298" r="76680"/>
          <a:stretch/>
        </p:blipFill>
        <p:spPr>
          <a:xfrm>
            <a:off x="1115926" y="5011627"/>
            <a:ext cx="2231823" cy="793243"/>
          </a:xfrm>
          <a:prstGeom prst="rect">
            <a:avLst/>
          </a:prstGeom>
        </p:spPr>
      </p:pic>
    </p:spTree>
    <p:extLst>
      <p:ext uri="{BB962C8B-B14F-4D97-AF65-F5344CB8AC3E}">
        <p14:creationId xmlns:p14="http://schemas.microsoft.com/office/powerpoint/2010/main" val="35699684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a:extLst>
              <a:ext uri="{FF2B5EF4-FFF2-40B4-BE49-F238E27FC236}">
                <a16:creationId xmlns:a16="http://schemas.microsoft.com/office/drawing/2014/main" id="{5BDC36F2-0B8D-4241-A254-A3A765B32305}"/>
              </a:ext>
            </a:extLst>
          </p:cNvPr>
          <p:cNvSpPr/>
          <p:nvPr/>
        </p:nvSpPr>
        <p:spPr>
          <a:xfrm>
            <a:off x="6089251" y="4651289"/>
            <a:ext cx="2412901" cy="302618"/>
          </a:xfrm>
          <a:prstGeom prst="rect">
            <a:avLst/>
          </a:prstGeom>
          <a:noFill/>
          <a:ln/>
        </p:spPr>
        <p:txBody>
          <a:bodyPr wrap="none" rtlCol="0" anchor="t"/>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906"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שיתוף נתונים</a:t>
            </a:r>
            <a:r>
              <a:rPr kumimoji="0" lang="en-US" sz="1906"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 </a:t>
            </a:r>
            <a:endParaRPr kumimoji="0" lang="en-US" sz="1906"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sp>
        <p:nvSpPr>
          <p:cNvPr id="6" name="Text 4">
            <a:extLst>
              <a:ext uri="{FF2B5EF4-FFF2-40B4-BE49-F238E27FC236}">
                <a16:creationId xmlns:a16="http://schemas.microsoft.com/office/drawing/2014/main" id="{2403B928-EE33-401E-AA7B-E630A0D0EAD6}"/>
              </a:ext>
            </a:extLst>
          </p:cNvPr>
          <p:cNvSpPr/>
          <p:nvPr/>
        </p:nvSpPr>
        <p:spPr>
          <a:xfrm>
            <a:off x="3689847" y="5077334"/>
            <a:ext cx="4812305" cy="879060"/>
          </a:xfrm>
          <a:prstGeom prst="rect">
            <a:avLst/>
          </a:prstGeom>
          <a:noFill/>
          <a:ln/>
        </p:spPr>
        <p:txBody>
          <a:bodyPr wrap="square" rtlCol="0" anchor="t"/>
          <a:lstStyle/>
          <a:p>
            <a:pPr marL="0" marR="0" lvl="0" indent="0" algn="r" defTabSz="914400" rtl="1" eaLnBrk="1" fontAlgn="auto" latinLnBrk="0" hangingPunct="1">
              <a:lnSpc>
                <a:spcPts val="2592"/>
              </a:lnSpc>
              <a:spcBef>
                <a:spcPts val="0"/>
              </a:spcBef>
              <a:spcAft>
                <a:spcPts val="0"/>
              </a:spcAft>
              <a:buClrTx/>
              <a:buSzTx/>
              <a:buFontTx/>
              <a:buNone/>
              <a:tabLst/>
              <a:defRPr/>
            </a:pP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פריצת החומות </a:t>
            </a:r>
            <a:r>
              <a:rPr kumimoji="0" lang="he-IL" sz="162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ו</a:t>
            </a:r>
            <a:r>
              <a:rPr kumimoji="0" lang="he-IL" sz="1620" b="1"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שיתוף נתונים </a:t>
            </a:r>
            <a:r>
              <a:rPr kumimoji="0" lang="he-IL" sz="1620" b="1" i="0" u="none" strike="noStrike" kern="1200" cap="none" spc="0" normalizeH="0" baseline="0" noProof="0" dirty="0" err="1">
                <a:ln>
                  <a:noFill/>
                </a:ln>
                <a:solidFill>
                  <a:prstClr val="black"/>
                </a:solidFill>
                <a:effectLst/>
                <a:uLnTx/>
                <a:uFillTx/>
                <a:latin typeface="Assistant" pitchFamily="2" charset="-79"/>
                <a:ea typeface="Quattrocento" pitchFamily="34" charset="-122"/>
                <a:cs typeface="Assistant" pitchFamily="2" charset="-79"/>
              </a:rPr>
              <a:t>באקוסיסטם</a:t>
            </a:r>
            <a:r>
              <a:rPr kumimoji="0" lang="he-IL" sz="1620" b="1"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 </a:t>
            </a: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כבסיס לגיבוש תמונת מצב </a:t>
            </a:r>
            <a:r>
              <a:rPr kumimoji="0" lang="he-IL" sz="1620" b="0" i="0" u="none" strike="noStrike" kern="1200" cap="none" spc="0" normalizeH="0" baseline="0" noProof="0" dirty="0" err="1">
                <a:ln>
                  <a:noFill/>
                </a:ln>
                <a:solidFill>
                  <a:prstClr val="black"/>
                </a:solidFill>
                <a:effectLst/>
                <a:uLnTx/>
                <a:uFillTx/>
                <a:latin typeface="Assistant" pitchFamily="2" charset="-79"/>
                <a:ea typeface="Quattrocento" pitchFamily="34" charset="-122"/>
                <a:cs typeface="Assistant" pitchFamily="2" charset="-79"/>
              </a:rPr>
              <a:t>מדוייקת</a:t>
            </a: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 שיפור השירותים והתאמתם לאזרח </a:t>
            </a:r>
            <a:endParaRPr kumimoji="0" lang="en-US" sz="162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8" name="Text 5">
            <a:extLst>
              <a:ext uri="{FF2B5EF4-FFF2-40B4-BE49-F238E27FC236}">
                <a16:creationId xmlns:a16="http://schemas.microsoft.com/office/drawing/2014/main" id="{AED60C49-9490-40D5-AFD6-41B0164250D1}"/>
              </a:ext>
            </a:extLst>
          </p:cNvPr>
          <p:cNvSpPr/>
          <p:nvPr/>
        </p:nvSpPr>
        <p:spPr>
          <a:xfrm>
            <a:off x="8610631" y="2043303"/>
            <a:ext cx="2412901" cy="302618"/>
          </a:xfrm>
          <a:prstGeom prst="rect">
            <a:avLst/>
          </a:prstGeom>
          <a:noFill/>
          <a:ln/>
        </p:spPr>
        <p:txBody>
          <a:bodyPr wrap="none" rtlCol="0" anchor="t"/>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906"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שת"פ</a:t>
            </a:r>
            <a:r>
              <a:rPr kumimoji="0" lang="en-US" sz="1906"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 בין-משרדי</a:t>
            </a:r>
            <a:endParaRPr kumimoji="0" lang="en-US" sz="1906"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sp>
        <p:nvSpPr>
          <p:cNvPr id="11" name="Text 7">
            <a:extLst>
              <a:ext uri="{FF2B5EF4-FFF2-40B4-BE49-F238E27FC236}">
                <a16:creationId xmlns:a16="http://schemas.microsoft.com/office/drawing/2014/main" id="{EFD7B525-E798-4FA9-AE46-582875A36993}"/>
              </a:ext>
            </a:extLst>
          </p:cNvPr>
          <p:cNvSpPr/>
          <p:nvPr/>
        </p:nvSpPr>
        <p:spPr>
          <a:xfrm>
            <a:off x="5029054" y="2022793"/>
            <a:ext cx="2412901" cy="302618"/>
          </a:xfrm>
          <a:prstGeom prst="rect">
            <a:avLst/>
          </a:prstGeom>
          <a:noFill/>
          <a:ln/>
        </p:spPr>
        <p:txBody>
          <a:bodyPr wrap="none" rtlCol="0" anchor="t"/>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en-US" sz="1906"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ביזור סמכויות</a:t>
            </a:r>
            <a:endParaRPr kumimoji="0" lang="en-US" sz="1906"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sp>
        <p:nvSpPr>
          <p:cNvPr id="14" name="Text 9">
            <a:extLst>
              <a:ext uri="{FF2B5EF4-FFF2-40B4-BE49-F238E27FC236}">
                <a16:creationId xmlns:a16="http://schemas.microsoft.com/office/drawing/2014/main" id="{B0732936-C6AD-43F2-ABB3-B76CD8C8862E}"/>
              </a:ext>
            </a:extLst>
          </p:cNvPr>
          <p:cNvSpPr/>
          <p:nvPr/>
        </p:nvSpPr>
        <p:spPr>
          <a:xfrm>
            <a:off x="1161404" y="2022793"/>
            <a:ext cx="2413000" cy="302618"/>
          </a:xfrm>
          <a:prstGeom prst="rect">
            <a:avLst/>
          </a:prstGeom>
          <a:noFill/>
          <a:ln/>
        </p:spPr>
        <p:txBody>
          <a:bodyPr wrap="none" rtlCol="0" anchor="t"/>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en-US" sz="1906"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האדם במרכז</a:t>
            </a:r>
            <a:endParaRPr kumimoji="0" lang="en-US" sz="1906"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sp>
        <p:nvSpPr>
          <p:cNvPr id="16" name="Text 2">
            <a:extLst>
              <a:ext uri="{FF2B5EF4-FFF2-40B4-BE49-F238E27FC236}">
                <a16:creationId xmlns:a16="http://schemas.microsoft.com/office/drawing/2014/main" id="{CB1FB7BD-8D2A-4BF1-A8C8-B4DE96749BB3}"/>
              </a:ext>
            </a:extLst>
          </p:cNvPr>
          <p:cNvSpPr/>
          <p:nvPr/>
        </p:nvSpPr>
        <p:spPr>
          <a:xfrm>
            <a:off x="2145776" y="305006"/>
            <a:ext cx="8423344" cy="1316832"/>
          </a:xfrm>
          <a:prstGeom prst="rect">
            <a:avLst/>
          </a:prstGeom>
          <a:noFill/>
          <a:ln/>
        </p:spPr>
        <p:txBody>
          <a:bodyPr wrap="none" rtlCol="0" anchor="t"/>
          <a:lstStyle/>
          <a:p>
            <a:pPr marR="0" indent="0" fontAlgn="auto">
              <a:lnSpc>
                <a:spcPts val="4765"/>
              </a:lnSpc>
              <a:spcBef>
                <a:spcPts val="0"/>
              </a:spcBef>
              <a:spcAft>
                <a:spcPts val="0"/>
              </a:spcAft>
              <a:buClrTx/>
              <a:buSzTx/>
              <a:buFontTx/>
              <a:buNone/>
              <a:tabLst/>
              <a:defRPr/>
            </a:pPr>
            <a:r>
              <a:rPr lang="he-IL" sz="3200" b="1" dirty="0">
                <a:solidFill>
                  <a:srgbClr val="002060"/>
                </a:solidFill>
                <a:latin typeface="Assistant" pitchFamily="2" charset="-79"/>
                <a:cs typeface="Assistant" pitchFamily="2" charset="-79"/>
              </a:rPr>
              <a:t>שינוי המצב מושתת</a:t>
            </a:r>
            <a:r>
              <a:rPr lang="en-US" sz="3200" b="1" dirty="0">
                <a:solidFill>
                  <a:srgbClr val="002060"/>
                </a:solidFill>
                <a:latin typeface="Assistant" pitchFamily="2" charset="-79"/>
                <a:cs typeface="Assistant" pitchFamily="2" charset="-79"/>
              </a:rPr>
              <a:t> </a:t>
            </a:r>
            <a:r>
              <a:rPr lang="he-IL" sz="3200" b="1" dirty="0">
                <a:solidFill>
                  <a:srgbClr val="002060"/>
                </a:solidFill>
                <a:latin typeface="Assistant" pitchFamily="2" charset="-79"/>
                <a:cs typeface="Assistant" pitchFamily="2" charset="-79"/>
              </a:rPr>
              <a:t>על קידום ארבע תפיסות מרכזיות</a:t>
            </a:r>
            <a:endParaRPr lang="en-US" sz="3200" b="1" dirty="0">
              <a:solidFill>
                <a:srgbClr val="002060"/>
              </a:solidFill>
              <a:latin typeface="Assistant" pitchFamily="2" charset="-79"/>
              <a:cs typeface="Assistant" pitchFamily="2" charset="-79"/>
            </a:endParaRPr>
          </a:p>
        </p:txBody>
      </p:sp>
      <p:pic>
        <p:nvPicPr>
          <p:cNvPr id="26" name="Picture 25">
            <a:extLst>
              <a:ext uri="{FF2B5EF4-FFF2-40B4-BE49-F238E27FC236}">
                <a16:creationId xmlns:a16="http://schemas.microsoft.com/office/drawing/2014/main" id="{3CB1A339-EE6E-437F-8041-0816F89A8309}"/>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0569120" y="127222"/>
            <a:ext cx="1479524" cy="1280617"/>
          </a:xfrm>
          <a:prstGeom prst="rect">
            <a:avLst/>
          </a:prstGeom>
        </p:spPr>
      </p:pic>
      <p:cxnSp>
        <p:nvCxnSpPr>
          <p:cNvPr id="21" name="Straight Connector 20">
            <a:extLst>
              <a:ext uri="{FF2B5EF4-FFF2-40B4-BE49-F238E27FC236}">
                <a16:creationId xmlns:a16="http://schemas.microsoft.com/office/drawing/2014/main" id="{9C8E24A4-26D8-445C-AF8C-FF4C2AD06359}"/>
              </a:ext>
            </a:extLst>
          </p:cNvPr>
          <p:cNvCxnSpPr/>
          <p:nvPr/>
        </p:nvCxnSpPr>
        <p:spPr>
          <a:xfrm>
            <a:off x="487680" y="4397968"/>
            <a:ext cx="11216640"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pic>
        <p:nvPicPr>
          <p:cNvPr id="30" name="Graphic 29">
            <a:extLst>
              <a:ext uri="{FF2B5EF4-FFF2-40B4-BE49-F238E27FC236}">
                <a16:creationId xmlns:a16="http://schemas.microsoft.com/office/drawing/2014/main" id="{2B808CA6-E0DF-401A-B2E6-D75088051C54}"/>
              </a:ext>
            </a:extLst>
          </p:cNvPr>
          <p:cNvPicPr>
            <a:picLocks noChangeAspect="1"/>
          </p:cNvPicPr>
          <p:nvPr/>
        </p:nvPicPr>
        <p:blipFill rotWithShape="1">
          <a:blip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b="19918"/>
          <a:stretch/>
        </p:blipFill>
        <p:spPr>
          <a:xfrm>
            <a:off x="7466806" y="1998655"/>
            <a:ext cx="594671" cy="595278"/>
          </a:xfrm>
          <a:prstGeom prst="rect">
            <a:avLst/>
          </a:prstGeom>
        </p:spPr>
      </p:pic>
      <p:pic>
        <p:nvPicPr>
          <p:cNvPr id="32" name="Graphic 31">
            <a:extLst>
              <a:ext uri="{FF2B5EF4-FFF2-40B4-BE49-F238E27FC236}">
                <a16:creationId xmlns:a16="http://schemas.microsoft.com/office/drawing/2014/main" id="{188306B5-7E8F-4C19-8FD9-2945E69044BC}"/>
              </a:ext>
            </a:extLst>
          </p:cNvPr>
          <p:cNvPicPr>
            <a:picLocks noChangeAspect="1"/>
          </p:cNvPicPr>
          <p:nvPr/>
        </p:nvPicPr>
        <p:blipFill rotWithShape="1">
          <a:blip r:embed="rId5" cstate="hq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b="19918"/>
          <a:stretch/>
        </p:blipFill>
        <p:spPr>
          <a:xfrm>
            <a:off x="3573339" y="1998655"/>
            <a:ext cx="594671" cy="595278"/>
          </a:xfrm>
          <a:prstGeom prst="rect">
            <a:avLst/>
          </a:prstGeom>
        </p:spPr>
      </p:pic>
      <p:pic>
        <p:nvPicPr>
          <p:cNvPr id="34" name="Graphic 33">
            <a:extLst>
              <a:ext uri="{FF2B5EF4-FFF2-40B4-BE49-F238E27FC236}">
                <a16:creationId xmlns:a16="http://schemas.microsoft.com/office/drawing/2014/main" id="{169A1E6F-18DB-49F4-96E0-3DF00158EDA5}"/>
              </a:ext>
            </a:extLst>
          </p:cNvPr>
          <p:cNvPicPr>
            <a:picLocks noChangeAspect="1"/>
          </p:cNvPicPr>
          <p:nvPr/>
        </p:nvPicPr>
        <p:blipFill rotWithShape="1">
          <a:blip r:embed="rId7" cstate="hqprint">
            <a:extLst>
              <a:ext uri="{28A0092B-C50C-407E-A947-70E740481C1C}">
                <a14:useLocalDpi xmlns:a14="http://schemas.microsoft.com/office/drawing/2010/main" val="0"/>
              </a:ext>
              <a:ext uri="{96DAC541-7B7A-43D3-8B79-37D633B846F1}">
                <asvg:svgBlip xmlns:asvg="http://schemas.microsoft.com/office/drawing/2016/SVG/main" r:embed="rId8"/>
              </a:ext>
            </a:extLst>
          </a:blip>
          <a:srcRect b="13884"/>
          <a:stretch/>
        </p:blipFill>
        <p:spPr>
          <a:xfrm rot="20683477">
            <a:off x="8544901" y="4511941"/>
            <a:ext cx="847178" cy="895361"/>
          </a:xfrm>
          <a:prstGeom prst="rect">
            <a:avLst/>
          </a:prstGeom>
        </p:spPr>
      </p:pic>
      <p:sp>
        <p:nvSpPr>
          <p:cNvPr id="20" name="TextBox 19">
            <a:extLst>
              <a:ext uri="{FF2B5EF4-FFF2-40B4-BE49-F238E27FC236}">
                <a16:creationId xmlns:a16="http://schemas.microsoft.com/office/drawing/2014/main" id="{58906659-C38B-4A25-930E-F2728E79F09E}"/>
              </a:ext>
            </a:extLst>
          </p:cNvPr>
          <p:cNvSpPr txBox="1"/>
          <p:nvPr/>
        </p:nvSpPr>
        <p:spPr>
          <a:xfrm>
            <a:off x="9892977" y="4441016"/>
            <a:ext cx="1467333"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תשתית מאפשרת</a:t>
            </a:r>
            <a:endParaRPr kumimoji="0" lang="en-IL" sz="1400" b="0" i="0" u="none" strike="noStrike" kern="1200" cap="none" spc="0" normalizeH="0" baseline="0" noProof="0" dirty="0">
              <a:ln>
                <a:noFill/>
              </a:ln>
              <a:solidFill>
                <a:prstClr val="black"/>
              </a:solidFill>
              <a:effectLst/>
              <a:uLnTx/>
              <a:uFillTx/>
              <a:latin typeface="Calibri"/>
              <a:ea typeface="+mn-ea"/>
              <a:cs typeface="Calibri"/>
            </a:endParaRPr>
          </a:p>
        </p:txBody>
      </p:sp>
      <p:pic>
        <p:nvPicPr>
          <p:cNvPr id="4" name="Graphic 27">
            <a:extLst>
              <a:ext uri="{FF2B5EF4-FFF2-40B4-BE49-F238E27FC236}">
                <a16:creationId xmlns:a16="http://schemas.microsoft.com/office/drawing/2014/main" id="{D87D0DE3-BED5-FC26-BD2C-33725A04B478}"/>
              </a:ext>
            </a:extLst>
          </p:cNvPr>
          <p:cNvPicPr>
            <a:picLocks noChangeAspect="1"/>
          </p:cNvPicPr>
          <p:nvPr/>
        </p:nvPicPr>
        <p:blipFill>
          <a:blip r:embed="rId9" cstate="hq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b="22815"/>
          <a:stretch/>
        </p:blipFill>
        <p:spPr>
          <a:xfrm>
            <a:off x="11021436" y="1963234"/>
            <a:ext cx="677673" cy="653833"/>
          </a:xfrm>
          <a:prstGeom prst="rect">
            <a:avLst/>
          </a:prstGeom>
        </p:spPr>
      </p:pic>
      <p:sp>
        <p:nvSpPr>
          <p:cNvPr id="7" name="Text 8">
            <a:extLst>
              <a:ext uri="{FF2B5EF4-FFF2-40B4-BE49-F238E27FC236}">
                <a16:creationId xmlns:a16="http://schemas.microsoft.com/office/drawing/2014/main" id="{AD8791E5-3B62-6015-2B57-6BEA2A4AD8D4}"/>
              </a:ext>
            </a:extLst>
          </p:cNvPr>
          <p:cNvSpPr/>
          <p:nvPr/>
        </p:nvSpPr>
        <p:spPr>
          <a:xfrm>
            <a:off x="4371310" y="2411322"/>
            <a:ext cx="3095211" cy="1316832"/>
          </a:xfrm>
          <a:prstGeom prst="rect">
            <a:avLst/>
          </a:prstGeom>
          <a:noFill/>
          <a:ln/>
        </p:spPr>
        <p:txBody>
          <a:bodyPr wrap="square" rtlCol="0" anchor="t"/>
          <a:lstStyle/>
          <a:p>
            <a:pPr marL="0" marR="0" lvl="0" indent="0" algn="r" defTabSz="914400" rtl="1" eaLnBrk="1" fontAlgn="auto" latinLnBrk="0" hangingPunct="1">
              <a:lnSpc>
                <a:spcPts val="2592"/>
              </a:lnSpc>
              <a:spcBef>
                <a:spcPts val="0"/>
              </a:spcBef>
              <a:spcAft>
                <a:spcPts val="0"/>
              </a:spcAft>
              <a:buClrTx/>
              <a:buSzTx/>
              <a:buFontTx/>
              <a:buNone/>
              <a:tabLst/>
              <a:defRPr/>
            </a:pP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מתן </a:t>
            </a:r>
            <a:r>
              <a:rPr kumimoji="0" lang="he-IL" sz="1620" b="1"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סמכויות לרשויות המקומיות </a:t>
            </a: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לניהול ותכנון השירותים לאזרח, מתוך הבנה שהרשות קרובה לאזרח ויכולה לתת לו מענה טוב ומותאם יותר.</a:t>
            </a:r>
            <a:endParaRPr kumimoji="0" lang="en-US" sz="162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13" name="Text 6">
            <a:extLst>
              <a:ext uri="{FF2B5EF4-FFF2-40B4-BE49-F238E27FC236}">
                <a16:creationId xmlns:a16="http://schemas.microsoft.com/office/drawing/2014/main" id="{206EB73B-FBB5-58AA-4045-F9DCB9EE7020}"/>
              </a:ext>
            </a:extLst>
          </p:cNvPr>
          <p:cNvSpPr/>
          <p:nvPr/>
        </p:nvSpPr>
        <p:spPr>
          <a:xfrm>
            <a:off x="8214081" y="2414494"/>
            <a:ext cx="2807355" cy="1316832"/>
          </a:xfrm>
          <a:prstGeom prst="rect">
            <a:avLst/>
          </a:prstGeom>
          <a:noFill/>
          <a:ln/>
        </p:spPr>
        <p:txBody>
          <a:bodyPr wrap="square" rtlCol="0" anchor="t"/>
          <a:lstStyle/>
          <a:p>
            <a:pPr marL="0" marR="0" lvl="0" indent="0" algn="r" defTabSz="914400" rtl="1" eaLnBrk="1" fontAlgn="auto" latinLnBrk="0" hangingPunct="1">
              <a:lnSpc>
                <a:spcPts val="2592"/>
              </a:lnSpc>
              <a:spcBef>
                <a:spcPts val="0"/>
              </a:spcBef>
              <a:spcAft>
                <a:spcPts val="0"/>
              </a:spcAft>
              <a:buClrTx/>
              <a:buSzTx/>
              <a:buFontTx/>
              <a:buNone/>
              <a:tabLst/>
              <a:defRPr/>
            </a:pPr>
            <a:r>
              <a:rPr kumimoji="0" lang="he-IL" sz="1620" b="1"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פורום עבודה משותף רב משרדי ומערכתי לגיבוש מדיניות </a:t>
            </a: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ושולחן עבודה  משותף </a:t>
            </a:r>
            <a:r>
              <a:rPr kumimoji="0" lang="he-IL" sz="1620" b="0" i="0" u="none" strike="noStrike" kern="1200" cap="none" spc="0" normalizeH="0" baseline="0" noProof="0" dirty="0" err="1">
                <a:ln>
                  <a:noFill/>
                </a:ln>
                <a:solidFill>
                  <a:prstClr val="black"/>
                </a:solidFill>
                <a:effectLst/>
                <a:uLnTx/>
                <a:uFillTx/>
                <a:latin typeface="Assistant" pitchFamily="2" charset="-79"/>
                <a:ea typeface="Quattrocento" pitchFamily="34" charset="-122"/>
                <a:cs typeface="Assistant" pitchFamily="2" charset="-79"/>
              </a:rPr>
              <a:t>להובל</a:t>
            </a: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ת שינוי ומענה לאתגרי ההזדקנות בישראל</a:t>
            </a:r>
            <a:endParaRPr kumimoji="0" lang="en-US" sz="162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17" name="Text 10">
            <a:extLst>
              <a:ext uri="{FF2B5EF4-FFF2-40B4-BE49-F238E27FC236}">
                <a16:creationId xmlns:a16="http://schemas.microsoft.com/office/drawing/2014/main" id="{C700567B-609B-3C12-395E-2D1772823B59}"/>
              </a:ext>
            </a:extLst>
          </p:cNvPr>
          <p:cNvSpPr/>
          <p:nvPr/>
        </p:nvSpPr>
        <p:spPr>
          <a:xfrm>
            <a:off x="597025" y="2411322"/>
            <a:ext cx="3028944" cy="1316832"/>
          </a:xfrm>
          <a:prstGeom prst="rect">
            <a:avLst/>
          </a:prstGeom>
          <a:noFill/>
          <a:ln/>
        </p:spPr>
        <p:txBody>
          <a:bodyPr wrap="square" rtlCol="0" anchor="t"/>
          <a:lstStyle/>
          <a:p>
            <a:pPr marL="0" marR="0" lvl="0" indent="0" algn="r" defTabSz="914400" rtl="1" eaLnBrk="1" fontAlgn="auto" latinLnBrk="0" hangingPunct="1">
              <a:lnSpc>
                <a:spcPts val="2592"/>
              </a:lnSpc>
              <a:spcBef>
                <a:spcPts val="0"/>
              </a:spcBef>
              <a:spcAft>
                <a:spcPts val="0"/>
              </a:spcAft>
              <a:buClrTx/>
              <a:buSzTx/>
              <a:buFontTx/>
              <a:buNone/>
              <a:tabLst/>
              <a:defRPr/>
            </a:pPr>
            <a:r>
              <a:rPr kumimoji="0" lang="he-IL" sz="162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תפיסה הוליסטית מבוססת דאטה לטובת </a:t>
            </a:r>
            <a:r>
              <a:rPr kumimoji="0" lang="he-IL" sz="162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התאמת המערכת והשירותים לצרכי האדם </a:t>
            </a:r>
            <a:r>
              <a:rPr kumimoji="0" lang="he-IL" sz="162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(ולא להפך)</a:t>
            </a:r>
          </a:p>
          <a:p>
            <a:pPr marL="0" marR="0" lvl="0" indent="0" algn="r" defTabSz="914400" rtl="1" eaLnBrk="1" fontAlgn="auto" latinLnBrk="0" hangingPunct="1">
              <a:lnSpc>
                <a:spcPts val="2592"/>
              </a:lnSpc>
              <a:spcBef>
                <a:spcPts val="0"/>
              </a:spcBef>
              <a:spcAft>
                <a:spcPts val="0"/>
              </a:spcAft>
              <a:buClrTx/>
              <a:buSzTx/>
              <a:buFontTx/>
              <a:buNone/>
              <a:tabLst/>
              <a:defRPr/>
            </a:pPr>
            <a:endParaRPr kumimoji="0" lang="he-IL" sz="162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a:p>
            <a:pPr marL="0" marR="0" lvl="0" indent="0" algn="r" defTabSz="914400" rtl="1" eaLnBrk="1" fontAlgn="auto" latinLnBrk="0" hangingPunct="1">
              <a:lnSpc>
                <a:spcPts val="2592"/>
              </a:lnSpc>
              <a:spcBef>
                <a:spcPts val="0"/>
              </a:spcBef>
              <a:spcAft>
                <a:spcPts val="0"/>
              </a:spcAft>
              <a:buClrTx/>
              <a:buSzTx/>
              <a:buFontTx/>
              <a:buNone/>
              <a:tabLst/>
              <a:defRPr/>
            </a:pPr>
            <a:endPar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endParaRPr>
          </a:p>
        </p:txBody>
      </p:sp>
      <p:sp>
        <p:nvSpPr>
          <p:cNvPr id="2" name="מלבן: פינות מעוגלות 1">
            <a:extLst>
              <a:ext uri="{FF2B5EF4-FFF2-40B4-BE49-F238E27FC236}">
                <a16:creationId xmlns:a16="http://schemas.microsoft.com/office/drawing/2014/main" id="{CB2DC418-C6BE-1B20-81B9-B2AF1D7272AE}"/>
              </a:ext>
            </a:extLst>
          </p:cNvPr>
          <p:cNvSpPr/>
          <p:nvPr/>
        </p:nvSpPr>
        <p:spPr>
          <a:xfrm>
            <a:off x="386605" y="1822892"/>
            <a:ext cx="3997684" cy="2241755"/>
          </a:xfrm>
          <a:prstGeom prst="round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Tree>
    <p:extLst>
      <p:ext uri="{BB962C8B-B14F-4D97-AF65-F5344CB8AC3E}">
        <p14:creationId xmlns:p14="http://schemas.microsoft.com/office/powerpoint/2010/main" val="2366899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 name="Picture 58">
            <a:extLst>
              <a:ext uri="{FF2B5EF4-FFF2-40B4-BE49-F238E27FC236}">
                <a16:creationId xmlns:a16="http://schemas.microsoft.com/office/drawing/2014/main" id="{5BD81F46-0B7A-C74F-8D89-5A2E8801CD4B}"/>
              </a:ext>
            </a:extLst>
          </p:cNvPr>
          <p:cNvPicPr>
            <a:picLocks noChangeAspect="1"/>
          </p:cNvPicPr>
          <p:nvPr/>
        </p:nvPicPr>
        <p:blipFill>
          <a:blip r:embed="rId3"/>
          <a:stretch>
            <a:fillRect/>
          </a:stretch>
        </p:blipFill>
        <p:spPr>
          <a:xfrm>
            <a:off x="0" y="1555"/>
            <a:ext cx="12192000" cy="6854890"/>
          </a:xfrm>
          <a:prstGeom prst="rect">
            <a:avLst/>
          </a:prstGeom>
        </p:spPr>
      </p:pic>
      <p:sp>
        <p:nvSpPr>
          <p:cNvPr id="61" name="Rectangle 60">
            <a:extLst>
              <a:ext uri="{FF2B5EF4-FFF2-40B4-BE49-F238E27FC236}">
                <a16:creationId xmlns:a16="http://schemas.microsoft.com/office/drawing/2014/main" id="{3A950DD9-8ABF-A04B-A56F-7B5DA86D80DC}"/>
              </a:ext>
            </a:extLst>
          </p:cNvPr>
          <p:cNvSpPr/>
          <p:nvPr/>
        </p:nvSpPr>
        <p:spPr>
          <a:xfrm>
            <a:off x="6350" y="6133353"/>
            <a:ext cx="12185650" cy="6155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7" name="Picture 56">
            <a:extLst>
              <a:ext uri="{FF2B5EF4-FFF2-40B4-BE49-F238E27FC236}">
                <a16:creationId xmlns:a16="http://schemas.microsoft.com/office/drawing/2014/main" id="{FF762009-BA44-4544-A34C-D6674A8F3C4D}"/>
              </a:ext>
            </a:extLst>
          </p:cNvPr>
          <p:cNvPicPr>
            <a:picLocks noChangeAspect="1"/>
          </p:cNvPicPr>
          <p:nvPr/>
        </p:nvPicPr>
        <p:blipFill>
          <a:blip r:embed="rId4"/>
          <a:stretch>
            <a:fillRect/>
          </a:stretch>
        </p:blipFill>
        <p:spPr>
          <a:xfrm>
            <a:off x="355600" y="2928823"/>
            <a:ext cx="11480800" cy="1841500"/>
          </a:xfrm>
          <a:prstGeom prst="rect">
            <a:avLst/>
          </a:prstGeom>
        </p:spPr>
      </p:pic>
      <p:sp>
        <p:nvSpPr>
          <p:cNvPr id="58" name="TextBox 57">
            <a:extLst>
              <a:ext uri="{FF2B5EF4-FFF2-40B4-BE49-F238E27FC236}">
                <a16:creationId xmlns:a16="http://schemas.microsoft.com/office/drawing/2014/main" id="{92E52786-9B5C-1A46-980C-D58A67BF4BC1}"/>
              </a:ext>
            </a:extLst>
          </p:cNvPr>
          <p:cNvSpPr txBox="1"/>
          <p:nvPr/>
        </p:nvSpPr>
        <p:spPr>
          <a:xfrm>
            <a:off x="2160308" y="2404736"/>
            <a:ext cx="6476627" cy="415498"/>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1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בריאות, ביטוח לאומי, רווחה, רשויות, קופות החולים</a:t>
            </a:r>
            <a:endParaRPr kumimoji="0" lang="en-US" sz="21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53" name="TextBox 52">
            <a:extLst>
              <a:ext uri="{FF2B5EF4-FFF2-40B4-BE49-F238E27FC236}">
                <a16:creationId xmlns:a16="http://schemas.microsoft.com/office/drawing/2014/main" id="{E56DC035-DE58-4748-857D-79F08BC8EC4C}"/>
              </a:ext>
            </a:extLst>
          </p:cNvPr>
          <p:cNvSpPr txBox="1"/>
          <p:nvPr/>
        </p:nvSpPr>
        <p:spPr>
          <a:xfrm>
            <a:off x="1126434" y="3209170"/>
            <a:ext cx="9939132" cy="1892826"/>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9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שיתוף פעולה רב מערכתי למענה רוחבי</a:t>
            </a:r>
            <a:br>
              <a:rPr kumimoji="0" lang="en-US" sz="39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br>
            <a:r>
              <a:rPr kumimoji="0" lang="he-IL" sz="39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לאתגרי הזדקנות האוכלוסייה</a:t>
            </a:r>
          </a:p>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3900" b="0" i="0" u="none" strike="noStrike" kern="1200" cap="none" spc="0" normalizeH="0" baseline="0" noProof="0" dirty="0">
              <a:ln>
                <a:noFill/>
              </a:ln>
              <a:solidFill>
                <a:srgbClr val="3E6BB4"/>
              </a:solidFill>
              <a:effectLst/>
              <a:uLnTx/>
              <a:uFillTx/>
              <a:latin typeface="Calibri" panose="020F0502020204030204"/>
              <a:ea typeface="+mn-ea"/>
              <a:cs typeface="+mn-cs"/>
            </a:endParaRPr>
          </a:p>
        </p:txBody>
      </p:sp>
      <p:grpSp>
        <p:nvGrpSpPr>
          <p:cNvPr id="7" name="Group 6">
            <a:extLst>
              <a:ext uri="{FF2B5EF4-FFF2-40B4-BE49-F238E27FC236}">
                <a16:creationId xmlns:a16="http://schemas.microsoft.com/office/drawing/2014/main" id="{51856679-88E6-B7F2-0FE3-411CB6528DE5}"/>
              </a:ext>
            </a:extLst>
          </p:cNvPr>
          <p:cNvGrpSpPr/>
          <p:nvPr/>
        </p:nvGrpSpPr>
        <p:grpSpPr>
          <a:xfrm>
            <a:off x="226243" y="6199685"/>
            <a:ext cx="11610157" cy="549240"/>
            <a:chOff x="375065" y="6199685"/>
            <a:chExt cx="10855271" cy="513610"/>
          </a:xfrm>
        </p:grpSpPr>
        <p:pic>
          <p:nvPicPr>
            <p:cNvPr id="29" name="Picture 28">
              <a:extLst>
                <a:ext uri="{FF2B5EF4-FFF2-40B4-BE49-F238E27FC236}">
                  <a16:creationId xmlns:a16="http://schemas.microsoft.com/office/drawing/2014/main" id="{E2B9B283-60D3-1B4E-9DEB-59534071D4CC}"/>
                </a:ext>
              </a:extLst>
            </p:cNvPr>
            <p:cNvPicPr>
              <a:picLocks noChangeAspect="1"/>
            </p:cNvPicPr>
            <p:nvPr/>
          </p:nvPicPr>
          <p:blipFill>
            <a:blip r:embed="rId5"/>
            <a:stretch>
              <a:fillRect/>
            </a:stretch>
          </p:blipFill>
          <p:spPr>
            <a:xfrm>
              <a:off x="10455636" y="6289528"/>
              <a:ext cx="774700" cy="254000"/>
            </a:xfrm>
            <a:prstGeom prst="rect">
              <a:avLst/>
            </a:prstGeom>
          </p:spPr>
        </p:pic>
        <p:grpSp>
          <p:nvGrpSpPr>
            <p:cNvPr id="6" name="Group 5">
              <a:extLst>
                <a:ext uri="{FF2B5EF4-FFF2-40B4-BE49-F238E27FC236}">
                  <a16:creationId xmlns:a16="http://schemas.microsoft.com/office/drawing/2014/main" id="{05F8D665-4E5D-EF27-955E-1F2AEFF3A522}"/>
                </a:ext>
              </a:extLst>
            </p:cNvPr>
            <p:cNvGrpSpPr/>
            <p:nvPr/>
          </p:nvGrpSpPr>
          <p:grpSpPr>
            <a:xfrm>
              <a:off x="375065" y="6199685"/>
              <a:ext cx="10074221" cy="513610"/>
              <a:chOff x="375065" y="6199685"/>
              <a:chExt cx="10074221" cy="513610"/>
            </a:xfrm>
          </p:grpSpPr>
          <p:pic>
            <p:nvPicPr>
              <p:cNvPr id="23" name="Picture 22">
                <a:extLst>
                  <a:ext uri="{FF2B5EF4-FFF2-40B4-BE49-F238E27FC236}">
                    <a16:creationId xmlns:a16="http://schemas.microsoft.com/office/drawing/2014/main" id="{751DB092-8077-B04A-9552-C71713B68136}"/>
                  </a:ext>
                </a:extLst>
              </p:cNvPr>
              <p:cNvPicPr>
                <a:picLocks noChangeAspect="1"/>
              </p:cNvPicPr>
              <p:nvPr/>
            </p:nvPicPr>
            <p:blipFill>
              <a:blip r:embed="rId6"/>
              <a:stretch>
                <a:fillRect/>
              </a:stretch>
            </p:blipFill>
            <p:spPr>
              <a:xfrm>
                <a:off x="5095344" y="6222253"/>
                <a:ext cx="996896" cy="418053"/>
              </a:xfrm>
              <a:prstGeom prst="rect">
                <a:avLst/>
              </a:prstGeom>
            </p:spPr>
          </p:pic>
          <p:pic>
            <p:nvPicPr>
              <p:cNvPr id="25" name="Picture 24">
                <a:extLst>
                  <a:ext uri="{FF2B5EF4-FFF2-40B4-BE49-F238E27FC236}">
                    <a16:creationId xmlns:a16="http://schemas.microsoft.com/office/drawing/2014/main" id="{D65E5819-D790-7542-A28A-372F3A466114}"/>
                  </a:ext>
                </a:extLst>
              </p:cNvPr>
              <p:cNvPicPr>
                <a:picLocks noChangeAspect="1"/>
              </p:cNvPicPr>
              <p:nvPr/>
            </p:nvPicPr>
            <p:blipFill>
              <a:blip r:embed="rId7"/>
              <a:stretch>
                <a:fillRect/>
              </a:stretch>
            </p:blipFill>
            <p:spPr>
              <a:xfrm>
                <a:off x="9649186" y="6241303"/>
                <a:ext cx="800100" cy="292100"/>
              </a:xfrm>
              <a:prstGeom prst="rect">
                <a:avLst/>
              </a:prstGeom>
            </p:spPr>
          </p:pic>
          <p:pic>
            <p:nvPicPr>
              <p:cNvPr id="31" name="Picture 30">
                <a:extLst>
                  <a:ext uri="{FF2B5EF4-FFF2-40B4-BE49-F238E27FC236}">
                    <a16:creationId xmlns:a16="http://schemas.microsoft.com/office/drawing/2014/main" id="{D2051D34-C093-BD4F-B9D7-CE3AF3318F66}"/>
                  </a:ext>
                </a:extLst>
              </p:cNvPr>
              <p:cNvPicPr>
                <a:picLocks noChangeAspect="1"/>
              </p:cNvPicPr>
              <p:nvPr/>
            </p:nvPicPr>
            <p:blipFill>
              <a:blip r:embed="rId8"/>
              <a:stretch>
                <a:fillRect/>
              </a:stretch>
            </p:blipFill>
            <p:spPr>
              <a:xfrm>
                <a:off x="4265299" y="6232209"/>
                <a:ext cx="774080" cy="456154"/>
              </a:xfrm>
              <a:prstGeom prst="rect">
                <a:avLst/>
              </a:prstGeom>
            </p:spPr>
          </p:pic>
          <p:pic>
            <p:nvPicPr>
              <p:cNvPr id="33" name="Picture 32">
                <a:extLst>
                  <a:ext uri="{FF2B5EF4-FFF2-40B4-BE49-F238E27FC236}">
                    <a16:creationId xmlns:a16="http://schemas.microsoft.com/office/drawing/2014/main" id="{FDF302E7-5279-4544-93E6-320702454FCE}"/>
                  </a:ext>
                </a:extLst>
              </p:cNvPr>
              <p:cNvPicPr>
                <a:picLocks noChangeAspect="1"/>
              </p:cNvPicPr>
              <p:nvPr/>
            </p:nvPicPr>
            <p:blipFill>
              <a:blip r:embed="rId9"/>
              <a:stretch>
                <a:fillRect/>
              </a:stretch>
            </p:blipFill>
            <p:spPr>
              <a:xfrm>
                <a:off x="6606279" y="6200619"/>
                <a:ext cx="1003327" cy="418053"/>
              </a:xfrm>
              <a:prstGeom prst="rect">
                <a:avLst/>
              </a:prstGeom>
            </p:spPr>
          </p:pic>
          <p:pic>
            <p:nvPicPr>
              <p:cNvPr id="35" name="Picture 34">
                <a:extLst>
                  <a:ext uri="{FF2B5EF4-FFF2-40B4-BE49-F238E27FC236}">
                    <a16:creationId xmlns:a16="http://schemas.microsoft.com/office/drawing/2014/main" id="{AC305FE5-0725-C04D-AE72-ED093994D898}"/>
                  </a:ext>
                </a:extLst>
              </p:cNvPr>
              <p:cNvPicPr>
                <a:picLocks noChangeAspect="1"/>
              </p:cNvPicPr>
              <p:nvPr/>
            </p:nvPicPr>
            <p:blipFill>
              <a:blip r:embed="rId10"/>
              <a:stretch>
                <a:fillRect/>
              </a:stretch>
            </p:blipFill>
            <p:spPr>
              <a:xfrm>
                <a:off x="7615956" y="6200620"/>
                <a:ext cx="558800" cy="419100"/>
              </a:xfrm>
              <a:prstGeom prst="rect">
                <a:avLst/>
              </a:prstGeom>
            </p:spPr>
          </p:pic>
          <p:pic>
            <p:nvPicPr>
              <p:cNvPr id="39" name="Picture 38">
                <a:extLst>
                  <a:ext uri="{FF2B5EF4-FFF2-40B4-BE49-F238E27FC236}">
                    <a16:creationId xmlns:a16="http://schemas.microsoft.com/office/drawing/2014/main" id="{28CABE90-56B1-E549-BCB2-EEF4364E086B}"/>
                  </a:ext>
                </a:extLst>
              </p:cNvPr>
              <p:cNvPicPr>
                <a:picLocks noChangeAspect="1"/>
              </p:cNvPicPr>
              <p:nvPr/>
            </p:nvPicPr>
            <p:blipFill>
              <a:blip r:embed="rId11"/>
              <a:stretch>
                <a:fillRect/>
              </a:stretch>
            </p:blipFill>
            <p:spPr>
              <a:xfrm>
                <a:off x="3482649" y="6310106"/>
                <a:ext cx="685800" cy="330200"/>
              </a:xfrm>
              <a:prstGeom prst="rect">
                <a:avLst/>
              </a:prstGeom>
            </p:spPr>
          </p:pic>
          <p:pic>
            <p:nvPicPr>
              <p:cNvPr id="41" name="Picture 40">
                <a:extLst>
                  <a:ext uri="{FF2B5EF4-FFF2-40B4-BE49-F238E27FC236}">
                    <a16:creationId xmlns:a16="http://schemas.microsoft.com/office/drawing/2014/main" id="{312D92BE-58A5-EA4E-A364-C027ED133A92}"/>
                  </a:ext>
                </a:extLst>
              </p:cNvPr>
              <p:cNvPicPr>
                <a:picLocks noChangeAspect="1"/>
              </p:cNvPicPr>
              <p:nvPr/>
            </p:nvPicPr>
            <p:blipFill>
              <a:blip r:embed="rId12"/>
              <a:stretch>
                <a:fillRect/>
              </a:stretch>
            </p:blipFill>
            <p:spPr>
              <a:xfrm>
                <a:off x="1957565" y="6365720"/>
                <a:ext cx="800100" cy="254000"/>
              </a:xfrm>
              <a:prstGeom prst="rect">
                <a:avLst/>
              </a:prstGeom>
            </p:spPr>
          </p:pic>
          <p:pic>
            <p:nvPicPr>
              <p:cNvPr id="43" name="Picture 42">
                <a:extLst>
                  <a:ext uri="{FF2B5EF4-FFF2-40B4-BE49-F238E27FC236}">
                    <a16:creationId xmlns:a16="http://schemas.microsoft.com/office/drawing/2014/main" id="{AB7E1971-B675-4A40-802D-2EC69C1D0CBB}"/>
                  </a:ext>
                </a:extLst>
              </p:cNvPr>
              <p:cNvPicPr>
                <a:picLocks noChangeAspect="1"/>
              </p:cNvPicPr>
              <p:nvPr/>
            </p:nvPicPr>
            <p:blipFill>
              <a:blip r:embed="rId13"/>
              <a:stretch>
                <a:fillRect/>
              </a:stretch>
            </p:blipFill>
            <p:spPr>
              <a:xfrm>
                <a:off x="1198831" y="6350214"/>
                <a:ext cx="723900" cy="241300"/>
              </a:xfrm>
              <a:prstGeom prst="rect">
                <a:avLst/>
              </a:prstGeom>
            </p:spPr>
          </p:pic>
          <p:pic>
            <p:nvPicPr>
              <p:cNvPr id="45" name="Picture 44">
                <a:extLst>
                  <a:ext uri="{FF2B5EF4-FFF2-40B4-BE49-F238E27FC236}">
                    <a16:creationId xmlns:a16="http://schemas.microsoft.com/office/drawing/2014/main" id="{1FB31FA5-DE9C-9549-A6B0-99B7A6CA84A2}"/>
                  </a:ext>
                </a:extLst>
              </p:cNvPr>
              <p:cNvPicPr>
                <a:picLocks noChangeAspect="1"/>
              </p:cNvPicPr>
              <p:nvPr/>
            </p:nvPicPr>
            <p:blipFill>
              <a:blip r:embed="rId14"/>
              <a:stretch>
                <a:fillRect/>
              </a:stretch>
            </p:blipFill>
            <p:spPr>
              <a:xfrm>
                <a:off x="2838588" y="6316134"/>
                <a:ext cx="558800" cy="266700"/>
              </a:xfrm>
              <a:prstGeom prst="rect">
                <a:avLst/>
              </a:prstGeom>
            </p:spPr>
          </p:pic>
          <p:pic>
            <p:nvPicPr>
              <p:cNvPr id="47" name="Picture 46">
                <a:extLst>
                  <a:ext uri="{FF2B5EF4-FFF2-40B4-BE49-F238E27FC236}">
                    <a16:creationId xmlns:a16="http://schemas.microsoft.com/office/drawing/2014/main" id="{4CAD3B60-7FF9-E448-93A2-29410BC0667E}"/>
                  </a:ext>
                </a:extLst>
              </p:cNvPr>
              <p:cNvPicPr>
                <a:picLocks noChangeAspect="1"/>
              </p:cNvPicPr>
              <p:nvPr/>
            </p:nvPicPr>
            <p:blipFill>
              <a:blip r:embed="rId15"/>
              <a:stretch>
                <a:fillRect/>
              </a:stretch>
            </p:blipFill>
            <p:spPr>
              <a:xfrm>
                <a:off x="375065" y="6243395"/>
                <a:ext cx="787400" cy="469900"/>
              </a:xfrm>
              <a:prstGeom prst="rect">
                <a:avLst/>
              </a:prstGeom>
            </p:spPr>
          </p:pic>
          <p:pic>
            <p:nvPicPr>
              <p:cNvPr id="49" name="Picture 48">
                <a:extLst>
                  <a:ext uri="{FF2B5EF4-FFF2-40B4-BE49-F238E27FC236}">
                    <a16:creationId xmlns:a16="http://schemas.microsoft.com/office/drawing/2014/main" id="{8A6C42FD-B448-EF46-9F69-FE64B31DE6B1}"/>
                  </a:ext>
                </a:extLst>
              </p:cNvPr>
              <p:cNvPicPr>
                <a:picLocks noChangeAspect="1"/>
              </p:cNvPicPr>
              <p:nvPr/>
            </p:nvPicPr>
            <p:blipFill>
              <a:blip r:embed="rId16"/>
              <a:stretch>
                <a:fillRect/>
              </a:stretch>
            </p:blipFill>
            <p:spPr>
              <a:xfrm>
                <a:off x="8280400" y="6219670"/>
                <a:ext cx="673100" cy="381000"/>
              </a:xfrm>
              <a:prstGeom prst="rect">
                <a:avLst/>
              </a:prstGeom>
            </p:spPr>
          </p:pic>
          <p:pic>
            <p:nvPicPr>
              <p:cNvPr id="51" name="Picture 50">
                <a:extLst>
                  <a:ext uri="{FF2B5EF4-FFF2-40B4-BE49-F238E27FC236}">
                    <a16:creationId xmlns:a16="http://schemas.microsoft.com/office/drawing/2014/main" id="{3A15B2AB-E3B8-CA4A-AC07-7ECBA1745F42}"/>
                  </a:ext>
                </a:extLst>
              </p:cNvPr>
              <p:cNvPicPr>
                <a:picLocks noChangeAspect="1"/>
              </p:cNvPicPr>
              <p:nvPr/>
            </p:nvPicPr>
            <p:blipFill>
              <a:blip r:embed="rId17"/>
              <a:stretch>
                <a:fillRect/>
              </a:stretch>
            </p:blipFill>
            <p:spPr>
              <a:xfrm>
                <a:off x="8959850" y="6199685"/>
                <a:ext cx="787400" cy="508000"/>
              </a:xfrm>
              <a:prstGeom prst="rect">
                <a:avLst/>
              </a:prstGeom>
            </p:spPr>
          </p:pic>
          <p:pic>
            <p:nvPicPr>
              <p:cNvPr id="27" name="Picture 26">
                <a:extLst>
                  <a:ext uri="{FF2B5EF4-FFF2-40B4-BE49-F238E27FC236}">
                    <a16:creationId xmlns:a16="http://schemas.microsoft.com/office/drawing/2014/main" id="{D860A994-DE9D-D943-AA2B-C53AFA060DF3}"/>
                  </a:ext>
                </a:extLst>
              </p:cNvPr>
              <p:cNvPicPr>
                <a:picLocks noChangeAspect="1"/>
              </p:cNvPicPr>
              <p:nvPr/>
            </p:nvPicPr>
            <p:blipFill>
              <a:blip r:embed="rId18"/>
              <a:stretch>
                <a:fillRect/>
              </a:stretch>
            </p:blipFill>
            <p:spPr>
              <a:xfrm>
                <a:off x="6065017" y="6282916"/>
                <a:ext cx="613119" cy="335756"/>
              </a:xfrm>
              <a:prstGeom prst="rect">
                <a:avLst/>
              </a:prstGeom>
              <a:ln>
                <a:noFill/>
              </a:ln>
            </p:spPr>
          </p:pic>
        </p:grpSp>
      </p:grpSp>
      <p:grpSp>
        <p:nvGrpSpPr>
          <p:cNvPr id="2" name="Group 1">
            <a:extLst>
              <a:ext uri="{FF2B5EF4-FFF2-40B4-BE49-F238E27FC236}">
                <a16:creationId xmlns:a16="http://schemas.microsoft.com/office/drawing/2014/main" id="{C4122FD9-453E-27D6-0AC4-C38F8B22A2E6}"/>
              </a:ext>
            </a:extLst>
          </p:cNvPr>
          <p:cNvGrpSpPr/>
          <p:nvPr/>
        </p:nvGrpSpPr>
        <p:grpSpPr>
          <a:xfrm>
            <a:off x="3486150" y="1040904"/>
            <a:ext cx="5219896" cy="1147663"/>
            <a:chOff x="3486150" y="1040904"/>
            <a:chExt cx="5219896" cy="1147663"/>
          </a:xfrm>
        </p:grpSpPr>
        <p:pic>
          <p:nvPicPr>
            <p:cNvPr id="3" name="Picture 2">
              <a:extLst>
                <a:ext uri="{FF2B5EF4-FFF2-40B4-BE49-F238E27FC236}">
                  <a16:creationId xmlns:a16="http://schemas.microsoft.com/office/drawing/2014/main" id="{19C728B9-A789-DB49-D185-09BDA8E06CBA}"/>
                </a:ext>
              </a:extLst>
            </p:cNvPr>
            <p:cNvPicPr>
              <a:picLocks noChangeAspect="1"/>
            </p:cNvPicPr>
            <p:nvPr/>
          </p:nvPicPr>
          <p:blipFill>
            <a:blip r:embed="rId19"/>
            <a:stretch>
              <a:fillRect/>
            </a:stretch>
          </p:blipFill>
          <p:spPr>
            <a:xfrm>
              <a:off x="3486150" y="1807567"/>
              <a:ext cx="3619500" cy="381000"/>
            </a:xfrm>
            <a:prstGeom prst="rect">
              <a:avLst/>
            </a:prstGeom>
          </p:spPr>
        </p:pic>
        <p:pic>
          <p:nvPicPr>
            <p:cNvPr id="4" name="Picture 3">
              <a:extLst>
                <a:ext uri="{FF2B5EF4-FFF2-40B4-BE49-F238E27FC236}">
                  <a16:creationId xmlns:a16="http://schemas.microsoft.com/office/drawing/2014/main" id="{5CE16FD7-F0AE-1103-8ADD-18CD2871D58A}"/>
                </a:ext>
              </a:extLst>
            </p:cNvPr>
            <p:cNvPicPr>
              <a:picLocks noChangeAspect="1"/>
            </p:cNvPicPr>
            <p:nvPr/>
          </p:nvPicPr>
          <p:blipFill>
            <a:blip r:embed="rId20"/>
            <a:stretch>
              <a:fillRect/>
            </a:stretch>
          </p:blipFill>
          <p:spPr>
            <a:xfrm>
              <a:off x="7245546" y="1040904"/>
              <a:ext cx="1460500" cy="1092200"/>
            </a:xfrm>
            <a:prstGeom prst="rect">
              <a:avLst/>
            </a:prstGeom>
          </p:spPr>
        </p:pic>
        <p:pic>
          <p:nvPicPr>
            <p:cNvPr id="5" name="Picture 4">
              <a:extLst>
                <a:ext uri="{FF2B5EF4-FFF2-40B4-BE49-F238E27FC236}">
                  <a16:creationId xmlns:a16="http://schemas.microsoft.com/office/drawing/2014/main" id="{3D230DBF-106C-D31B-AFB7-2549836C916D}"/>
                </a:ext>
              </a:extLst>
            </p:cNvPr>
            <p:cNvPicPr>
              <a:picLocks noChangeAspect="1"/>
            </p:cNvPicPr>
            <p:nvPr/>
          </p:nvPicPr>
          <p:blipFill>
            <a:blip r:embed="rId21"/>
            <a:stretch>
              <a:fillRect/>
            </a:stretch>
          </p:blipFill>
          <p:spPr>
            <a:xfrm>
              <a:off x="3543398" y="1080335"/>
              <a:ext cx="3632200" cy="698500"/>
            </a:xfrm>
            <a:prstGeom prst="rect">
              <a:avLst/>
            </a:prstGeom>
          </p:spPr>
        </p:pic>
      </p:grpSp>
    </p:spTree>
    <p:extLst>
      <p:ext uri="{BB962C8B-B14F-4D97-AF65-F5344CB8AC3E}">
        <p14:creationId xmlns:p14="http://schemas.microsoft.com/office/powerpoint/2010/main" val="28084996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221CC2B8-E438-114C-9B36-85FEB5ACD588}"/>
              </a:ext>
            </a:extLst>
          </p:cNvPr>
          <p:cNvPicPr>
            <a:picLocks noChangeAspect="1"/>
          </p:cNvPicPr>
          <p:nvPr/>
        </p:nvPicPr>
        <p:blipFill>
          <a:blip r:embed="rId2"/>
          <a:stretch>
            <a:fillRect/>
          </a:stretch>
        </p:blipFill>
        <p:spPr>
          <a:xfrm>
            <a:off x="6642100" y="-186063"/>
            <a:ext cx="6019800" cy="6197600"/>
          </a:xfrm>
          <a:prstGeom prst="rect">
            <a:avLst/>
          </a:prstGeom>
        </p:spPr>
      </p:pic>
      <p:pic>
        <p:nvPicPr>
          <p:cNvPr id="5" name="Picture 4">
            <a:extLst>
              <a:ext uri="{FF2B5EF4-FFF2-40B4-BE49-F238E27FC236}">
                <a16:creationId xmlns:a16="http://schemas.microsoft.com/office/drawing/2014/main" id="{AFCAFA24-6B13-9444-B601-93A3669068D6}"/>
              </a:ext>
            </a:extLst>
          </p:cNvPr>
          <p:cNvPicPr>
            <a:picLocks noChangeAspect="1"/>
          </p:cNvPicPr>
          <p:nvPr/>
        </p:nvPicPr>
        <p:blipFill>
          <a:blip r:embed="rId3"/>
          <a:stretch>
            <a:fillRect/>
          </a:stretch>
        </p:blipFill>
        <p:spPr>
          <a:xfrm>
            <a:off x="0" y="5947394"/>
            <a:ext cx="12192000" cy="910606"/>
          </a:xfrm>
          <a:prstGeom prst="rect">
            <a:avLst/>
          </a:prstGeom>
        </p:spPr>
      </p:pic>
      <p:sp>
        <p:nvSpPr>
          <p:cNvPr id="10" name="TextBox 9">
            <a:extLst>
              <a:ext uri="{FF2B5EF4-FFF2-40B4-BE49-F238E27FC236}">
                <a16:creationId xmlns:a16="http://schemas.microsoft.com/office/drawing/2014/main" id="{002CC494-06CA-0B47-A2EE-D071559AB564}"/>
              </a:ext>
            </a:extLst>
          </p:cNvPr>
          <p:cNvSpPr txBox="1"/>
          <p:nvPr/>
        </p:nvSpPr>
        <p:spPr>
          <a:xfrm>
            <a:off x="642125" y="167943"/>
            <a:ext cx="5871983" cy="579646"/>
          </a:xfrm>
          <a:prstGeom prst="rect">
            <a:avLst/>
          </a:prstGeom>
          <a:noFill/>
        </p:spPr>
        <p:txBody>
          <a:bodyPr wrap="square" rtlCol="0">
            <a:spAutoFit/>
          </a:bodyPr>
          <a:lstStyle/>
          <a:p>
            <a:pPr marL="0" marR="0" lvl="0" indent="0" algn="r" defTabSz="914400" rtl="1" eaLnBrk="1" fontAlgn="auto" latinLnBrk="0" hangingPunct="1">
              <a:lnSpc>
                <a:spcPts val="378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002060"/>
                </a:solidFill>
                <a:effectLst/>
                <a:uLnTx/>
                <a:uFillTx/>
                <a:latin typeface="Assistant" pitchFamily="2" charset="-79"/>
              </a:rPr>
              <a:t>אתגרים</a:t>
            </a:r>
            <a:r>
              <a:rPr kumimoji="0" lang="he-IL" sz="3200" b="0" i="0" u="none" strike="noStrike" kern="1200" cap="none" spc="0" normalizeH="0" baseline="0" noProof="0" dirty="0">
                <a:ln>
                  <a:noFill/>
                </a:ln>
                <a:solidFill>
                  <a:srgbClr val="002060"/>
                </a:solidFill>
                <a:effectLst/>
                <a:uLnTx/>
                <a:uFillTx/>
                <a:latin typeface="Assistant" pitchFamily="2" charset="-79"/>
              </a:rPr>
              <a:t> בשדה ההזדקנות</a:t>
            </a:r>
          </a:p>
        </p:txBody>
      </p:sp>
      <p:sp>
        <p:nvSpPr>
          <p:cNvPr id="9" name="TextBox 8">
            <a:extLst>
              <a:ext uri="{FF2B5EF4-FFF2-40B4-BE49-F238E27FC236}">
                <a16:creationId xmlns:a16="http://schemas.microsoft.com/office/drawing/2014/main" id="{43E00941-94AB-A24F-B7ED-5C3731404897}"/>
              </a:ext>
            </a:extLst>
          </p:cNvPr>
          <p:cNvSpPr txBox="1"/>
          <p:nvPr/>
        </p:nvSpPr>
        <p:spPr>
          <a:xfrm>
            <a:off x="62753" y="853987"/>
            <a:ext cx="6442821" cy="1323439"/>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3E6BB4"/>
                </a:solidFill>
                <a:effectLst/>
                <a:uLnTx/>
                <a:uFillTx/>
                <a:latin typeface="Assistant" pitchFamily="2" charset="-79"/>
                <a:ea typeface="+mn-ea"/>
              </a:rPr>
              <a:t>פורום ברק הינו תולדה של ההבנה שקיימים בשדה אתגרי רוחב מערכתיים רבים שהתמודדות עימם מחייבת שיתופי פעולה בין ארגוניים.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E6BB4"/>
                </a:solidFill>
                <a:effectLst/>
                <a:uLnTx/>
                <a:uFillTx/>
                <a:latin typeface="Assistant" pitchFamily="2" charset="-79"/>
                <a:ea typeface="+mn-ea"/>
              </a:rPr>
              <a:t>תוחלת החיים </a:t>
            </a:r>
            <a:r>
              <a:rPr kumimoji="0" lang="he-IL" sz="1600" b="0" i="0" u="none" strike="noStrike" kern="1200" cap="none" spc="0" normalizeH="0" baseline="0" noProof="0" dirty="0">
                <a:ln>
                  <a:noFill/>
                </a:ln>
                <a:solidFill>
                  <a:srgbClr val="3E6BB4"/>
                </a:solidFill>
                <a:effectLst/>
                <a:uLnTx/>
                <a:uFillTx/>
                <a:latin typeface="Assistant" pitchFamily="2" charset="-79"/>
                <a:ea typeface="+mn-ea"/>
              </a:rPr>
              <a:t>מגדילה את כמות הזקנים הנזקקים והמערכת לא ערוכה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3E6BB4"/>
                </a:solidFill>
                <a:effectLst/>
                <a:uLnTx/>
                <a:uFillTx/>
                <a:latin typeface="Assistant" pitchFamily="2" charset="-79"/>
                <a:ea typeface="+mn-ea"/>
              </a:rPr>
              <a:t>להיקפים ולהשלכות.</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srgbClr val="3E6BB4"/>
              </a:solidFill>
              <a:effectLst/>
              <a:uLnTx/>
              <a:uFillTx/>
              <a:ea typeface="+mn-ea"/>
            </a:endParaRPr>
          </a:p>
        </p:txBody>
      </p:sp>
      <p:pic>
        <p:nvPicPr>
          <p:cNvPr id="11" name="Picture 10">
            <a:extLst>
              <a:ext uri="{FF2B5EF4-FFF2-40B4-BE49-F238E27FC236}">
                <a16:creationId xmlns:a16="http://schemas.microsoft.com/office/drawing/2014/main" id="{446FA014-86CD-1443-9D5B-5622C0D23226}"/>
              </a:ext>
            </a:extLst>
          </p:cNvPr>
          <p:cNvPicPr>
            <a:picLocks noChangeAspect="1"/>
          </p:cNvPicPr>
          <p:nvPr/>
        </p:nvPicPr>
        <p:blipFill>
          <a:blip r:embed="rId4"/>
          <a:stretch>
            <a:fillRect/>
          </a:stretch>
        </p:blipFill>
        <p:spPr>
          <a:xfrm>
            <a:off x="4043611" y="2150338"/>
            <a:ext cx="2210591" cy="230349"/>
          </a:xfrm>
          <a:prstGeom prst="rect">
            <a:avLst/>
          </a:prstGeom>
        </p:spPr>
      </p:pic>
      <p:sp>
        <p:nvSpPr>
          <p:cNvPr id="18" name="TextBox 17">
            <a:extLst>
              <a:ext uri="{FF2B5EF4-FFF2-40B4-BE49-F238E27FC236}">
                <a16:creationId xmlns:a16="http://schemas.microsoft.com/office/drawing/2014/main" id="{C76FDC89-C829-0B4C-8EC5-10AAB2BD73D3}"/>
              </a:ext>
            </a:extLst>
          </p:cNvPr>
          <p:cNvSpPr txBox="1"/>
          <p:nvPr/>
        </p:nvSpPr>
        <p:spPr>
          <a:xfrm>
            <a:off x="3951030" y="2094593"/>
            <a:ext cx="2303559" cy="338554"/>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ea typeface="+mn-ea"/>
              </a:rPr>
              <a:t>האתגרים המרכזיים: </a:t>
            </a:r>
            <a:endParaRPr kumimoji="0" lang="en-US" sz="1600" b="1" i="0" u="none" strike="noStrike" kern="1200" cap="none" spc="0" normalizeH="0" baseline="0" noProof="0" dirty="0">
              <a:ln>
                <a:noFill/>
              </a:ln>
              <a:solidFill>
                <a:prstClr val="white"/>
              </a:solidFill>
              <a:effectLst/>
              <a:uLnTx/>
              <a:uFillTx/>
              <a:ea typeface="+mn-ea"/>
            </a:endParaRPr>
          </a:p>
        </p:txBody>
      </p:sp>
      <p:pic>
        <p:nvPicPr>
          <p:cNvPr id="26" name="Picture 25">
            <a:extLst>
              <a:ext uri="{FF2B5EF4-FFF2-40B4-BE49-F238E27FC236}">
                <a16:creationId xmlns:a16="http://schemas.microsoft.com/office/drawing/2014/main" id="{EE83F2E3-A6E7-7847-9B4A-4D251D83A36F}"/>
              </a:ext>
            </a:extLst>
          </p:cNvPr>
          <p:cNvPicPr>
            <a:picLocks noChangeAspect="1"/>
          </p:cNvPicPr>
          <p:nvPr/>
        </p:nvPicPr>
        <p:blipFill>
          <a:blip r:embed="rId5"/>
          <a:stretch>
            <a:fillRect/>
          </a:stretch>
        </p:blipFill>
        <p:spPr>
          <a:xfrm>
            <a:off x="6060989" y="3264465"/>
            <a:ext cx="127000" cy="127000"/>
          </a:xfrm>
          <a:prstGeom prst="rect">
            <a:avLst/>
          </a:prstGeom>
        </p:spPr>
      </p:pic>
      <p:pic>
        <p:nvPicPr>
          <p:cNvPr id="28" name="Picture 27">
            <a:extLst>
              <a:ext uri="{FF2B5EF4-FFF2-40B4-BE49-F238E27FC236}">
                <a16:creationId xmlns:a16="http://schemas.microsoft.com/office/drawing/2014/main" id="{76EF39F9-DEEE-F54A-ADE9-E5C7D517EE5F}"/>
              </a:ext>
            </a:extLst>
          </p:cNvPr>
          <p:cNvPicPr>
            <a:picLocks noChangeAspect="1"/>
          </p:cNvPicPr>
          <p:nvPr/>
        </p:nvPicPr>
        <p:blipFill>
          <a:blip r:embed="rId5"/>
          <a:stretch>
            <a:fillRect/>
          </a:stretch>
        </p:blipFill>
        <p:spPr>
          <a:xfrm>
            <a:off x="6060989" y="3889801"/>
            <a:ext cx="127000" cy="127000"/>
          </a:xfrm>
          <a:prstGeom prst="rect">
            <a:avLst/>
          </a:prstGeom>
        </p:spPr>
      </p:pic>
      <p:pic>
        <p:nvPicPr>
          <p:cNvPr id="2" name="Picture 1">
            <a:extLst>
              <a:ext uri="{FF2B5EF4-FFF2-40B4-BE49-F238E27FC236}">
                <a16:creationId xmlns:a16="http://schemas.microsoft.com/office/drawing/2014/main" id="{C6F24423-C6A0-80A2-25B3-756137DC8FF7}"/>
              </a:ext>
            </a:extLst>
          </p:cNvPr>
          <p:cNvPicPr>
            <a:picLocks noChangeAspect="1"/>
          </p:cNvPicPr>
          <p:nvPr/>
        </p:nvPicPr>
        <p:blipFill>
          <a:blip r:embed="rId5"/>
          <a:stretch>
            <a:fillRect/>
          </a:stretch>
        </p:blipFill>
        <p:spPr>
          <a:xfrm>
            <a:off x="6061047" y="4577415"/>
            <a:ext cx="127000" cy="127000"/>
          </a:xfrm>
          <a:prstGeom prst="rect">
            <a:avLst/>
          </a:prstGeom>
        </p:spPr>
      </p:pic>
      <p:grpSp>
        <p:nvGrpSpPr>
          <p:cNvPr id="13" name="Group 12">
            <a:extLst>
              <a:ext uri="{FF2B5EF4-FFF2-40B4-BE49-F238E27FC236}">
                <a16:creationId xmlns:a16="http://schemas.microsoft.com/office/drawing/2014/main" id="{B64B432E-0883-E622-F344-58A1FAF83B34}"/>
              </a:ext>
            </a:extLst>
          </p:cNvPr>
          <p:cNvGrpSpPr/>
          <p:nvPr/>
        </p:nvGrpSpPr>
        <p:grpSpPr>
          <a:xfrm>
            <a:off x="-274270" y="2512153"/>
            <a:ext cx="6459652" cy="2323199"/>
            <a:chOff x="-225587" y="2279619"/>
            <a:chExt cx="6459652" cy="2323199"/>
          </a:xfrm>
        </p:grpSpPr>
        <p:pic>
          <p:nvPicPr>
            <p:cNvPr id="14" name="Picture 13">
              <a:extLst>
                <a:ext uri="{FF2B5EF4-FFF2-40B4-BE49-F238E27FC236}">
                  <a16:creationId xmlns:a16="http://schemas.microsoft.com/office/drawing/2014/main" id="{CE50E861-0FD2-9244-9047-C5254D792B03}"/>
                </a:ext>
              </a:extLst>
            </p:cNvPr>
            <p:cNvPicPr>
              <a:picLocks noChangeAspect="1"/>
            </p:cNvPicPr>
            <p:nvPr/>
          </p:nvPicPr>
          <p:blipFill>
            <a:blip r:embed="rId5"/>
            <a:stretch>
              <a:fillRect/>
            </a:stretch>
          </p:blipFill>
          <p:spPr>
            <a:xfrm>
              <a:off x="6096000" y="2400326"/>
              <a:ext cx="127000" cy="127000"/>
            </a:xfrm>
            <a:prstGeom prst="rect">
              <a:avLst/>
            </a:prstGeom>
          </p:spPr>
        </p:pic>
        <p:pic>
          <p:nvPicPr>
            <p:cNvPr id="25" name="Picture 24">
              <a:extLst>
                <a:ext uri="{FF2B5EF4-FFF2-40B4-BE49-F238E27FC236}">
                  <a16:creationId xmlns:a16="http://schemas.microsoft.com/office/drawing/2014/main" id="{DB3AEF25-9667-094B-BA6F-7C3B904CC886}"/>
                </a:ext>
              </a:extLst>
            </p:cNvPr>
            <p:cNvPicPr>
              <a:picLocks noChangeAspect="1"/>
            </p:cNvPicPr>
            <p:nvPr/>
          </p:nvPicPr>
          <p:blipFill>
            <a:blip r:embed="rId5"/>
            <a:stretch>
              <a:fillRect/>
            </a:stretch>
          </p:blipFill>
          <p:spPr>
            <a:xfrm>
              <a:off x="6096000" y="2708767"/>
              <a:ext cx="127000" cy="127000"/>
            </a:xfrm>
            <a:prstGeom prst="rect">
              <a:avLst/>
            </a:prstGeom>
          </p:spPr>
        </p:pic>
        <p:sp>
          <p:nvSpPr>
            <p:cNvPr id="29" name="TextBox 28">
              <a:extLst>
                <a:ext uri="{FF2B5EF4-FFF2-40B4-BE49-F238E27FC236}">
                  <a16:creationId xmlns:a16="http://schemas.microsoft.com/office/drawing/2014/main" id="{9396C2B8-6A1C-D746-B1E4-092C7B62003C}"/>
                </a:ext>
              </a:extLst>
            </p:cNvPr>
            <p:cNvSpPr txBox="1"/>
            <p:nvPr/>
          </p:nvSpPr>
          <p:spPr>
            <a:xfrm>
              <a:off x="930652" y="2279619"/>
              <a:ext cx="5165348"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rPr>
                <a:t>פרגמנטציה </a:t>
              </a:r>
              <a:r>
                <a:rPr kumimoji="0" lang="he-IL" sz="1800" b="0" i="0" u="none" strike="noStrike" kern="1200" cap="none" spc="0" normalizeH="0" baseline="0" noProof="0" dirty="0">
                  <a:ln>
                    <a:noFill/>
                  </a:ln>
                  <a:solidFill>
                    <a:srgbClr val="3E6BB4"/>
                  </a:solidFill>
                  <a:effectLst/>
                  <a:uLnTx/>
                  <a:uFillTx/>
                  <a:latin typeface="Assistant" pitchFamily="2" charset="-79"/>
                </a:rPr>
                <a:t>של שירותים ומשרדים</a:t>
              </a:r>
            </a:p>
          </p:txBody>
        </p:sp>
        <p:sp>
          <p:nvSpPr>
            <p:cNvPr id="30" name="TextBox 29">
              <a:extLst>
                <a:ext uri="{FF2B5EF4-FFF2-40B4-BE49-F238E27FC236}">
                  <a16:creationId xmlns:a16="http://schemas.microsoft.com/office/drawing/2014/main" id="{2AC12740-4745-E546-8101-A58CD9F9C931}"/>
                </a:ext>
              </a:extLst>
            </p:cNvPr>
            <p:cNvSpPr txBox="1"/>
            <p:nvPr/>
          </p:nvSpPr>
          <p:spPr>
            <a:xfrm>
              <a:off x="938147" y="2913398"/>
              <a:ext cx="5165348"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rPr>
                <a:t>צורך </a:t>
              </a:r>
              <a:r>
                <a:rPr kumimoji="0" lang="he-IL" sz="1800" b="1" i="0" u="none" strike="noStrike" kern="1200" cap="none" spc="0" normalizeH="0" baseline="0" noProof="0" dirty="0">
                  <a:ln>
                    <a:noFill/>
                  </a:ln>
                  <a:solidFill>
                    <a:srgbClr val="3E6BB4"/>
                  </a:solidFill>
                  <a:effectLst/>
                  <a:uLnTx/>
                  <a:uFillTx/>
                  <a:latin typeface="Assistant" pitchFamily="2" charset="-79"/>
                </a:rPr>
                <a:t>ברצף טיפולי </a:t>
              </a:r>
              <a:r>
                <a:rPr kumimoji="0" lang="he-IL" sz="1800" b="0" i="0" u="none" strike="noStrike" kern="1200" cap="none" spc="0" normalizeH="0" baseline="0" noProof="0" dirty="0">
                  <a:ln>
                    <a:noFill/>
                  </a:ln>
                  <a:solidFill>
                    <a:srgbClr val="3E6BB4"/>
                  </a:solidFill>
                  <a:effectLst/>
                  <a:uLnTx/>
                  <a:uFillTx/>
                  <a:latin typeface="Assistant" pitchFamily="2" charset="-79"/>
                </a:rPr>
                <a:t>בין המערכות</a:t>
              </a:r>
            </a:p>
          </p:txBody>
        </p:sp>
        <p:sp>
          <p:nvSpPr>
            <p:cNvPr id="31" name="TextBox 30">
              <a:extLst>
                <a:ext uri="{FF2B5EF4-FFF2-40B4-BE49-F238E27FC236}">
                  <a16:creationId xmlns:a16="http://schemas.microsoft.com/office/drawing/2014/main" id="{B3D01ED6-3BA0-4141-9F5B-E6E4B0754551}"/>
                </a:ext>
              </a:extLst>
            </p:cNvPr>
            <p:cNvSpPr txBox="1"/>
            <p:nvPr/>
          </p:nvSpPr>
          <p:spPr>
            <a:xfrm>
              <a:off x="938147" y="3535490"/>
              <a:ext cx="5165348"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rPr>
                <a:t>חסמים</a:t>
              </a:r>
              <a:r>
                <a:rPr kumimoji="0" lang="he-IL" sz="1800" b="0" i="0" u="none" strike="noStrike" kern="1200" cap="none" spc="0" normalizeH="0" baseline="0" noProof="0" dirty="0">
                  <a:ln>
                    <a:noFill/>
                  </a:ln>
                  <a:solidFill>
                    <a:srgbClr val="3E6BB4"/>
                  </a:solidFill>
                  <a:effectLst/>
                  <a:uLnTx/>
                  <a:uFillTx/>
                  <a:latin typeface="Assistant" pitchFamily="2" charset="-79"/>
                  <a:ea typeface="+mn-ea"/>
                </a:rPr>
                <a:t> </a:t>
              </a:r>
              <a:r>
                <a:rPr kumimoji="0" lang="he-IL" sz="1800" b="1" i="0" u="none" strike="noStrike" kern="1200" cap="none" spc="0" normalizeH="0" baseline="0" noProof="0" dirty="0">
                  <a:ln>
                    <a:noFill/>
                  </a:ln>
                  <a:solidFill>
                    <a:srgbClr val="3E6BB4"/>
                  </a:solidFill>
                  <a:effectLst/>
                  <a:uLnTx/>
                  <a:uFillTx/>
                  <a:latin typeface="Assistant" pitchFamily="2" charset="-79"/>
                  <a:ea typeface="+mn-ea"/>
                </a:rPr>
                <a:t>בשיתוף מידע </a:t>
              </a:r>
              <a:r>
                <a:rPr kumimoji="0" lang="he-IL" sz="1800" b="0" i="0" u="none" strike="noStrike" kern="1200" cap="none" spc="0" normalizeH="0" baseline="0" noProof="0" dirty="0">
                  <a:ln>
                    <a:noFill/>
                  </a:ln>
                  <a:solidFill>
                    <a:srgbClr val="3E6BB4"/>
                  </a:solidFill>
                  <a:effectLst/>
                  <a:uLnTx/>
                  <a:uFillTx/>
                  <a:latin typeface="Assistant" pitchFamily="2" charset="-79"/>
                  <a:ea typeface="+mn-ea"/>
                </a:rPr>
                <a:t>בין המערכות </a:t>
              </a:r>
            </a:p>
          </p:txBody>
        </p:sp>
        <p:sp>
          <p:nvSpPr>
            <p:cNvPr id="33" name="TextBox 32">
              <a:extLst>
                <a:ext uri="{FF2B5EF4-FFF2-40B4-BE49-F238E27FC236}">
                  <a16:creationId xmlns:a16="http://schemas.microsoft.com/office/drawing/2014/main" id="{A0C97DAB-E553-B545-83CB-46F5CD9E1261}"/>
                </a:ext>
              </a:extLst>
            </p:cNvPr>
            <p:cNvSpPr txBox="1"/>
            <p:nvPr/>
          </p:nvSpPr>
          <p:spPr>
            <a:xfrm>
              <a:off x="690808" y="3847414"/>
              <a:ext cx="5405191"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rPr>
                <a:t>מחסור </a:t>
              </a:r>
              <a:r>
                <a:rPr kumimoji="0" lang="he-IL" sz="1800" b="1" i="0" u="none" strike="noStrike" kern="1200" cap="none" spc="0" normalizeH="0" baseline="0" noProof="0" dirty="0" err="1">
                  <a:ln>
                    <a:noFill/>
                  </a:ln>
                  <a:solidFill>
                    <a:srgbClr val="3E6BB4"/>
                  </a:solidFill>
                  <a:effectLst/>
                  <a:uLnTx/>
                  <a:uFillTx/>
                  <a:latin typeface="Assistant" pitchFamily="2" charset="-79"/>
                  <a:ea typeface="+mn-ea"/>
                </a:rPr>
                <a:t>בכח</a:t>
              </a:r>
              <a:r>
                <a:rPr kumimoji="0" lang="he-IL" sz="1800" b="1" i="0" u="none" strike="noStrike" kern="1200" cap="none" spc="0" normalizeH="0" baseline="0" noProof="0" dirty="0">
                  <a:ln>
                    <a:noFill/>
                  </a:ln>
                  <a:solidFill>
                    <a:srgbClr val="3E6BB4"/>
                  </a:solidFill>
                  <a:effectLst/>
                  <a:uLnTx/>
                  <a:uFillTx/>
                  <a:latin typeface="Assistant" pitchFamily="2" charset="-79"/>
                  <a:ea typeface="+mn-ea"/>
                </a:rPr>
                <a:t> אדם </a:t>
              </a:r>
              <a:r>
                <a:rPr kumimoji="0" lang="he-IL" sz="1800" b="0" i="0" u="none" strike="noStrike" kern="1200" cap="none" spc="0" normalizeH="0" baseline="0" noProof="0" dirty="0">
                  <a:ln>
                    <a:noFill/>
                  </a:ln>
                  <a:solidFill>
                    <a:srgbClr val="3E6BB4"/>
                  </a:solidFill>
                  <a:effectLst/>
                  <a:uLnTx/>
                  <a:uFillTx/>
                  <a:latin typeface="Assistant" pitchFamily="2" charset="-79"/>
                  <a:ea typeface="+mn-ea"/>
                </a:rPr>
                <a:t>מקצועי</a:t>
              </a:r>
              <a:r>
                <a:rPr kumimoji="0" lang="he-IL" sz="1800" b="1" i="0" u="none" strike="noStrike" kern="1200" cap="none" spc="0" normalizeH="0" baseline="0" noProof="0" dirty="0">
                  <a:ln>
                    <a:noFill/>
                  </a:ln>
                  <a:solidFill>
                    <a:srgbClr val="3E6BB4"/>
                  </a:solidFill>
                  <a:effectLst/>
                  <a:uLnTx/>
                  <a:uFillTx/>
                  <a:latin typeface="Assistant" pitchFamily="2" charset="-79"/>
                  <a:ea typeface="+mn-ea"/>
                </a:rPr>
                <a:t> </a:t>
              </a:r>
              <a:r>
                <a:rPr kumimoji="0" lang="he-IL" sz="1800" b="0" i="0" u="none" strike="noStrike" kern="1200" cap="none" spc="0" normalizeH="0" baseline="0" noProof="0" dirty="0">
                  <a:ln>
                    <a:noFill/>
                  </a:ln>
                  <a:solidFill>
                    <a:srgbClr val="3E6BB4"/>
                  </a:solidFill>
                  <a:effectLst/>
                  <a:uLnTx/>
                  <a:uFillTx/>
                  <a:latin typeface="Assistant" pitchFamily="2" charset="-79"/>
                  <a:ea typeface="+mn-ea"/>
                </a:rPr>
                <a:t>וטיפולי בשטח</a:t>
              </a:r>
            </a:p>
          </p:txBody>
        </p:sp>
        <p:sp>
          <p:nvSpPr>
            <p:cNvPr id="37" name="TextBox 36">
              <a:extLst>
                <a:ext uri="{FF2B5EF4-FFF2-40B4-BE49-F238E27FC236}">
                  <a16:creationId xmlns:a16="http://schemas.microsoft.com/office/drawing/2014/main" id="{F0B41E47-6753-3C49-BBE7-029C9359D132}"/>
                </a:ext>
              </a:extLst>
            </p:cNvPr>
            <p:cNvSpPr txBox="1"/>
            <p:nvPr/>
          </p:nvSpPr>
          <p:spPr>
            <a:xfrm>
              <a:off x="690808" y="4233486"/>
              <a:ext cx="5412687"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rPr>
                <a:t>מחסור בתהליכי מדידה </a:t>
              </a:r>
              <a:r>
                <a:rPr kumimoji="0" lang="he-IL" sz="1800" b="0" i="0" u="none" strike="noStrike" kern="1200" cap="none" spc="0" normalizeH="0" baseline="0" noProof="0" dirty="0">
                  <a:ln>
                    <a:noFill/>
                  </a:ln>
                  <a:solidFill>
                    <a:srgbClr val="3E6BB4"/>
                  </a:solidFill>
                  <a:effectLst/>
                  <a:uLnTx/>
                  <a:uFillTx/>
                  <a:latin typeface="Assistant" pitchFamily="2" charset="-79"/>
                  <a:ea typeface="+mn-ea"/>
                </a:rPr>
                <a:t>מוכווני תוצאות</a:t>
              </a:r>
            </a:p>
          </p:txBody>
        </p:sp>
        <p:sp>
          <p:nvSpPr>
            <p:cNvPr id="4" name="TextBox 3">
              <a:extLst>
                <a:ext uri="{FF2B5EF4-FFF2-40B4-BE49-F238E27FC236}">
                  <a16:creationId xmlns:a16="http://schemas.microsoft.com/office/drawing/2014/main" id="{1A7BA02B-D527-575E-BC77-CC68A5786A6E}"/>
                </a:ext>
              </a:extLst>
            </p:cNvPr>
            <p:cNvSpPr txBox="1"/>
            <p:nvPr/>
          </p:nvSpPr>
          <p:spPr>
            <a:xfrm>
              <a:off x="1902011" y="2604957"/>
              <a:ext cx="4191448" cy="369332"/>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rPr>
                <a:t>היעדר השקעה מספקת </a:t>
              </a:r>
              <a:r>
                <a:rPr kumimoji="0" lang="he-IL" sz="1800" b="1" i="0" u="none" strike="noStrike" kern="1200" cap="none" spc="0" normalizeH="0" baseline="0" noProof="0" dirty="0">
                  <a:ln>
                    <a:noFill/>
                  </a:ln>
                  <a:solidFill>
                    <a:srgbClr val="3E6BB4"/>
                  </a:solidFill>
                  <a:effectLst/>
                  <a:uLnTx/>
                  <a:uFillTx/>
                  <a:latin typeface="Assistant" pitchFamily="2" charset="-79"/>
                  <a:ea typeface="+mn-ea"/>
                </a:rPr>
                <a:t>במניעה</a:t>
              </a:r>
            </a:p>
          </p:txBody>
        </p:sp>
        <p:pic>
          <p:nvPicPr>
            <p:cNvPr id="6" name="Picture 5">
              <a:extLst>
                <a:ext uri="{FF2B5EF4-FFF2-40B4-BE49-F238E27FC236}">
                  <a16:creationId xmlns:a16="http://schemas.microsoft.com/office/drawing/2014/main" id="{8E5865AD-AEF4-2C02-F925-06959E78062B}"/>
                </a:ext>
              </a:extLst>
            </p:cNvPr>
            <p:cNvPicPr>
              <a:picLocks noChangeAspect="1"/>
            </p:cNvPicPr>
            <p:nvPr/>
          </p:nvPicPr>
          <p:blipFill>
            <a:blip r:embed="rId5"/>
            <a:stretch>
              <a:fillRect/>
            </a:stretch>
          </p:blipFill>
          <p:spPr>
            <a:xfrm>
              <a:off x="6105473" y="3328362"/>
              <a:ext cx="127000" cy="127000"/>
            </a:xfrm>
            <a:prstGeom prst="rect">
              <a:avLst/>
            </a:prstGeom>
          </p:spPr>
        </p:pic>
        <p:sp>
          <p:nvSpPr>
            <p:cNvPr id="8" name="TextBox 7">
              <a:extLst>
                <a:ext uri="{FF2B5EF4-FFF2-40B4-BE49-F238E27FC236}">
                  <a16:creationId xmlns:a16="http://schemas.microsoft.com/office/drawing/2014/main" id="{3E25BAFC-547D-9D80-D843-A31CC36B968C}"/>
                </a:ext>
              </a:extLst>
            </p:cNvPr>
            <p:cNvSpPr txBox="1"/>
            <p:nvPr/>
          </p:nvSpPr>
          <p:spPr>
            <a:xfrm>
              <a:off x="-225587" y="3187085"/>
              <a:ext cx="6329082" cy="369332"/>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rPr>
                <a:t>התאמה והנגשה </a:t>
              </a:r>
              <a:r>
                <a:rPr kumimoji="0" lang="he-IL" sz="1800" b="0" i="0" u="none" strike="noStrike" kern="1200" cap="none" spc="0" normalizeH="0" baseline="0" noProof="0" dirty="0">
                  <a:ln>
                    <a:noFill/>
                  </a:ln>
                  <a:solidFill>
                    <a:srgbClr val="3E6BB4"/>
                  </a:solidFill>
                  <a:effectLst/>
                  <a:uLnTx/>
                  <a:uFillTx/>
                  <a:latin typeface="Assistant" pitchFamily="2" charset="-79"/>
                </a:rPr>
                <a:t>של שירותים לצרכי האזרח</a:t>
              </a:r>
            </a:p>
          </p:txBody>
        </p:sp>
        <p:pic>
          <p:nvPicPr>
            <p:cNvPr id="12" name="Picture 11">
              <a:extLst>
                <a:ext uri="{FF2B5EF4-FFF2-40B4-BE49-F238E27FC236}">
                  <a16:creationId xmlns:a16="http://schemas.microsoft.com/office/drawing/2014/main" id="{AD974C8E-B135-8E6E-2516-991A626677B4}"/>
                </a:ext>
              </a:extLst>
            </p:cNvPr>
            <p:cNvPicPr>
              <a:picLocks noChangeAspect="1"/>
            </p:cNvPicPr>
            <p:nvPr/>
          </p:nvPicPr>
          <p:blipFill>
            <a:blip r:embed="rId5"/>
            <a:stretch>
              <a:fillRect/>
            </a:stretch>
          </p:blipFill>
          <p:spPr>
            <a:xfrm>
              <a:off x="6107065" y="3992299"/>
              <a:ext cx="127000" cy="127000"/>
            </a:xfrm>
            <a:prstGeom prst="rect">
              <a:avLst/>
            </a:prstGeom>
          </p:spPr>
        </p:pic>
      </p:grpSp>
      <p:sp>
        <p:nvSpPr>
          <p:cNvPr id="3" name="תיבת טקסט 2">
            <a:extLst>
              <a:ext uri="{FF2B5EF4-FFF2-40B4-BE49-F238E27FC236}">
                <a16:creationId xmlns:a16="http://schemas.microsoft.com/office/drawing/2014/main" id="{4EA33235-A3CC-6A53-DEE7-76FA84515971}"/>
              </a:ext>
            </a:extLst>
          </p:cNvPr>
          <p:cNvSpPr txBox="1"/>
          <p:nvPr/>
        </p:nvSpPr>
        <p:spPr>
          <a:xfrm>
            <a:off x="9135323" y="3419619"/>
            <a:ext cx="894797" cy="369332"/>
          </a:xfrm>
          <a:prstGeom prst="rect">
            <a:avLst/>
          </a:prstGeom>
          <a:noFill/>
        </p:spPr>
        <p:txBody>
          <a:bodyPr wrap="none" rtlCol="1">
            <a:spAutoFit/>
          </a:bodyPr>
          <a:lstStyle/>
          <a:p>
            <a:r>
              <a:rPr lang="he-IL" dirty="0"/>
              <a:t>סל אישי</a:t>
            </a:r>
          </a:p>
        </p:txBody>
      </p:sp>
    </p:spTree>
    <p:extLst>
      <p:ext uri="{BB962C8B-B14F-4D97-AF65-F5344CB8AC3E}">
        <p14:creationId xmlns:p14="http://schemas.microsoft.com/office/powerpoint/2010/main" val="4804130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7930D2F-8091-4655-9DA9-8EC4B711E1D8}"/>
              </a:ext>
            </a:extLst>
          </p:cNvPr>
          <p:cNvSpPr txBox="1"/>
          <p:nvPr/>
        </p:nvSpPr>
        <p:spPr>
          <a:xfrm>
            <a:off x="2284953" y="1577540"/>
            <a:ext cx="2220480"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המטרה היא </a:t>
            </a:r>
            <a:r>
              <a:rPr kumimoji="0" lang="he-IL" sz="1800" b="0" i="0" u="sng" strike="noStrike" kern="1200" cap="none" spc="0" normalizeH="0" baseline="0" noProof="0" dirty="0" err="1">
                <a:ln>
                  <a:noFill/>
                </a:ln>
                <a:solidFill>
                  <a:prstClr val="black"/>
                </a:solidFill>
                <a:effectLst/>
                <a:uLnTx/>
                <a:uFillTx/>
                <a:latin typeface="Calibri" panose="020F0502020204030204" pitchFamily="34" charset="0"/>
                <a:ea typeface="+mn-ea"/>
                <a:cs typeface="Calibri" panose="020F0502020204030204" pitchFamily="34" charset="0"/>
              </a:rPr>
              <a:t>להנגיש</a:t>
            </a:r>
            <a:r>
              <a:rPr kumimoji="0" lang="he-IL" sz="1800" b="0"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את</a:t>
            </a:r>
            <a:endParaRPr kumimoji="0" lang="en-IL" sz="1800" b="0"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28" name="TextBox 27">
            <a:extLst>
              <a:ext uri="{FF2B5EF4-FFF2-40B4-BE49-F238E27FC236}">
                <a16:creationId xmlns:a16="http://schemas.microsoft.com/office/drawing/2014/main" id="{B3704E1A-5CFA-4C07-BEEC-0DA690F3FBB4}"/>
              </a:ext>
            </a:extLst>
          </p:cNvPr>
          <p:cNvSpPr txBox="1"/>
          <p:nvPr/>
        </p:nvSpPr>
        <p:spPr>
          <a:xfrm>
            <a:off x="75674" y="1971285"/>
            <a:ext cx="4429759" cy="2766911"/>
          </a:xfrm>
          <a:prstGeom prst="rect">
            <a:avLst/>
          </a:prstGeom>
          <a:noFill/>
        </p:spPr>
        <p:txBody>
          <a:bodyPr wrap="square" rtlCol="0">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השירות הנכון</a:t>
            </a:r>
          </a:p>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לאדם הנכון</a:t>
            </a:r>
          </a:p>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בזמן הנכון		</a:t>
            </a:r>
            <a:endParaRPr kumimoji="0" lang="en-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nvGrpSpPr>
          <p:cNvPr id="32" name="Group 31">
            <a:extLst>
              <a:ext uri="{FF2B5EF4-FFF2-40B4-BE49-F238E27FC236}">
                <a16:creationId xmlns:a16="http://schemas.microsoft.com/office/drawing/2014/main" id="{EE3C58CD-9D1C-4295-BC1C-BB82E5535C9A}"/>
              </a:ext>
            </a:extLst>
          </p:cNvPr>
          <p:cNvGrpSpPr/>
          <p:nvPr/>
        </p:nvGrpSpPr>
        <p:grpSpPr>
          <a:xfrm>
            <a:off x="6298273" y="676278"/>
            <a:ext cx="5588929" cy="5505444"/>
            <a:chOff x="232753" y="860944"/>
            <a:chExt cx="5588929" cy="5505444"/>
          </a:xfrm>
        </p:grpSpPr>
        <p:sp>
          <p:nvSpPr>
            <p:cNvPr id="33" name="Oval 32">
              <a:extLst>
                <a:ext uri="{FF2B5EF4-FFF2-40B4-BE49-F238E27FC236}">
                  <a16:creationId xmlns:a16="http://schemas.microsoft.com/office/drawing/2014/main" id="{D75FA15E-01B1-4CEE-B096-247E7DD162D4}"/>
                </a:ext>
              </a:extLst>
            </p:cNvPr>
            <p:cNvSpPr/>
            <p:nvPr/>
          </p:nvSpPr>
          <p:spPr>
            <a:xfrm>
              <a:off x="893887" y="1677056"/>
              <a:ext cx="4320000" cy="4320000"/>
            </a:xfrm>
            <a:prstGeom prst="ellipse">
              <a:avLst/>
            </a:prstGeom>
            <a:noFill/>
            <a:ln w="762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grpSp>
          <p:nvGrpSpPr>
            <p:cNvPr id="34" name="Group 33">
              <a:extLst>
                <a:ext uri="{FF2B5EF4-FFF2-40B4-BE49-F238E27FC236}">
                  <a16:creationId xmlns:a16="http://schemas.microsoft.com/office/drawing/2014/main" id="{163223BC-3437-487A-961B-094F19743AE4}"/>
                </a:ext>
              </a:extLst>
            </p:cNvPr>
            <p:cNvGrpSpPr/>
            <p:nvPr/>
          </p:nvGrpSpPr>
          <p:grpSpPr>
            <a:xfrm>
              <a:off x="232753" y="860944"/>
              <a:ext cx="5588929" cy="4527916"/>
              <a:chOff x="1237123" y="1354505"/>
              <a:chExt cx="4511824" cy="4527916"/>
            </a:xfrm>
            <a:solidFill>
              <a:schemeClr val="accent3"/>
            </a:solidFill>
          </p:grpSpPr>
          <p:sp>
            <p:nvSpPr>
              <p:cNvPr id="45" name="Freeform: Shape 44">
                <a:extLst>
                  <a:ext uri="{FF2B5EF4-FFF2-40B4-BE49-F238E27FC236}">
                    <a16:creationId xmlns:a16="http://schemas.microsoft.com/office/drawing/2014/main" id="{FB471D60-5F43-4880-86CB-5D213AB65396}"/>
                  </a:ext>
                </a:extLst>
              </p:cNvPr>
              <p:cNvSpPr/>
              <p:nvPr/>
            </p:nvSpPr>
            <p:spPr>
              <a:xfrm>
                <a:off x="2360466" y="1354505"/>
                <a:ext cx="2258987" cy="2258987"/>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0" y="2258987"/>
                    </a:moveTo>
                    <a:lnTo>
                      <a:pt x="1129494" y="0"/>
                    </a:lnTo>
                    <a:lnTo>
                      <a:pt x="2258987" y="2258987"/>
                    </a:lnTo>
                    <a:lnTo>
                      <a:pt x="0" y="2258987"/>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247604" rIns="682857" bIns="118110"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46" name="Freeform: Shape 45">
                <a:extLst>
                  <a:ext uri="{FF2B5EF4-FFF2-40B4-BE49-F238E27FC236}">
                    <a16:creationId xmlns:a16="http://schemas.microsoft.com/office/drawing/2014/main" id="{F3F7D78D-3F03-4E7E-A130-7B8ED18677CE}"/>
                  </a:ext>
                </a:extLst>
              </p:cNvPr>
              <p:cNvSpPr/>
              <p:nvPr/>
            </p:nvSpPr>
            <p:spPr>
              <a:xfrm>
                <a:off x="2370243" y="3623433"/>
                <a:ext cx="2258987" cy="2258988"/>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2258987" y="0"/>
                    </a:moveTo>
                    <a:lnTo>
                      <a:pt x="1129493" y="2258987"/>
                    </a:lnTo>
                    <a:lnTo>
                      <a:pt x="0" y="0"/>
                    </a:lnTo>
                    <a:lnTo>
                      <a:pt x="2258987" y="0"/>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18111" rIns="682857" bIns="1247604"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47" name="Freeform: Shape 46">
                <a:extLst>
                  <a:ext uri="{FF2B5EF4-FFF2-40B4-BE49-F238E27FC236}">
                    <a16:creationId xmlns:a16="http://schemas.microsoft.com/office/drawing/2014/main" id="{733E53F7-AB8D-4D54-8645-8944F0810027}"/>
                  </a:ext>
                </a:extLst>
              </p:cNvPr>
              <p:cNvSpPr/>
              <p:nvPr/>
            </p:nvSpPr>
            <p:spPr>
              <a:xfrm>
                <a:off x="3489960" y="3613492"/>
                <a:ext cx="2258987" cy="2258987"/>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0" y="2258987"/>
                    </a:moveTo>
                    <a:lnTo>
                      <a:pt x="1129494" y="0"/>
                    </a:lnTo>
                    <a:lnTo>
                      <a:pt x="2258987" y="2258987"/>
                    </a:lnTo>
                    <a:lnTo>
                      <a:pt x="0" y="2258987"/>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247604" rIns="682857" bIns="118110"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48" name="Freeform: Shape 47">
                <a:extLst>
                  <a:ext uri="{FF2B5EF4-FFF2-40B4-BE49-F238E27FC236}">
                    <a16:creationId xmlns:a16="http://schemas.microsoft.com/office/drawing/2014/main" id="{B38E5488-D02F-4920-8981-C8022C00F6DC}"/>
                  </a:ext>
                </a:extLst>
              </p:cNvPr>
              <p:cNvSpPr/>
              <p:nvPr/>
            </p:nvSpPr>
            <p:spPr>
              <a:xfrm>
                <a:off x="1237123" y="3605872"/>
                <a:ext cx="2258987" cy="2258987"/>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0" y="2258987"/>
                    </a:moveTo>
                    <a:lnTo>
                      <a:pt x="1129494" y="0"/>
                    </a:lnTo>
                    <a:lnTo>
                      <a:pt x="2258987" y="2258987"/>
                    </a:lnTo>
                    <a:lnTo>
                      <a:pt x="0" y="2258987"/>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247604" rIns="682857" bIns="118110"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grpSp>
          <p:nvGrpSpPr>
            <p:cNvPr id="35" name="Group 34">
              <a:extLst>
                <a:ext uri="{FF2B5EF4-FFF2-40B4-BE49-F238E27FC236}">
                  <a16:creationId xmlns:a16="http://schemas.microsoft.com/office/drawing/2014/main" id="{2DAA9A8F-BD94-4D1A-8301-A0CCD0673CF5}"/>
                </a:ext>
              </a:extLst>
            </p:cNvPr>
            <p:cNvGrpSpPr/>
            <p:nvPr/>
          </p:nvGrpSpPr>
          <p:grpSpPr>
            <a:xfrm>
              <a:off x="1624269" y="3119930"/>
              <a:ext cx="2798276" cy="2251368"/>
              <a:chOff x="1624269" y="3119930"/>
              <a:chExt cx="2798276" cy="2251368"/>
            </a:xfrm>
          </p:grpSpPr>
          <p:cxnSp>
            <p:nvCxnSpPr>
              <p:cNvPr id="43" name="Straight Connector 42">
                <a:extLst>
                  <a:ext uri="{FF2B5EF4-FFF2-40B4-BE49-F238E27FC236}">
                    <a16:creationId xmlns:a16="http://schemas.microsoft.com/office/drawing/2014/main" id="{71A2604F-0CC8-4E51-A4B0-5CBFBFDF2FBE}"/>
                  </a:ext>
                </a:extLst>
              </p:cNvPr>
              <p:cNvCxnSpPr>
                <a:endCxn id="47" idx="1"/>
              </p:cNvCxnSpPr>
              <p:nvPr/>
            </p:nvCxnSpPr>
            <p:spPr>
              <a:xfrm>
                <a:off x="1624269" y="3119930"/>
                <a:ext cx="2798276" cy="1"/>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B7141198-7625-43AC-9852-769924368A52}"/>
                  </a:ext>
                </a:extLst>
              </p:cNvPr>
              <p:cNvCxnSpPr>
                <a:cxnSpLocks/>
                <a:stCxn id="48" idx="2"/>
                <a:endCxn id="46" idx="1"/>
              </p:cNvCxnSpPr>
              <p:nvPr/>
            </p:nvCxnSpPr>
            <p:spPr>
              <a:xfrm flipV="1">
                <a:off x="3031027" y="3129872"/>
                <a:ext cx="4493" cy="224142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36" name="Oval 35">
              <a:extLst>
                <a:ext uri="{FF2B5EF4-FFF2-40B4-BE49-F238E27FC236}">
                  <a16:creationId xmlns:a16="http://schemas.microsoft.com/office/drawing/2014/main" id="{4494DD75-D162-45A9-A5AA-2154EB3484DE}"/>
                </a:ext>
              </a:extLst>
            </p:cNvPr>
            <p:cNvSpPr/>
            <p:nvPr/>
          </p:nvSpPr>
          <p:spPr>
            <a:xfrm>
              <a:off x="1937886" y="2629656"/>
              <a:ext cx="2232000" cy="223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37" name="TextBox 36">
              <a:extLst>
                <a:ext uri="{FF2B5EF4-FFF2-40B4-BE49-F238E27FC236}">
                  <a16:creationId xmlns:a16="http://schemas.microsoft.com/office/drawing/2014/main" id="{DCA672CD-283D-4BD2-9546-B95CA39D8536}"/>
                </a:ext>
              </a:extLst>
            </p:cNvPr>
            <p:cNvSpPr txBox="1"/>
            <p:nvPr/>
          </p:nvSpPr>
          <p:spPr>
            <a:xfrm>
              <a:off x="2597649" y="1819232"/>
              <a:ext cx="851515"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ממשלה</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8" name="TextBox 37">
              <a:extLst>
                <a:ext uri="{FF2B5EF4-FFF2-40B4-BE49-F238E27FC236}">
                  <a16:creationId xmlns:a16="http://schemas.microsoft.com/office/drawing/2014/main" id="{13710617-6A42-40BE-8DF2-73F6A946EBAE}"/>
                </a:ext>
              </a:extLst>
            </p:cNvPr>
            <p:cNvSpPr txBox="1"/>
            <p:nvPr/>
          </p:nvSpPr>
          <p:spPr>
            <a:xfrm>
              <a:off x="4251382" y="4547013"/>
              <a:ext cx="901209" cy="646331"/>
            </a:xfrm>
            <a:prstGeom prst="rect">
              <a:avLst/>
            </a:prstGeom>
            <a:noFill/>
          </p:spPr>
          <p:txBody>
            <a:bodyPr wrap="non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רשויות </a:t>
              </a:r>
              <a:b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מקומיות</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9" name="TextBox 38">
              <a:extLst>
                <a:ext uri="{FF2B5EF4-FFF2-40B4-BE49-F238E27FC236}">
                  <a16:creationId xmlns:a16="http://schemas.microsoft.com/office/drawing/2014/main" id="{0FE632B9-BEFB-4137-8590-42DE27B3AE4B}"/>
                </a:ext>
              </a:extLst>
            </p:cNvPr>
            <p:cNvSpPr txBox="1"/>
            <p:nvPr/>
          </p:nvSpPr>
          <p:spPr>
            <a:xfrm>
              <a:off x="1069534" y="4522532"/>
              <a:ext cx="1034257" cy="646331"/>
            </a:xfrm>
            <a:prstGeom prst="rect">
              <a:avLst/>
            </a:prstGeom>
            <a:noFill/>
          </p:spPr>
          <p:txBody>
            <a:bodyPr wrap="non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ספקי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השירותים</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41" name="TextBox 40">
              <a:extLst>
                <a:ext uri="{FF2B5EF4-FFF2-40B4-BE49-F238E27FC236}">
                  <a16:creationId xmlns:a16="http://schemas.microsoft.com/office/drawing/2014/main" id="{AA53CD91-4E6C-4325-BF69-33C6BE63F0E1}"/>
                </a:ext>
              </a:extLst>
            </p:cNvPr>
            <p:cNvSpPr txBox="1"/>
            <p:nvPr/>
          </p:nvSpPr>
          <p:spPr>
            <a:xfrm>
              <a:off x="2279438" y="4065808"/>
              <a:ext cx="1563248" cy="707886"/>
            </a:xfrm>
            <a:prstGeom prst="rect">
              <a:avLst/>
            </a:prstGeom>
            <a:noFill/>
          </p:spPr>
          <p:txBody>
            <a:bodyPr wrap="non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האזרח הוותיק </a:t>
              </a:r>
              <a:b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he-IL" sz="2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במרכז</a:t>
              </a:r>
              <a:endParaRPr kumimoji="0" lang="en-IL" sz="2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42" name="TextBox 41">
              <a:extLst>
                <a:ext uri="{FF2B5EF4-FFF2-40B4-BE49-F238E27FC236}">
                  <a16:creationId xmlns:a16="http://schemas.microsoft.com/office/drawing/2014/main" id="{F7C48B2C-5519-4DD7-91B1-A3C9EC5274A1}"/>
                </a:ext>
              </a:extLst>
            </p:cNvPr>
            <p:cNvSpPr txBox="1"/>
            <p:nvPr/>
          </p:nvSpPr>
          <p:spPr>
            <a:xfrm>
              <a:off x="2171272" y="5997056"/>
              <a:ext cx="1608133"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דאטה וטכנולוגיה</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pic>
        <p:nvPicPr>
          <p:cNvPr id="50" name="Picture 3" descr="קובץ:Ministry of Labor, Social Affairs and Social Services ...">
            <a:extLst>
              <a:ext uri="{FF2B5EF4-FFF2-40B4-BE49-F238E27FC236}">
                <a16:creationId xmlns:a16="http://schemas.microsoft.com/office/drawing/2014/main" id="{473BA2BE-788A-4268-8700-59016893033D}"/>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9707858" y="253557"/>
            <a:ext cx="1742734" cy="475167"/>
          </a:xfrm>
          <a:prstGeom prst="rect">
            <a:avLst/>
          </a:prstGeom>
          <a:noFill/>
          <a:extLst>
            <a:ext uri="{909E8E84-426E-40DD-AFC4-6F175D3DCCD1}">
              <a14:hiddenFill xmlns:a14="http://schemas.microsoft.com/office/drawing/2010/main">
                <a:solidFill>
                  <a:srgbClr val="FFFFFF"/>
                </a:solidFill>
              </a14:hiddenFill>
            </a:ext>
          </a:extLst>
        </p:spPr>
      </p:pic>
      <p:sp>
        <p:nvSpPr>
          <p:cNvPr id="51" name="Rectangle 50">
            <a:extLst>
              <a:ext uri="{FF2B5EF4-FFF2-40B4-BE49-F238E27FC236}">
                <a16:creationId xmlns:a16="http://schemas.microsoft.com/office/drawing/2014/main" id="{EA6D7B2B-F9CA-473F-B360-C0BC9C9AE259}"/>
              </a:ext>
            </a:extLst>
          </p:cNvPr>
          <p:cNvSpPr/>
          <p:nvPr/>
        </p:nvSpPr>
        <p:spPr>
          <a:xfrm>
            <a:off x="75674" y="101600"/>
            <a:ext cx="2230646" cy="741680"/>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pic>
        <p:nvPicPr>
          <p:cNvPr id="66" name="תמונה 65">
            <a:extLst>
              <a:ext uri="{FF2B5EF4-FFF2-40B4-BE49-F238E27FC236}">
                <a16:creationId xmlns:a16="http://schemas.microsoft.com/office/drawing/2014/main" id="{CEF87F6E-70F3-AAFD-2A3A-116043169CFA}"/>
              </a:ext>
            </a:extLst>
          </p:cNvPr>
          <p:cNvPicPr>
            <a:picLocks noChangeAspect="1"/>
          </p:cNvPicPr>
          <p:nvPr/>
        </p:nvPicPr>
        <p:blipFill>
          <a:blip r:embed="rId4"/>
          <a:stretch>
            <a:fillRect/>
          </a:stretch>
        </p:blipFill>
        <p:spPr>
          <a:xfrm>
            <a:off x="8615313" y="2866520"/>
            <a:ext cx="1004478" cy="1055686"/>
          </a:xfrm>
          <a:prstGeom prst="rect">
            <a:avLst/>
          </a:prstGeom>
        </p:spPr>
      </p:pic>
    </p:spTree>
    <p:extLst>
      <p:ext uri="{BB962C8B-B14F-4D97-AF65-F5344CB8AC3E}">
        <p14:creationId xmlns:p14="http://schemas.microsoft.com/office/powerpoint/2010/main" val="3877320739"/>
      </p:ext>
    </p:extLst>
  </p:cSld>
  <p:clrMapOvr>
    <a:masterClrMapping/>
  </p:clrMapOvr>
  <p:transition spd="slow">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B7635-862C-9128-8550-48A638D4A0FE}"/>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63B28452-6565-4184-E0F7-B4E8FED5ACC1}"/>
              </a:ext>
            </a:extLst>
          </p:cNvPr>
          <p:cNvSpPr/>
          <p:nvPr/>
        </p:nvSpPr>
        <p:spPr>
          <a:xfrm>
            <a:off x="11079268" y="5707972"/>
            <a:ext cx="144000" cy="144000"/>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5" name="תיבת טקסט 5">
            <a:extLst>
              <a:ext uri="{FF2B5EF4-FFF2-40B4-BE49-F238E27FC236}">
                <a16:creationId xmlns:a16="http://schemas.microsoft.com/office/drawing/2014/main" id="{7149C1F4-72D4-0E6B-3D51-75B58659E23B}"/>
              </a:ext>
            </a:extLst>
          </p:cNvPr>
          <p:cNvSpPr txBox="1"/>
          <p:nvPr/>
        </p:nvSpPr>
        <p:spPr>
          <a:xfrm>
            <a:off x="2891969" y="1173531"/>
            <a:ext cx="5446721" cy="1177245"/>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rPr>
              <a:t>פנינה לוי, </a:t>
            </a:r>
            <a:r>
              <a:rPr kumimoji="0" lang="he-IL" sz="18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rPr>
              <a:t>רמת סיעוד 2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t>(מייצגת כ-15% מהזקנים בישראל ברמות סיעוד הנמוכות)</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t>בת 71, אלמנה, גרה עם בנה הגרוש</a:t>
            </a:r>
          </a:p>
        </p:txBody>
      </p:sp>
      <p:sp>
        <p:nvSpPr>
          <p:cNvPr id="17" name="תיבת טקסט 9">
            <a:extLst>
              <a:ext uri="{FF2B5EF4-FFF2-40B4-BE49-F238E27FC236}">
                <a16:creationId xmlns:a16="http://schemas.microsoft.com/office/drawing/2014/main" id="{72238A1F-6AB0-9DDA-672B-F238A890607D}"/>
              </a:ext>
            </a:extLst>
          </p:cNvPr>
          <p:cNvSpPr txBox="1"/>
          <p:nvPr/>
        </p:nvSpPr>
        <p:spPr>
          <a:xfrm>
            <a:off x="3512689" y="2514996"/>
            <a:ext cx="4826001" cy="2169825"/>
          </a:xfrm>
          <a:prstGeom prst="rect">
            <a:avLst/>
          </a:prstGeom>
          <a:noFill/>
        </p:spPr>
        <p:txBody>
          <a:bodyPr wrap="square">
            <a:spAutoFit/>
          </a:bodyPr>
          <a:lstStyle/>
          <a:p>
            <a:pPr marL="0" marR="0" lvl="0" indent="0" algn="r" defTabSz="914400" rtl="1" eaLnBrk="1" fontAlgn="auto" latinLnBrk="0" hangingPunct="1">
              <a:lnSpc>
                <a:spcPct val="150000"/>
              </a:lnSpc>
              <a:spcBef>
                <a:spcPts val="0"/>
              </a:spcBef>
              <a:spcAft>
                <a:spcPts val="180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rPr>
              <a:t>היום יום של פנינה מתאפיין ב:</a:t>
            </a:r>
            <a:br>
              <a:rPr kumimoji="0" lang="en-US" sz="18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rPr>
            </a:br>
            <a:r>
              <a:rPr kumimoji="0" lang="he-IL" sz="1800" b="1"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t>קשיי תפקוד: </a:t>
            </a:r>
            <a:r>
              <a:rPr kumimoji="0" lang="he-IL" sz="1800" b="0"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t>פנינה יוצאת מעט מביתה</a:t>
            </a:r>
            <a:br>
              <a:rPr kumimoji="0" lang="en-US" sz="1800" b="0"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br>
            <a:r>
              <a:rPr kumimoji="0" lang="he-IL" sz="1800" b="1"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t>בדידות: </a:t>
            </a:r>
            <a:r>
              <a:rPr kumimoji="0" lang="he-IL" sz="1800" b="0"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t>פנינה מרגישה בודדה ומבודדת </a:t>
            </a:r>
            <a:br>
              <a:rPr kumimoji="0" lang="en-US" sz="1800" b="0"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br>
            <a:r>
              <a:rPr kumimoji="0" lang="he-IL" sz="1800" b="1"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t>תלות בבן: </a:t>
            </a:r>
            <a:r>
              <a:rPr kumimoji="0" lang="he-IL" sz="1800" b="0"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t>רגשות אשמה ועומס על הבן</a:t>
            </a:r>
            <a:br>
              <a:rPr kumimoji="0" lang="en-US" sz="1800" b="0"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br>
            <a:r>
              <a:rPr kumimoji="0" lang="he-IL" sz="1800" b="1"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t>חשש מנפילות: </a:t>
            </a:r>
            <a:r>
              <a:rPr kumimoji="0" lang="he-IL" sz="1800" b="0"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t>מונע ממנה לצאת מהבית </a:t>
            </a:r>
          </a:p>
        </p:txBody>
      </p:sp>
      <p:sp>
        <p:nvSpPr>
          <p:cNvPr id="18" name="תיבת טקסט 12">
            <a:extLst>
              <a:ext uri="{FF2B5EF4-FFF2-40B4-BE49-F238E27FC236}">
                <a16:creationId xmlns:a16="http://schemas.microsoft.com/office/drawing/2014/main" id="{BC395DB2-61DD-9279-4A12-2E3C6BD7194E}"/>
              </a:ext>
            </a:extLst>
          </p:cNvPr>
          <p:cNvSpPr txBox="1"/>
          <p:nvPr/>
        </p:nvSpPr>
        <p:spPr>
          <a:xfrm>
            <a:off x="1549301" y="5191093"/>
            <a:ext cx="9246550" cy="5778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1">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002060"/>
                </a:solidFill>
                <a:effectLst/>
                <a:uLnTx/>
                <a:uFillTx/>
                <a:latin typeface="Arial" panose="020B0604020202020204" pitchFamily="34" charset="0"/>
                <a:cs typeface="Arial" panose="020B0604020202020204" pitchFamily="34" charset="0"/>
              </a:rPr>
              <a:t>האם הסל שפנינה צריכה לקבל זהה לכ200,000 זכאים ברמות הנמוכות?</a:t>
            </a:r>
          </a:p>
        </p:txBody>
      </p:sp>
      <p:pic>
        <p:nvPicPr>
          <p:cNvPr id="19" name="Picture 18">
            <a:extLst>
              <a:ext uri="{FF2B5EF4-FFF2-40B4-BE49-F238E27FC236}">
                <a16:creationId xmlns:a16="http://schemas.microsoft.com/office/drawing/2014/main" id="{3A1C7284-FDC0-DBDF-6BAC-2140903E8B10}"/>
              </a:ext>
            </a:extLst>
          </p:cNvPr>
          <p:cNvPicPr>
            <a:picLocks noChangeAspect="1"/>
          </p:cNvPicPr>
          <p:nvPr/>
        </p:nvPicPr>
        <p:blipFill rotWithShape="1">
          <a:blip r:embed="rId3" cstate="email">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rcRect/>
          <a:stretch/>
        </p:blipFill>
        <p:spPr>
          <a:xfrm>
            <a:off x="8945222" y="1304042"/>
            <a:ext cx="2415365" cy="3314633"/>
          </a:xfrm>
          <a:prstGeom prst="rect">
            <a:avLst/>
          </a:prstGeom>
        </p:spPr>
      </p:pic>
      <p:sp>
        <p:nvSpPr>
          <p:cNvPr id="26" name="Text 7">
            <a:extLst>
              <a:ext uri="{FF2B5EF4-FFF2-40B4-BE49-F238E27FC236}">
                <a16:creationId xmlns:a16="http://schemas.microsoft.com/office/drawing/2014/main" id="{ED2B6747-C022-DA7A-4FFE-1644F33829C0}"/>
              </a:ext>
            </a:extLst>
          </p:cNvPr>
          <p:cNvSpPr/>
          <p:nvPr/>
        </p:nvSpPr>
        <p:spPr>
          <a:xfrm>
            <a:off x="8954012"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rial" panose="020B0604020202020204" pitchFamily="34" charset="0"/>
                <a:ea typeface="Quattrocento" pitchFamily="34" charset="-122"/>
                <a:cs typeface="Arial" panose="020B0604020202020204" pitchFamily="34" charset="0"/>
              </a:rPr>
              <a:t>מטפלת?</a:t>
            </a:r>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Quattrocento" pitchFamily="34" charset="-122"/>
              <a:cs typeface="Arial" panose="020B0604020202020204" pitchFamily="34" charset="0"/>
            </a:endParaRPr>
          </a:p>
        </p:txBody>
      </p:sp>
      <p:sp>
        <p:nvSpPr>
          <p:cNvPr id="28" name="Text 7">
            <a:extLst>
              <a:ext uri="{FF2B5EF4-FFF2-40B4-BE49-F238E27FC236}">
                <a16:creationId xmlns:a16="http://schemas.microsoft.com/office/drawing/2014/main" id="{2BFB1840-F23D-8180-586F-C4B7E69EA31D}"/>
              </a:ext>
            </a:extLst>
          </p:cNvPr>
          <p:cNvSpPr/>
          <p:nvPr/>
        </p:nvSpPr>
        <p:spPr>
          <a:xfrm>
            <a:off x="7131327"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rial" panose="020B0604020202020204" pitchFamily="34" charset="0"/>
                <a:ea typeface="Quattrocento" pitchFamily="34" charset="-122"/>
                <a:cs typeface="Arial" panose="020B0604020202020204" pitchFamily="34" charset="0"/>
              </a:rPr>
              <a:t>טיטולים?</a:t>
            </a:r>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Quattrocento" pitchFamily="34" charset="-122"/>
              <a:cs typeface="Arial" panose="020B0604020202020204" pitchFamily="34" charset="0"/>
            </a:endParaRPr>
          </a:p>
        </p:txBody>
      </p:sp>
      <p:sp>
        <p:nvSpPr>
          <p:cNvPr id="30" name="Text 7">
            <a:extLst>
              <a:ext uri="{FF2B5EF4-FFF2-40B4-BE49-F238E27FC236}">
                <a16:creationId xmlns:a16="http://schemas.microsoft.com/office/drawing/2014/main" id="{EFFBADD8-0A8F-1005-C581-00CF0929DCD6}"/>
              </a:ext>
            </a:extLst>
          </p:cNvPr>
          <p:cNvSpPr/>
          <p:nvPr/>
        </p:nvSpPr>
        <p:spPr>
          <a:xfrm>
            <a:off x="5026130"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rial" panose="020B0604020202020204" pitchFamily="34" charset="0"/>
                <a:ea typeface="Quattrocento" pitchFamily="34" charset="-122"/>
                <a:cs typeface="Arial" panose="020B0604020202020204" pitchFamily="34" charset="0"/>
              </a:rPr>
              <a:t>כסף?</a:t>
            </a:r>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Quattrocento" pitchFamily="34" charset="-122"/>
              <a:cs typeface="Arial" panose="020B0604020202020204" pitchFamily="34" charset="0"/>
            </a:endParaRPr>
          </a:p>
        </p:txBody>
      </p:sp>
      <p:sp>
        <p:nvSpPr>
          <p:cNvPr id="32" name="Text 7">
            <a:extLst>
              <a:ext uri="{FF2B5EF4-FFF2-40B4-BE49-F238E27FC236}">
                <a16:creationId xmlns:a16="http://schemas.microsoft.com/office/drawing/2014/main" id="{37A60AB0-04D6-0803-B58E-F3AC852B69C2}"/>
              </a:ext>
            </a:extLst>
          </p:cNvPr>
          <p:cNvSpPr/>
          <p:nvPr/>
        </p:nvSpPr>
        <p:spPr>
          <a:xfrm>
            <a:off x="3485957"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rial" panose="020B0604020202020204" pitchFamily="34" charset="0"/>
                <a:ea typeface="Quattrocento" pitchFamily="34" charset="-122"/>
                <a:cs typeface="Arial" panose="020B0604020202020204" pitchFamily="34" charset="0"/>
              </a:rPr>
              <a:t>שירותי כביסה?</a:t>
            </a:r>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Quattrocento" pitchFamily="34" charset="-122"/>
              <a:cs typeface="Arial" panose="020B0604020202020204" pitchFamily="34" charset="0"/>
            </a:endParaRPr>
          </a:p>
        </p:txBody>
      </p:sp>
      <p:sp>
        <p:nvSpPr>
          <p:cNvPr id="34" name="Text 7">
            <a:extLst>
              <a:ext uri="{FF2B5EF4-FFF2-40B4-BE49-F238E27FC236}">
                <a16:creationId xmlns:a16="http://schemas.microsoft.com/office/drawing/2014/main" id="{3BDC9337-90BC-BE14-8E80-6133004BD11F}"/>
              </a:ext>
            </a:extLst>
          </p:cNvPr>
          <p:cNvSpPr/>
          <p:nvPr/>
        </p:nvSpPr>
        <p:spPr>
          <a:xfrm>
            <a:off x="1663272"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rial" panose="020B0604020202020204" pitchFamily="34" charset="0"/>
                <a:ea typeface="Quattrocento" pitchFamily="34" charset="-122"/>
                <a:cs typeface="Arial" panose="020B0604020202020204" pitchFamily="34" charset="0"/>
              </a:rPr>
              <a:t>מרכז יום?</a:t>
            </a:r>
          </a:p>
        </p:txBody>
      </p:sp>
      <p:sp>
        <p:nvSpPr>
          <p:cNvPr id="14" name="TextBox 13">
            <a:extLst>
              <a:ext uri="{FF2B5EF4-FFF2-40B4-BE49-F238E27FC236}">
                <a16:creationId xmlns:a16="http://schemas.microsoft.com/office/drawing/2014/main" id="{474AA4B8-F7F5-1520-411B-CAA19425D6F5}"/>
              </a:ext>
            </a:extLst>
          </p:cNvPr>
          <p:cNvSpPr txBox="1"/>
          <p:nvPr/>
        </p:nvSpPr>
        <p:spPr>
          <a:xfrm>
            <a:off x="5754115" y="106225"/>
            <a:ext cx="6096000" cy="1569660"/>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002060"/>
                </a:solidFill>
                <a:effectLst/>
                <a:uLnTx/>
                <a:uFillTx/>
                <a:latin typeface="Arial" panose="020B0604020202020204" pitchFamily="34" charset="0"/>
                <a:cs typeface="Arial" panose="020B0604020202020204" pitchFamily="34" charset="0"/>
              </a:rPr>
              <a:t>מקרה בוחן </a:t>
            </a:r>
          </a:p>
          <a:p>
            <a:pPr marL="0" marR="0" lvl="0" indent="0" algn="r" defTabSz="914400" rtl="1" eaLnBrk="1" fontAlgn="auto" latinLnBrk="0" hangingPunct="1">
              <a:lnSpc>
                <a:spcPct val="100000"/>
              </a:lnSpc>
              <a:spcBef>
                <a:spcPts val="0"/>
              </a:spcBef>
              <a:spcAft>
                <a:spcPts val="0"/>
              </a:spcAft>
              <a:buClrTx/>
              <a:buSzTx/>
              <a:buFontTx/>
              <a:buNone/>
              <a:tabLst/>
              <a:defRPr/>
            </a:pPr>
            <a:br>
              <a:rPr kumimoji="0" lang="en-US" sz="3200" b="0" i="0" u="none" strike="noStrike" kern="1200" cap="none" spc="0" normalizeH="0" baseline="0" noProof="0" dirty="0">
                <a:ln>
                  <a:noFill/>
                </a:ln>
                <a:solidFill>
                  <a:srgbClr val="002060"/>
                </a:solidFill>
                <a:effectLst/>
                <a:uLnTx/>
                <a:uFillTx/>
                <a:latin typeface="Arial" panose="020B0604020202020204" pitchFamily="34" charset="0"/>
                <a:cs typeface="Arial" panose="020B0604020202020204" pitchFamily="34" charset="0"/>
              </a:rPr>
            </a:br>
            <a:endParaRPr kumimoji="0" lang="en-IL" sz="3200" b="0" i="0" u="none" strike="noStrike" kern="1200" cap="none" spc="0" normalizeH="0" baseline="0" noProof="0" dirty="0">
              <a:ln>
                <a:noFill/>
              </a:ln>
              <a:solidFill>
                <a:srgbClr val="002060"/>
              </a:solidFill>
              <a:effectLst/>
              <a:uLnTx/>
              <a:uFillTx/>
              <a:latin typeface="Arial" panose="020B0604020202020204" pitchFamily="34" charset="0"/>
              <a:cs typeface="Arial" panose="020B0604020202020204" pitchFamily="34" charset="0"/>
            </a:endParaRPr>
          </a:p>
        </p:txBody>
      </p:sp>
      <p:grpSp>
        <p:nvGrpSpPr>
          <p:cNvPr id="16" name="Group 15">
            <a:extLst>
              <a:ext uri="{FF2B5EF4-FFF2-40B4-BE49-F238E27FC236}">
                <a16:creationId xmlns:a16="http://schemas.microsoft.com/office/drawing/2014/main" id="{A90DEE30-1439-4E29-F79C-98E2B2615FD2}"/>
              </a:ext>
            </a:extLst>
          </p:cNvPr>
          <p:cNvGrpSpPr>
            <a:grpSpLocks noChangeAspect="1"/>
          </p:cNvGrpSpPr>
          <p:nvPr/>
        </p:nvGrpSpPr>
        <p:grpSpPr>
          <a:xfrm>
            <a:off x="10962124" y="5630715"/>
            <a:ext cx="522288" cy="523875"/>
            <a:chOff x="11115676" y="4182110"/>
            <a:chExt cx="522288" cy="523875"/>
          </a:xfrm>
        </p:grpSpPr>
        <p:sp>
          <p:nvSpPr>
            <p:cNvPr id="20" name="Freeform 45">
              <a:extLst>
                <a:ext uri="{FF2B5EF4-FFF2-40B4-BE49-F238E27FC236}">
                  <a16:creationId xmlns:a16="http://schemas.microsoft.com/office/drawing/2014/main" id="{3070C358-963B-58A9-6774-1D5EFE318228}"/>
                </a:ext>
              </a:extLst>
            </p:cNvPr>
            <p:cNvSpPr>
              <a:spLocks noEditPoints="1"/>
            </p:cNvSpPr>
            <p:nvPr/>
          </p:nvSpPr>
          <p:spPr bwMode="auto">
            <a:xfrm>
              <a:off x="11115676" y="4182110"/>
              <a:ext cx="522288" cy="523875"/>
            </a:xfrm>
            <a:custGeom>
              <a:avLst/>
              <a:gdLst>
                <a:gd name="T0" fmla="*/ 312 w 659"/>
                <a:gd name="T1" fmla="*/ 657 h 658"/>
                <a:gd name="T2" fmla="*/ 263 w 659"/>
                <a:gd name="T3" fmla="*/ 651 h 658"/>
                <a:gd name="T4" fmla="*/ 202 w 659"/>
                <a:gd name="T5" fmla="*/ 631 h 658"/>
                <a:gd name="T6" fmla="*/ 120 w 659"/>
                <a:gd name="T7" fmla="*/ 583 h 658"/>
                <a:gd name="T8" fmla="*/ 57 w 659"/>
                <a:gd name="T9" fmla="*/ 513 h 658"/>
                <a:gd name="T10" fmla="*/ 15 w 659"/>
                <a:gd name="T11" fmla="*/ 427 h 658"/>
                <a:gd name="T12" fmla="*/ 4 w 659"/>
                <a:gd name="T13" fmla="*/ 379 h 658"/>
                <a:gd name="T14" fmla="*/ 0 w 659"/>
                <a:gd name="T15" fmla="*/ 329 h 658"/>
                <a:gd name="T16" fmla="*/ 2 w 659"/>
                <a:gd name="T17" fmla="*/ 295 h 658"/>
                <a:gd name="T18" fmla="*/ 11 w 659"/>
                <a:gd name="T19" fmla="*/ 247 h 658"/>
                <a:gd name="T20" fmla="*/ 41 w 659"/>
                <a:gd name="T21" fmla="*/ 172 h 658"/>
                <a:gd name="T22" fmla="*/ 97 w 659"/>
                <a:gd name="T23" fmla="*/ 96 h 658"/>
                <a:gd name="T24" fmla="*/ 172 w 659"/>
                <a:gd name="T25" fmla="*/ 40 h 658"/>
                <a:gd name="T26" fmla="*/ 248 w 659"/>
                <a:gd name="T27" fmla="*/ 10 h 658"/>
                <a:gd name="T28" fmla="*/ 296 w 659"/>
                <a:gd name="T29" fmla="*/ 1 h 658"/>
                <a:gd name="T30" fmla="*/ 330 w 659"/>
                <a:gd name="T31" fmla="*/ 0 h 658"/>
                <a:gd name="T32" fmla="*/ 379 w 659"/>
                <a:gd name="T33" fmla="*/ 4 h 658"/>
                <a:gd name="T34" fmla="*/ 426 w 659"/>
                <a:gd name="T35" fmla="*/ 14 h 658"/>
                <a:gd name="T36" fmla="*/ 514 w 659"/>
                <a:gd name="T37" fmla="*/ 56 h 658"/>
                <a:gd name="T38" fmla="*/ 584 w 659"/>
                <a:gd name="T39" fmla="*/ 119 h 658"/>
                <a:gd name="T40" fmla="*/ 632 w 659"/>
                <a:gd name="T41" fmla="*/ 201 h 658"/>
                <a:gd name="T42" fmla="*/ 652 w 659"/>
                <a:gd name="T43" fmla="*/ 263 h 658"/>
                <a:gd name="T44" fmla="*/ 658 w 659"/>
                <a:gd name="T45" fmla="*/ 311 h 658"/>
                <a:gd name="T46" fmla="*/ 658 w 659"/>
                <a:gd name="T47" fmla="*/ 346 h 658"/>
                <a:gd name="T48" fmla="*/ 652 w 659"/>
                <a:gd name="T49" fmla="*/ 395 h 658"/>
                <a:gd name="T50" fmla="*/ 632 w 659"/>
                <a:gd name="T51" fmla="*/ 456 h 658"/>
                <a:gd name="T52" fmla="*/ 584 w 659"/>
                <a:gd name="T53" fmla="*/ 538 h 658"/>
                <a:gd name="T54" fmla="*/ 514 w 659"/>
                <a:gd name="T55" fmla="*/ 602 h 658"/>
                <a:gd name="T56" fmla="*/ 426 w 659"/>
                <a:gd name="T57" fmla="*/ 643 h 658"/>
                <a:gd name="T58" fmla="*/ 379 w 659"/>
                <a:gd name="T59" fmla="*/ 654 h 658"/>
                <a:gd name="T60" fmla="*/ 330 w 659"/>
                <a:gd name="T61" fmla="*/ 658 h 658"/>
                <a:gd name="T62" fmla="*/ 330 w 659"/>
                <a:gd name="T63" fmla="*/ 37 h 658"/>
                <a:gd name="T64" fmla="*/ 242 w 659"/>
                <a:gd name="T65" fmla="*/ 51 h 658"/>
                <a:gd name="T66" fmla="*/ 167 w 659"/>
                <a:gd name="T67" fmla="*/ 87 h 658"/>
                <a:gd name="T68" fmla="*/ 105 w 659"/>
                <a:gd name="T69" fmla="*/ 143 h 658"/>
                <a:gd name="T70" fmla="*/ 61 w 659"/>
                <a:gd name="T71" fmla="*/ 216 h 658"/>
                <a:gd name="T72" fmla="*/ 39 w 659"/>
                <a:gd name="T73" fmla="*/ 299 h 658"/>
                <a:gd name="T74" fmla="*/ 39 w 659"/>
                <a:gd name="T75" fmla="*/ 358 h 658"/>
                <a:gd name="T76" fmla="*/ 61 w 659"/>
                <a:gd name="T77" fmla="*/ 442 h 658"/>
                <a:gd name="T78" fmla="*/ 105 w 659"/>
                <a:gd name="T79" fmla="*/ 514 h 658"/>
                <a:gd name="T80" fmla="*/ 167 w 659"/>
                <a:gd name="T81" fmla="*/ 571 h 658"/>
                <a:gd name="T82" fmla="*/ 242 w 659"/>
                <a:gd name="T83" fmla="*/ 607 h 658"/>
                <a:gd name="T84" fmla="*/ 330 w 659"/>
                <a:gd name="T85" fmla="*/ 620 h 658"/>
                <a:gd name="T86" fmla="*/ 388 w 659"/>
                <a:gd name="T87" fmla="*/ 614 h 658"/>
                <a:gd name="T88" fmla="*/ 468 w 659"/>
                <a:gd name="T89" fmla="*/ 586 h 658"/>
                <a:gd name="T90" fmla="*/ 535 w 659"/>
                <a:gd name="T91" fmla="*/ 534 h 658"/>
                <a:gd name="T92" fmla="*/ 585 w 659"/>
                <a:gd name="T93" fmla="*/ 467 h 658"/>
                <a:gd name="T94" fmla="*/ 615 w 659"/>
                <a:gd name="T95" fmla="*/ 388 h 658"/>
                <a:gd name="T96" fmla="*/ 621 w 659"/>
                <a:gd name="T97" fmla="*/ 329 h 658"/>
                <a:gd name="T98" fmla="*/ 608 w 659"/>
                <a:gd name="T99" fmla="*/ 243 h 658"/>
                <a:gd name="T100" fmla="*/ 570 w 659"/>
                <a:gd name="T101" fmla="*/ 166 h 658"/>
                <a:gd name="T102" fmla="*/ 515 w 659"/>
                <a:gd name="T103" fmla="*/ 104 h 658"/>
                <a:gd name="T104" fmla="*/ 443 w 659"/>
                <a:gd name="T105" fmla="*/ 60 h 658"/>
                <a:gd name="T106" fmla="*/ 359 w 659"/>
                <a:gd name="T107" fmla="*/ 38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9" h="658">
                  <a:moveTo>
                    <a:pt x="330" y="658"/>
                  </a:moveTo>
                  <a:lnTo>
                    <a:pt x="330" y="658"/>
                  </a:lnTo>
                  <a:lnTo>
                    <a:pt x="312" y="657"/>
                  </a:lnTo>
                  <a:lnTo>
                    <a:pt x="296" y="655"/>
                  </a:lnTo>
                  <a:lnTo>
                    <a:pt x="280" y="654"/>
                  </a:lnTo>
                  <a:lnTo>
                    <a:pt x="263" y="651"/>
                  </a:lnTo>
                  <a:lnTo>
                    <a:pt x="248" y="647"/>
                  </a:lnTo>
                  <a:lnTo>
                    <a:pt x="232" y="643"/>
                  </a:lnTo>
                  <a:lnTo>
                    <a:pt x="202" y="631"/>
                  </a:lnTo>
                  <a:lnTo>
                    <a:pt x="172" y="618"/>
                  </a:lnTo>
                  <a:lnTo>
                    <a:pt x="146" y="602"/>
                  </a:lnTo>
                  <a:lnTo>
                    <a:pt x="120" y="583"/>
                  </a:lnTo>
                  <a:lnTo>
                    <a:pt x="97" y="561"/>
                  </a:lnTo>
                  <a:lnTo>
                    <a:pt x="76" y="538"/>
                  </a:lnTo>
                  <a:lnTo>
                    <a:pt x="57" y="513"/>
                  </a:lnTo>
                  <a:lnTo>
                    <a:pt x="41" y="486"/>
                  </a:lnTo>
                  <a:lnTo>
                    <a:pt x="26" y="456"/>
                  </a:lnTo>
                  <a:lnTo>
                    <a:pt x="15" y="427"/>
                  </a:lnTo>
                  <a:lnTo>
                    <a:pt x="11" y="411"/>
                  </a:lnTo>
                  <a:lnTo>
                    <a:pt x="7" y="395"/>
                  </a:lnTo>
                  <a:lnTo>
                    <a:pt x="4" y="379"/>
                  </a:lnTo>
                  <a:lnTo>
                    <a:pt x="2" y="362"/>
                  </a:lnTo>
                  <a:lnTo>
                    <a:pt x="0" y="346"/>
                  </a:lnTo>
                  <a:lnTo>
                    <a:pt x="0" y="329"/>
                  </a:lnTo>
                  <a:lnTo>
                    <a:pt x="0" y="329"/>
                  </a:lnTo>
                  <a:lnTo>
                    <a:pt x="0" y="311"/>
                  </a:lnTo>
                  <a:lnTo>
                    <a:pt x="2" y="295"/>
                  </a:lnTo>
                  <a:lnTo>
                    <a:pt x="4" y="279"/>
                  </a:lnTo>
                  <a:lnTo>
                    <a:pt x="7" y="263"/>
                  </a:lnTo>
                  <a:lnTo>
                    <a:pt x="11" y="247"/>
                  </a:lnTo>
                  <a:lnTo>
                    <a:pt x="15" y="231"/>
                  </a:lnTo>
                  <a:lnTo>
                    <a:pt x="26" y="201"/>
                  </a:lnTo>
                  <a:lnTo>
                    <a:pt x="41" y="172"/>
                  </a:lnTo>
                  <a:lnTo>
                    <a:pt x="57" y="145"/>
                  </a:lnTo>
                  <a:lnTo>
                    <a:pt x="76" y="119"/>
                  </a:lnTo>
                  <a:lnTo>
                    <a:pt x="97" y="96"/>
                  </a:lnTo>
                  <a:lnTo>
                    <a:pt x="120" y="75"/>
                  </a:lnTo>
                  <a:lnTo>
                    <a:pt x="146" y="56"/>
                  </a:lnTo>
                  <a:lnTo>
                    <a:pt x="172" y="40"/>
                  </a:lnTo>
                  <a:lnTo>
                    <a:pt x="202" y="25"/>
                  </a:lnTo>
                  <a:lnTo>
                    <a:pt x="232" y="14"/>
                  </a:lnTo>
                  <a:lnTo>
                    <a:pt x="248" y="10"/>
                  </a:lnTo>
                  <a:lnTo>
                    <a:pt x="263" y="6"/>
                  </a:lnTo>
                  <a:lnTo>
                    <a:pt x="280" y="4"/>
                  </a:lnTo>
                  <a:lnTo>
                    <a:pt x="296" y="1"/>
                  </a:lnTo>
                  <a:lnTo>
                    <a:pt x="312" y="0"/>
                  </a:lnTo>
                  <a:lnTo>
                    <a:pt x="330" y="0"/>
                  </a:lnTo>
                  <a:lnTo>
                    <a:pt x="330" y="0"/>
                  </a:lnTo>
                  <a:lnTo>
                    <a:pt x="346" y="0"/>
                  </a:lnTo>
                  <a:lnTo>
                    <a:pt x="363" y="1"/>
                  </a:lnTo>
                  <a:lnTo>
                    <a:pt x="379" y="4"/>
                  </a:lnTo>
                  <a:lnTo>
                    <a:pt x="396" y="6"/>
                  </a:lnTo>
                  <a:lnTo>
                    <a:pt x="412" y="10"/>
                  </a:lnTo>
                  <a:lnTo>
                    <a:pt x="426" y="14"/>
                  </a:lnTo>
                  <a:lnTo>
                    <a:pt x="457" y="25"/>
                  </a:lnTo>
                  <a:lnTo>
                    <a:pt x="486" y="40"/>
                  </a:lnTo>
                  <a:lnTo>
                    <a:pt x="514" y="56"/>
                  </a:lnTo>
                  <a:lnTo>
                    <a:pt x="538" y="75"/>
                  </a:lnTo>
                  <a:lnTo>
                    <a:pt x="562" y="96"/>
                  </a:lnTo>
                  <a:lnTo>
                    <a:pt x="584" y="119"/>
                  </a:lnTo>
                  <a:lnTo>
                    <a:pt x="603" y="145"/>
                  </a:lnTo>
                  <a:lnTo>
                    <a:pt x="619" y="172"/>
                  </a:lnTo>
                  <a:lnTo>
                    <a:pt x="632" y="201"/>
                  </a:lnTo>
                  <a:lnTo>
                    <a:pt x="644" y="231"/>
                  </a:lnTo>
                  <a:lnTo>
                    <a:pt x="648" y="247"/>
                  </a:lnTo>
                  <a:lnTo>
                    <a:pt x="652" y="263"/>
                  </a:lnTo>
                  <a:lnTo>
                    <a:pt x="655" y="279"/>
                  </a:lnTo>
                  <a:lnTo>
                    <a:pt x="656" y="295"/>
                  </a:lnTo>
                  <a:lnTo>
                    <a:pt x="658" y="311"/>
                  </a:lnTo>
                  <a:lnTo>
                    <a:pt x="659" y="329"/>
                  </a:lnTo>
                  <a:lnTo>
                    <a:pt x="659" y="329"/>
                  </a:lnTo>
                  <a:lnTo>
                    <a:pt x="658" y="346"/>
                  </a:lnTo>
                  <a:lnTo>
                    <a:pt x="656" y="362"/>
                  </a:lnTo>
                  <a:lnTo>
                    <a:pt x="655" y="379"/>
                  </a:lnTo>
                  <a:lnTo>
                    <a:pt x="652" y="395"/>
                  </a:lnTo>
                  <a:lnTo>
                    <a:pt x="648" y="411"/>
                  </a:lnTo>
                  <a:lnTo>
                    <a:pt x="644" y="427"/>
                  </a:lnTo>
                  <a:lnTo>
                    <a:pt x="632" y="456"/>
                  </a:lnTo>
                  <a:lnTo>
                    <a:pt x="619" y="486"/>
                  </a:lnTo>
                  <a:lnTo>
                    <a:pt x="603" y="513"/>
                  </a:lnTo>
                  <a:lnTo>
                    <a:pt x="584" y="538"/>
                  </a:lnTo>
                  <a:lnTo>
                    <a:pt x="562" y="561"/>
                  </a:lnTo>
                  <a:lnTo>
                    <a:pt x="538" y="583"/>
                  </a:lnTo>
                  <a:lnTo>
                    <a:pt x="514" y="602"/>
                  </a:lnTo>
                  <a:lnTo>
                    <a:pt x="486" y="618"/>
                  </a:lnTo>
                  <a:lnTo>
                    <a:pt x="457" y="631"/>
                  </a:lnTo>
                  <a:lnTo>
                    <a:pt x="426" y="643"/>
                  </a:lnTo>
                  <a:lnTo>
                    <a:pt x="412" y="647"/>
                  </a:lnTo>
                  <a:lnTo>
                    <a:pt x="396" y="651"/>
                  </a:lnTo>
                  <a:lnTo>
                    <a:pt x="379" y="654"/>
                  </a:lnTo>
                  <a:lnTo>
                    <a:pt x="363" y="655"/>
                  </a:lnTo>
                  <a:lnTo>
                    <a:pt x="346" y="657"/>
                  </a:lnTo>
                  <a:lnTo>
                    <a:pt x="330" y="658"/>
                  </a:lnTo>
                  <a:lnTo>
                    <a:pt x="330" y="658"/>
                  </a:lnTo>
                  <a:close/>
                  <a:moveTo>
                    <a:pt x="330" y="37"/>
                  </a:moveTo>
                  <a:lnTo>
                    <a:pt x="330" y="37"/>
                  </a:lnTo>
                  <a:lnTo>
                    <a:pt x="300" y="38"/>
                  </a:lnTo>
                  <a:lnTo>
                    <a:pt x="271" y="44"/>
                  </a:lnTo>
                  <a:lnTo>
                    <a:pt x="242" y="51"/>
                  </a:lnTo>
                  <a:lnTo>
                    <a:pt x="215" y="60"/>
                  </a:lnTo>
                  <a:lnTo>
                    <a:pt x="191" y="72"/>
                  </a:lnTo>
                  <a:lnTo>
                    <a:pt x="167" y="87"/>
                  </a:lnTo>
                  <a:lnTo>
                    <a:pt x="144" y="104"/>
                  </a:lnTo>
                  <a:lnTo>
                    <a:pt x="124" y="123"/>
                  </a:lnTo>
                  <a:lnTo>
                    <a:pt x="105" y="143"/>
                  </a:lnTo>
                  <a:lnTo>
                    <a:pt x="88" y="166"/>
                  </a:lnTo>
                  <a:lnTo>
                    <a:pt x="73" y="190"/>
                  </a:lnTo>
                  <a:lnTo>
                    <a:pt x="61" y="216"/>
                  </a:lnTo>
                  <a:lnTo>
                    <a:pt x="52" y="243"/>
                  </a:lnTo>
                  <a:lnTo>
                    <a:pt x="43" y="270"/>
                  </a:lnTo>
                  <a:lnTo>
                    <a:pt x="39" y="299"/>
                  </a:lnTo>
                  <a:lnTo>
                    <a:pt x="38" y="329"/>
                  </a:lnTo>
                  <a:lnTo>
                    <a:pt x="38" y="329"/>
                  </a:lnTo>
                  <a:lnTo>
                    <a:pt x="39" y="358"/>
                  </a:lnTo>
                  <a:lnTo>
                    <a:pt x="43" y="388"/>
                  </a:lnTo>
                  <a:lnTo>
                    <a:pt x="52" y="415"/>
                  </a:lnTo>
                  <a:lnTo>
                    <a:pt x="61" y="442"/>
                  </a:lnTo>
                  <a:lnTo>
                    <a:pt x="73" y="467"/>
                  </a:lnTo>
                  <a:lnTo>
                    <a:pt x="88" y="491"/>
                  </a:lnTo>
                  <a:lnTo>
                    <a:pt x="105" y="514"/>
                  </a:lnTo>
                  <a:lnTo>
                    <a:pt x="124" y="534"/>
                  </a:lnTo>
                  <a:lnTo>
                    <a:pt x="144" y="553"/>
                  </a:lnTo>
                  <a:lnTo>
                    <a:pt x="167" y="571"/>
                  </a:lnTo>
                  <a:lnTo>
                    <a:pt x="191" y="586"/>
                  </a:lnTo>
                  <a:lnTo>
                    <a:pt x="215" y="598"/>
                  </a:lnTo>
                  <a:lnTo>
                    <a:pt x="242" y="607"/>
                  </a:lnTo>
                  <a:lnTo>
                    <a:pt x="271" y="614"/>
                  </a:lnTo>
                  <a:lnTo>
                    <a:pt x="300" y="619"/>
                  </a:lnTo>
                  <a:lnTo>
                    <a:pt x="330" y="620"/>
                  </a:lnTo>
                  <a:lnTo>
                    <a:pt x="330" y="620"/>
                  </a:lnTo>
                  <a:lnTo>
                    <a:pt x="359" y="619"/>
                  </a:lnTo>
                  <a:lnTo>
                    <a:pt x="388" y="614"/>
                  </a:lnTo>
                  <a:lnTo>
                    <a:pt x="416" y="607"/>
                  </a:lnTo>
                  <a:lnTo>
                    <a:pt x="443" y="598"/>
                  </a:lnTo>
                  <a:lnTo>
                    <a:pt x="468" y="586"/>
                  </a:lnTo>
                  <a:lnTo>
                    <a:pt x="492" y="571"/>
                  </a:lnTo>
                  <a:lnTo>
                    <a:pt x="515" y="553"/>
                  </a:lnTo>
                  <a:lnTo>
                    <a:pt x="535" y="534"/>
                  </a:lnTo>
                  <a:lnTo>
                    <a:pt x="554" y="514"/>
                  </a:lnTo>
                  <a:lnTo>
                    <a:pt x="570" y="491"/>
                  </a:lnTo>
                  <a:lnTo>
                    <a:pt x="585" y="467"/>
                  </a:lnTo>
                  <a:lnTo>
                    <a:pt x="597" y="442"/>
                  </a:lnTo>
                  <a:lnTo>
                    <a:pt x="608" y="415"/>
                  </a:lnTo>
                  <a:lnTo>
                    <a:pt x="615" y="388"/>
                  </a:lnTo>
                  <a:lnTo>
                    <a:pt x="619" y="358"/>
                  </a:lnTo>
                  <a:lnTo>
                    <a:pt x="621" y="329"/>
                  </a:lnTo>
                  <a:lnTo>
                    <a:pt x="621" y="329"/>
                  </a:lnTo>
                  <a:lnTo>
                    <a:pt x="619" y="299"/>
                  </a:lnTo>
                  <a:lnTo>
                    <a:pt x="615" y="270"/>
                  </a:lnTo>
                  <a:lnTo>
                    <a:pt x="608" y="243"/>
                  </a:lnTo>
                  <a:lnTo>
                    <a:pt x="597" y="216"/>
                  </a:lnTo>
                  <a:lnTo>
                    <a:pt x="585" y="190"/>
                  </a:lnTo>
                  <a:lnTo>
                    <a:pt x="570" y="166"/>
                  </a:lnTo>
                  <a:lnTo>
                    <a:pt x="554" y="143"/>
                  </a:lnTo>
                  <a:lnTo>
                    <a:pt x="535" y="123"/>
                  </a:lnTo>
                  <a:lnTo>
                    <a:pt x="515" y="104"/>
                  </a:lnTo>
                  <a:lnTo>
                    <a:pt x="492" y="87"/>
                  </a:lnTo>
                  <a:lnTo>
                    <a:pt x="468" y="72"/>
                  </a:lnTo>
                  <a:lnTo>
                    <a:pt x="443" y="60"/>
                  </a:lnTo>
                  <a:lnTo>
                    <a:pt x="416" y="51"/>
                  </a:lnTo>
                  <a:lnTo>
                    <a:pt x="388" y="44"/>
                  </a:lnTo>
                  <a:lnTo>
                    <a:pt x="359" y="38"/>
                  </a:lnTo>
                  <a:lnTo>
                    <a:pt x="330" y="37"/>
                  </a:lnTo>
                  <a:lnTo>
                    <a:pt x="330" y="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1" name="Freeform 327">
              <a:extLst>
                <a:ext uri="{FF2B5EF4-FFF2-40B4-BE49-F238E27FC236}">
                  <a16:creationId xmlns:a16="http://schemas.microsoft.com/office/drawing/2014/main" id="{C1055E3F-B4A3-C926-0634-9DA88AF1625F}"/>
                </a:ext>
              </a:extLst>
            </p:cNvPr>
            <p:cNvSpPr>
              <a:spLocks/>
            </p:cNvSpPr>
            <p:nvPr/>
          </p:nvSpPr>
          <p:spPr bwMode="auto">
            <a:xfrm>
              <a:off x="11260138" y="4337685"/>
              <a:ext cx="66675" cy="66675"/>
            </a:xfrm>
            <a:custGeom>
              <a:avLst/>
              <a:gdLst>
                <a:gd name="T0" fmla="*/ 2 w 85"/>
                <a:gd name="T1" fmla="*/ 81 h 85"/>
                <a:gd name="T2" fmla="*/ 2 w 85"/>
                <a:gd name="T3" fmla="*/ 81 h 85"/>
                <a:gd name="T4" fmla="*/ 4 w 85"/>
                <a:gd name="T5" fmla="*/ 84 h 85"/>
                <a:gd name="T6" fmla="*/ 7 w 85"/>
                <a:gd name="T7" fmla="*/ 84 h 85"/>
                <a:gd name="T8" fmla="*/ 7 w 85"/>
                <a:gd name="T9" fmla="*/ 84 h 85"/>
                <a:gd name="T10" fmla="*/ 8 w 85"/>
                <a:gd name="T11" fmla="*/ 85 h 85"/>
                <a:gd name="T12" fmla="*/ 8 w 85"/>
                <a:gd name="T13" fmla="*/ 85 h 85"/>
                <a:gd name="T14" fmla="*/ 11 w 85"/>
                <a:gd name="T15" fmla="*/ 84 h 85"/>
                <a:gd name="T16" fmla="*/ 14 w 85"/>
                <a:gd name="T17" fmla="*/ 82 h 85"/>
                <a:gd name="T18" fmla="*/ 16 w 85"/>
                <a:gd name="T19" fmla="*/ 80 h 85"/>
                <a:gd name="T20" fmla="*/ 16 w 85"/>
                <a:gd name="T21" fmla="*/ 77 h 85"/>
                <a:gd name="T22" fmla="*/ 16 w 85"/>
                <a:gd name="T23" fmla="*/ 77 h 85"/>
                <a:gd name="T24" fmla="*/ 19 w 85"/>
                <a:gd name="T25" fmla="*/ 66 h 85"/>
                <a:gd name="T26" fmla="*/ 24 w 85"/>
                <a:gd name="T27" fmla="*/ 56 h 85"/>
                <a:gd name="T28" fmla="*/ 30 w 85"/>
                <a:gd name="T29" fmla="*/ 46 h 85"/>
                <a:gd name="T30" fmla="*/ 37 w 85"/>
                <a:gd name="T31" fmla="*/ 37 h 85"/>
                <a:gd name="T32" fmla="*/ 46 w 85"/>
                <a:gd name="T33" fmla="*/ 30 h 85"/>
                <a:gd name="T34" fmla="*/ 55 w 85"/>
                <a:gd name="T35" fmla="*/ 23 h 85"/>
                <a:gd name="T36" fmla="*/ 66 w 85"/>
                <a:gd name="T37" fmla="*/ 19 h 85"/>
                <a:gd name="T38" fmla="*/ 77 w 85"/>
                <a:gd name="T39" fmla="*/ 17 h 85"/>
                <a:gd name="T40" fmla="*/ 77 w 85"/>
                <a:gd name="T41" fmla="*/ 17 h 85"/>
                <a:gd name="T42" fmla="*/ 81 w 85"/>
                <a:gd name="T43" fmla="*/ 15 h 85"/>
                <a:gd name="T44" fmla="*/ 82 w 85"/>
                <a:gd name="T45" fmla="*/ 14 h 85"/>
                <a:gd name="T46" fmla="*/ 82 w 85"/>
                <a:gd name="T47" fmla="*/ 14 h 85"/>
                <a:gd name="T48" fmla="*/ 84 w 85"/>
                <a:gd name="T49" fmla="*/ 10 h 85"/>
                <a:gd name="T50" fmla="*/ 85 w 85"/>
                <a:gd name="T51" fmla="*/ 7 h 85"/>
                <a:gd name="T52" fmla="*/ 85 w 85"/>
                <a:gd name="T53" fmla="*/ 7 h 85"/>
                <a:gd name="T54" fmla="*/ 84 w 85"/>
                <a:gd name="T55" fmla="*/ 4 h 85"/>
                <a:gd name="T56" fmla="*/ 81 w 85"/>
                <a:gd name="T57" fmla="*/ 2 h 85"/>
                <a:gd name="T58" fmla="*/ 78 w 85"/>
                <a:gd name="T59" fmla="*/ 0 h 85"/>
                <a:gd name="T60" fmla="*/ 74 w 85"/>
                <a:gd name="T61" fmla="*/ 0 h 85"/>
                <a:gd name="T62" fmla="*/ 74 w 85"/>
                <a:gd name="T63" fmla="*/ 0 h 85"/>
                <a:gd name="T64" fmla="*/ 61 w 85"/>
                <a:gd name="T65" fmla="*/ 3 h 85"/>
                <a:gd name="T66" fmla="*/ 47 w 85"/>
                <a:gd name="T67" fmla="*/ 8 h 85"/>
                <a:gd name="T68" fmla="*/ 35 w 85"/>
                <a:gd name="T69" fmla="*/ 15 h 85"/>
                <a:gd name="T70" fmla="*/ 24 w 85"/>
                <a:gd name="T71" fmla="*/ 25 h 85"/>
                <a:gd name="T72" fmla="*/ 16 w 85"/>
                <a:gd name="T73" fmla="*/ 35 h 85"/>
                <a:gd name="T74" fmla="*/ 8 w 85"/>
                <a:gd name="T75" fmla="*/ 47 h 85"/>
                <a:gd name="T76" fmla="*/ 3 w 85"/>
                <a:gd name="T77" fmla="*/ 61 h 85"/>
                <a:gd name="T78" fmla="*/ 0 w 85"/>
                <a:gd name="T79" fmla="*/ 74 h 85"/>
                <a:gd name="T80" fmla="*/ 0 w 85"/>
                <a:gd name="T81" fmla="*/ 74 h 85"/>
                <a:gd name="T82" fmla="*/ 0 w 85"/>
                <a:gd name="T83" fmla="*/ 78 h 85"/>
                <a:gd name="T84" fmla="*/ 2 w 85"/>
                <a:gd name="T85" fmla="*/ 81 h 85"/>
                <a:gd name="T86" fmla="*/ 2 w 85"/>
                <a:gd name="T87" fmla="*/ 81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 h="85">
                  <a:moveTo>
                    <a:pt x="2" y="81"/>
                  </a:moveTo>
                  <a:lnTo>
                    <a:pt x="2" y="81"/>
                  </a:lnTo>
                  <a:lnTo>
                    <a:pt x="4" y="84"/>
                  </a:lnTo>
                  <a:lnTo>
                    <a:pt x="7" y="84"/>
                  </a:lnTo>
                  <a:lnTo>
                    <a:pt x="7" y="84"/>
                  </a:lnTo>
                  <a:lnTo>
                    <a:pt x="8" y="85"/>
                  </a:lnTo>
                  <a:lnTo>
                    <a:pt x="8" y="85"/>
                  </a:lnTo>
                  <a:lnTo>
                    <a:pt x="11" y="84"/>
                  </a:lnTo>
                  <a:lnTo>
                    <a:pt x="14" y="82"/>
                  </a:lnTo>
                  <a:lnTo>
                    <a:pt x="16" y="80"/>
                  </a:lnTo>
                  <a:lnTo>
                    <a:pt x="16" y="77"/>
                  </a:lnTo>
                  <a:lnTo>
                    <a:pt x="16" y="77"/>
                  </a:lnTo>
                  <a:lnTo>
                    <a:pt x="19" y="66"/>
                  </a:lnTo>
                  <a:lnTo>
                    <a:pt x="24" y="56"/>
                  </a:lnTo>
                  <a:lnTo>
                    <a:pt x="30" y="46"/>
                  </a:lnTo>
                  <a:lnTo>
                    <a:pt x="37" y="37"/>
                  </a:lnTo>
                  <a:lnTo>
                    <a:pt x="46" y="30"/>
                  </a:lnTo>
                  <a:lnTo>
                    <a:pt x="55" y="23"/>
                  </a:lnTo>
                  <a:lnTo>
                    <a:pt x="66" y="19"/>
                  </a:lnTo>
                  <a:lnTo>
                    <a:pt x="77" y="17"/>
                  </a:lnTo>
                  <a:lnTo>
                    <a:pt x="77" y="17"/>
                  </a:lnTo>
                  <a:lnTo>
                    <a:pt x="81" y="15"/>
                  </a:lnTo>
                  <a:lnTo>
                    <a:pt x="82" y="14"/>
                  </a:lnTo>
                  <a:lnTo>
                    <a:pt x="82" y="14"/>
                  </a:lnTo>
                  <a:lnTo>
                    <a:pt x="84" y="10"/>
                  </a:lnTo>
                  <a:lnTo>
                    <a:pt x="85" y="7"/>
                  </a:lnTo>
                  <a:lnTo>
                    <a:pt x="85" y="7"/>
                  </a:lnTo>
                  <a:lnTo>
                    <a:pt x="84" y="4"/>
                  </a:lnTo>
                  <a:lnTo>
                    <a:pt x="81" y="2"/>
                  </a:lnTo>
                  <a:lnTo>
                    <a:pt x="78" y="0"/>
                  </a:lnTo>
                  <a:lnTo>
                    <a:pt x="74" y="0"/>
                  </a:lnTo>
                  <a:lnTo>
                    <a:pt x="74" y="0"/>
                  </a:lnTo>
                  <a:lnTo>
                    <a:pt x="61" y="3"/>
                  </a:lnTo>
                  <a:lnTo>
                    <a:pt x="47" y="8"/>
                  </a:lnTo>
                  <a:lnTo>
                    <a:pt x="35" y="15"/>
                  </a:lnTo>
                  <a:lnTo>
                    <a:pt x="24" y="25"/>
                  </a:lnTo>
                  <a:lnTo>
                    <a:pt x="16" y="35"/>
                  </a:lnTo>
                  <a:lnTo>
                    <a:pt x="8" y="47"/>
                  </a:lnTo>
                  <a:lnTo>
                    <a:pt x="3" y="61"/>
                  </a:lnTo>
                  <a:lnTo>
                    <a:pt x="0" y="74"/>
                  </a:lnTo>
                  <a:lnTo>
                    <a:pt x="0" y="74"/>
                  </a:lnTo>
                  <a:lnTo>
                    <a:pt x="0" y="78"/>
                  </a:lnTo>
                  <a:lnTo>
                    <a:pt x="2" y="81"/>
                  </a:lnTo>
                  <a:lnTo>
                    <a:pt x="2" y="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2" name="Freeform 328">
              <a:extLst>
                <a:ext uri="{FF2B5EF4-FFF2-40B4-BE49-F238E27FC236}">
                  <a16:creationId xmlns:a16="http://schemas.microsoft.com/office/drawing/2014/main" id="{82C94991-57DF-DA31-0E53-49B6F2461796}"/>
                </a:ext>
              </a:extLst>
            </p:cNvPr>
            <p:cNvSpPr>
              <a:spLocks noEditPoints="1"/>
            </p:cNvSpPr>
            <p:nvPr/>
          </p:nvSpPr>
          <p:spPr bwMode="auto">
            <a:xfrm>
              <a:off x="11223626" y="4299585"/>
              <a:ext cx="284163" cy="285750"/>
            </a:xfrm>
            <a:custGeom>
              <a:avLst/>
              <a:gdLst>
                <a:gd name="T0" fmla="*/ 270 w 359"/>
                <a:gd name="T1" fmla="*/ 234 h 359"/>
                <a:gd name="T2" fmla="*/ 265 w 359"/>
                <a:gd name="T3" fmla="*/ 232 h 359"/>
                <a:gd name="T4" fmla="*/ 261 w 359"/>
                <a:gd name="T5" fmla="*/ 233 h 359"/>
                <a:gd name="T6" fmla="*/ 237 w 359"/>
                <a:gd name="T7" fmla="*/ 221 h 359"/>
                <a:gd name="T8" fmla="*/ 250 w 359"/>
                <a:gd name="T9" fmla="*/ 201 h 359"/>
                <a:gd name="T10" fmla="*/ 264 w 359"/>
                <a:gd name="T11" fmla="*/ 168 h 359"/>
                <a:gd name="T12" fmla="*/ 268 w 359"/>
                <a:gd name="T13" fmla="*/ 135 h 359"/>
                <a:gd name="T14" fmla="*/ 265 w 359"/>
                <a:gd name="T15" fmla="*/ 108 h 359"/>
                <a:gd name="T16" fmla="*/ 252 w 359"/>
                <a:gd name="T17" fmla="*/ 70 h 359"/>
                <a:gd name="T18" fmla="*/ 229 w 359"/>
                <a:gd name="T19" fmla="*/ 39 h 359"/>
                <a:gd name="T20" fmla="*/ 198 w 359"/>
                <a:gd name="T21" fmla="*/ 16 h 359"/>
                <a:gd name="T22" fmla="*/ 161 w 359"/>
                <a:gd name="T23" fmla="*/ 3 h 359"/>
                <a:gd name="T24" fmla="*/ 135 w 359"/>
                <a:gd name="T25" fmla="*/ 0 h 359"/>
                <a:gd name="T26" fmla="*/ 94 w 359"/>
                <a:gd name="T27" fmla="*/ 6 h 359"/>
                <a:gd name="T28" fmla="*/ 59 w 359"/>
                <a:gd name="T29" fmla="*/ 23 h 359"/>
                <a:gd name="T30" fmla="*/ 31 w 359"/>
                <a:gd name="T31" fmla="*/ 49 h 359"/>
                <a:gd name="T32" fmla="*/ 11 w 359"/>
                <a:gd name="T33" fmla="*/ 82 h 359"/>
                <a:gd name="T34" fmla="*/ 2 w 359"/>
                <a:gd name="T35" fmla="*/ 120 h 359"/>
                <a:gd name="T36" fmla="*/ 2 w 359"/>
                <a:gd name="T37" fmla="*/ 148 h 359"/>
                <a:gd name="T38" fmla="*/ 11 w 359"/>
                <a:gd name="T39" fmla="*/ 186 h 359"/>
                <a:gd name="T40" fmla="*/ 31 w 359"/>
                <a:gd name="T41" fmla="*/ 219 h 359"/>
                <a:gd name="T42" fmla="*/ 59 w 359"/>
                <a:gd name="T43" fmla="*/ 245 h 359"/>
                <a:gd name="T44" fmla="*/ 94 w 359"/>
                <a:gd name="T45" fmla="*/ 262 h 359"/>
                <a:gd name="T46" fmla="*/ 135 w 359"/>
                <a:gd name="T47" fmla="*/ 268 h 359"/>
                <a:gd name="T48" fmla="*/ 157 w 359"/>
                <a:gd name="T49" fmla="*/ 266 h 359"/>
                <a:gd name="T50" fmla="*/ 191 w 359"/>
                <a:gd name="T51" fmla="*/ 256 h 359"/>
                <a:gd name="T52" fmla="*/ 221 w 359"/>
                <a:gd name="T53" fmla="*/ 237 h 359"/>
                <a:gd name="T54" fmla="*/ 234 w 359"/>
                <a:gd name="T55" fmla="*/ 258 h 359"/>
                <a:gd name="T56" fmla="*/ 231 w 359"/>
                <a:gd name="T57" fmla="*/ 265 h 359"/>
                <a:gd name="T58" fmla="*/ 320 w 359"/>
                <a:gd name="T59" fmla="*/ 357 h 359"/>
                <a:gd name="T60" fmla="*/ 327 w 359"/>
                <a:gd name="T61" fmla="*/ 359 h 359"/>
                <a:gd name="T62" fmla="*/ 327 w 359"/>
                <a:gd name="T63" fmla="*/ 359 h 359"/>
                <a:gd name="T64" fmla="*/ 356 w 359"/>
                <a:gd name="T65" fmla="*/ 332 h 359"/>
                <a:gd name="T66" fmla="*/ 359 w 359"/>
                <a:gd name="T67" fmla="*/ 327 h 359"/>
                <a:gd name="T68" fmla="*/ 356 w 359"/>
                <a:gd name="T69" fmla="*/ 320 h 359"/>
                <a:gd name="T70" fmla="*/ 135 w 359"/>
                <a:gd name="T71" fmla="*/ 18 h 359"/>
                <a:gd name="T72" fmla="*/ 168 w 359"/>
                <a:gd name="T73" fmla="*/ 23 h 359"/>
                <a:gd name="T74" fmla="*/ 199 w 359"/>
                <a:gd name="T75" fmla="*/ 38 h 359"/>
                <a:gd name="T76" fmla="*/ 225 w 359"/>
                <a:gd name="T77" fmla="*/ 59 h 359"/>
                <a:gd name="T78" fmla="*/ 242 w 359"/>
                <a:gd name="T79" fmla="*/ 89 h 359"/>
                <a:gd name="T80" fmla="*/ 250 w 359"/>
                <a:gd name="T81" fmla="*/ 123 h 359"/>
                <a:gd name="T82" fmla="*/ 250 w 359"/>
                <a:gd name="T83" fmla="*/ 146 h 359"/>
                <a:gd name="T84" fmla="*/ 242 w 359"/>
                <a:gd name="T85" fmla="*/ 179 h 359"/>
                <a:gd name="T86" fmla="*/ 225 w 359"/>
                <a:gd name="T87" fmla="*/ 209 h 359"/>
                <a:gd name="T88" fmla="*/ 199 w 359"/>
                <a:gd name="T89" fmla="*/ 230 h 359"/>
                <a:gd name="T90" fmla="*/ 168 w 359"/>
                <a:gd name="T91" fmla="*/ 245 h 359"/>
                <a:gd name="T92" fmla="*/ 135 w 359"/>
                <a:gd name="T93" fmla="*/ 250 h 359"/>
                <a:gd name="T94" fmla="*/ 110 w 359"/>
                <a:gd name="T95" fmla="*/ 249 h 359"/>
                <a:gd name="T96" fmla="*/ 78 w 359"/>
                <a:gd name="T97" fmla="*/ 237 h 359"/>
                <a:gd name="T98" fmla="*/ 51 w 359"/>
                <a:gd name="T99" fmla="*/ 217 h 359"/>
                <a:gd name="T100" fmla="*/ 31 w 359"/>
                <a:gd name="T101" fmla="*/ 190 h 359"/>
                <a:gd name="T102" fmla="*/ 20 w 359"/>
                <a:gd name="T103" fmla="*/ 158 h 359"/>
                <a:gd name="T104" fmla="*/ 18 w 359"/>
                <a:gd name="T105" fmla="*/ 135 h 359"/>
                <a:gd name="T106" fmla="*/ 23 w 359"/>
                <a:gd name="T107" fmla="*/ 100 h 359"/>
                <a:gd name="T108" fmla="*/ 38 w 359"/>
                <a:gd name="T109" fmla="*/ 69 h 359"/>
                <a:gd name="T110" fmla="*/ 61 w 359"/>
                <a:gd name="T111" fmla="*/ 45 h 359"/>
                <a:gd name="T112" fmla="*/ 89 w 359"/>
                <a:gd name="T113" fmla="*/ 27 h 359"/>
                <a:gd name="T114" fmla="*/ 122 w 359"/>
                <a:gd name="T115" fmla="*/ 18 h 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59" h="359">
                  <a:moveTo>
                    <a:pt x="356" y="320"/>
                  </a:moveTo>
                  <a:lnTo>
                    <a:pt x="270" y="234"/>
                  </a:lnTo>
                  <a:lnTo>
                    <a:pt x="270" y="234"/>
                  </a:lnTo>
                  <a:lnTo>
                    <a:pt x="268" y="233"/>
                  </a:lnTo>
                  <a:lnTo>
                    <a:pt x="265" y="232"/>
                  </a:lnTo>
                  <a:lnTo>
                    <a:pt x="265" y="232"/>
                  </a:lnTo>
                  <a:lnTo>
                    <a:pt x="265" y="232"/>
                  </a:lnTo>
                  <a:lnTo>
                    <a:pt x="265" y="232"/>
                  </a:lnTo>
                  <a:lnTo>
                    <a:pt x="261" y="233"/>
                  </a:lnTo>
                  <a:lnTo>
                    <a:pt x="258" y="234"/>
                  </a:lnTo>
                  <a:lnTo>
                    <a:pt x="254" y="238"/>
                  </a:lnTo>
                  <a:lnTo>
                    <a:pt x="237" y="221"/>
                  </a:lnTo>
                  <a:lnTo>
                    <a:pt x="237" y="221"/>
                  </a:lnTo>
                  <a:lnTo>
                    <a:pt x="243" y="211"/>
                  </a:lnTo>
                  <a:lnTo>
                    <a:pt x="250" y="201"/>
                  </a:lnTo>
                  <a:lnTo>
                    <a:pt x="256" y="191"/>
                  </a:lnTo>
                  <a:lnTo>
                    <a:pt x="260" y="180"/>
                  </a:lnTo>
                  <a:lnTo>
                    <a:pt x="264" y="168"/>
                  </a:lnTo>
                  <a:lnTo>
                    <a:pt x="266" y="158"/>
                  </a:lnTo>
                  <a:lnTo>
                    <a:pt x="268" y="146"/>
                  </a:lnTo>
                  <a:lnTo>
                    <a:pt x="268" y="135"/>
                  </a:lnTo>
                  <a:lnTo>
                    <a:pt x="268" y="135"/>
                  </a:lnTo>
                  <a:lnTo>
                    <a:pt x="268" y="120"/>
                  </a:lnTo>
                  <a:lnTo>
                    <a:pt x="265" y="108"/>
                  </a:lnTo>
                  <a:lnTo>
                    <a:pt x="262" y="94"/>
                  </a:lnTo>
                  <a:lnTo>
                    <a:pt x="257" y="82"/>
                  </a:lnTo>
                  <a:lnTo>
                    <a:pt x="252" y="70"/>
                  </a:lnTo>
                  <a:lnTo>
                    <a:pt x="245" y="59"/>
                  </a:lnTo>
                  <a:lnTo>
                    <a:pt x="238" y="49"/>
                  </a:lnTo>
                  <a:lnTo>
                    <a:pt x="229" y="39"/>
                  </a:lnTo>
                  <a:lnTo>
                    <a:pt x="219" y="31"/>
                  </a:lnTo>
                  <a:lnTo>
                    <a:pt x="209" y="23"/>
                  </a:lnTo>
                  <a:lnTo>
                    <a:pt x="198" y="16"/>
                  </a:lnTo>
                  <a:lnTo>
                    <a:pt x="186" y="11"/>
                  </a:lnTo>
                  <a:lnTo>
                    <a:pt x="174" y="6"/>
                  </a:lnTo>
                  <a:lnTo>
                    <a:pt x="161" y="3"/>
                  </a:lnTo>
                  <a:lnTo>
                    <a:pt x="148" y="2"/>
                  </a:lnTo>
                  <a:lnTo>
                    <a:pt x="135" y="0"/>
                  </a:lnTo>
                  <a:lnTo>
                    <a:pt x="135" y="0"/>
                  </a:lnTo>
                  <a:lnTo>
                    <a:pt x="121" y="2"/>
                  </a:lnTo>
                  <a:lnTo>
                    <a:pt x="108" y="3"/>
                  </a:lnTo>
                  <a:lnTo>
                    <a:pt x="94" y="6"/>
                  </a:lnTo>
                  <a:lnTo>
                    <a:pt x="82" y="11"/>
                  </a:lnTo>
                  <a:lnTo>
                    <a:pt x="70" y="16"/>
                  </a:lnTo>
                  <a:lnTo>
                    <a:pt x="59" y="23"/>
                  </a:lnTo>
                  <a:lnTo>
                    <a:pt x="49" y="31"/>
                  </a:lnTo>
                  <a:lnTo>
                    <a:pt x="39" y="39"/>
                  </a:lnTo>
                  <a:lnTo>
                    <a:pt x="31" y="49"/>
                  </a:lnTo>
                  <a:lnTo>
                    <a:pt x="23" y="59"/>
                  </a:lnTo>
                  <a:lnTo>
                    <a:pt x="16" y="70"/>
                  </a:lnTo>
                  <a:lnTo>
                    <a:pt x="11" y="82"/>
                  </a:lnTo>
                  <a:lnTo>
                    <a:pt x="7" y="94"/>
                  </a:lnTo>
                  <a:lnTo>
                    <a:pt x="3" y="108"/>
                  </a:lnTo>
                  <a:lnTo>
                    <a:pt x="2" y="120"/>
                  </a:lnTo>
                  <a:lnTo>
                    <a:pt x="0" y="135"/>
                  </a:lnTo>
                  <a:lnTo>
                    <a:pt x="0" y="135"/>
                  </a:lnTo>
                  <a:lnTo>
                    <a:pt x="2" y="148"/>
                  </a:lnTo>
                  <a:lnTo>
                    <a:pt x="3" y="162"/>
                  </a:lnTo>
                  <a:lnTo>
                    <a:pt x="7" y="174"/>
                  </a:lnTo>
                  <a:lnTo>
                    <a:pt x="11" y="186"/>
                  </a:lnTo>
                  <a:lnTo>
                    <a:pt x="16" y="198"/>
                  </a:lnTo>
                  <a:lnTo>
                    <a:pt x="23" y="209"/>
                  </a:lnTo>
                  <a:lnTo>
                    <a:pt x="31" y="219"/>
                  </a:lnTo>
                  <a:lnTo>
                    <a:pt x="39" y="229"/>
                  </a:lnTo>
                  <a:lnTo>
                    <a:pt x="49" y="237"/>
                  </a:lnTo>
                  <a:lnTo>
                    <a:pt x="59" y="245"/>
                  </a:lnTo>
                  <a:lnTo>
                    <a:pt x="70" y="252"/>
                  </a:lnTo>
                  <a:lnTo>
                    <a:pt x="82" y="257"/>
                  </a:lnTo>
                  <a:lnTo>
                    <a:pt x="94" y="262"/>
                  </a:lnTo>
                  <a:lnTo>
                    <a:pt x="108" y="265"/>
                  </a:lnTo>
                  <a:lnTo>
                    <a:pt x="121" y="268"/>
                  </a:lnTo>
                  <a:lnTo>
                    <a:pt x="135" y="268"/>
                  </a:lnTo>
                  <a:lnTo>
                    <a:pt x="135" y="268"/>
                  </a:lnTo>
                  <a:lnTo>
                    <a:pt x="145" y="268"/>
                  </a:lnTo>
                  <a:lnTo>
                    <a:pt x="157" y="266"/>
                  </a:lnTo>
                  <a:lnTo>
                    <a:pt x="170" y="264"/>
                  </a:lnTo>
                  <a:lnTo>
                    <a:pt x="180" y="260"/>
                  </a:lnTo>
                  <a:lnTo>
                    <a:pt x="191" y="256"/>
                  </a:lnTo>
                  <a:lnTo>
                    <a:pt x="200" y="250"/>
                  </a:lnTo>
                  <a:lnTo>
                    <a:pt x="211" y="244"/>
                  </a:lnTo>
                  <a:lnTo>
                    <a:pt x="221" y="237"/>
                  </a:lnTo>
                  <a:lnTo>
                    <a:pt x="238" y="254"/>
                  </a:lnTo>
                  <a:lnTo>
                    <a:pt x="234" y="258"/>
                  </a:lnTo>
                  <a:lnTo>
                    <a:pt x="234" y="258"/>
                  </a:lnTo>
                  <a:lnTo>
                    <a:pt x="233" y="261"/>
                  </a:lnTo>
                  <a:lnTo>
                    <a:pt x="231" y="265"/>
                  </a:lnTo>
                  <a:lnTo>
                    <a:pt x="231" y="265"/>
                  </a:lnTo>
                  <a:lnTo>
                    <a:pt x="233" y="268"/>
                  </a:lnTo>
                  <a:lnTo>
                    <a:pt x="234" y="271"/>
                  </a:lnTo>
                  <a:lnTo>
                    <a:pt x="320" y="357"/>
                  </a:lnTo>
                  <a:lnTo>
                    <a:pt x="320" y="357"/>
                  </a:lnTo>
                  <a:lnTo>
                    <a:pt x="323" y="358"/>
                  </a:lnTo>
                  <a:lnTo>
                    <a:pt x="327" y="359"/>
                  </a:lnTo>
                  <a:lnTo>
                    <a:pt x="327" y="359"/>
                  </a:lnTo>
                  <a:lnTo>
                    <a:pt x="327" y="359"/>
                  </a:lnTo>
                  <a:lnTo>
                    <a:pt x="327" y="359"/>
                  </a:lnTo>
                  <a:lnTo>
                    <a:pt x="329" y="358"/>
                  </a:lnTo>
                  <a:lnTo>
                    <a:pt x="332" y="357"/>
                  </a:lnTo>
                  <a:lnTo>
                    <a:pt x="356" y="332"/>
                  </a:lnTo>
                  <a:lnTo>
                    <a:pt x="356" y="332"/>
                  </a:lnTo>
                  <a:lnTo>
                    <a:pt x="359" y="330"/>
                  </a:lnTo>
                  <a:lnTo>
                    <a:pt x="359" y="327"/>
                  </a:lnTo>
                  <a:lnTo>
                    <a:pt x="359" y="327"/>
                  </a:lnTo>
                  <a:lnTo>
                    <a:pt x="359" y="323"/>
                  </a:lnTo>
                  <a:lnTo>
                    <a:pt x="356" y="320"/>
                  </a:lnTo>
                  <a:lnTo>
                    <a:pt x="356" y="320"/>
                  </a:lnTo>
                  <a:close/>
                  <a:moveTo>
                    <a:pt x="135" y="18"/>
                  </a:moveTo>
                  <a:lnTo>
                    <a:pt x="135" y="18"/>
                  </a:lnTo>
                  <a:lnTo>
                    <a:pt x="147" y="18"/>
                  </a:lnTo>
                  <a:lnTo>
                    <a:pt x="157" y="21"/>
                  </a:lnTo>
                  <a:lnTo>
                    <a:pt x="168" y="23"/>
                  </a:lnTo>
                  <a:lnTo>
                    <a:pt x="179" y="27"/>
                  </a:lnTo>
                  <a:lnTo>
                    <a:pt x="190" y="31"/>
                  </a:lnTo>
                  <a:lnTo>
                    <a:pt x="199" y="38"/>
                  </a:lnTo>
                  <a:lnTo>
                    <a:pt x="209" y="45"/>
                  </a:lnTo>
                  <a:lnTo>
                    <a:pt x="217" y="51"/>
                  </a:lnTo>
                  <a:lnTo>
                    <a:pt x="225" y="59"/>
                  </a:lnTo>
                  <a:lnTo>
                    <a:pt x="231" y="69"/>
                  </a:lnTo>
                  <a:lnTo>
                    <a:pt x="237" y="78"/>
                  </a:lnTo>
                  <a:lnTo>
                    <a:pt x="242" y="89"/>
                  </a:lnTo>
                  <a:lnTo>
                    <a:pt x="246" y="100"/>
                  </a:lnTo>
                  <a:lnTo>
                    <a:pt x="249" y="111"/>
                  </a:lnTo>
                  <a:lnTo>
                    <a:pt x="250" y="123"/>
                  </a:lnTo>
                  <a:lnTo>
                    <a:pt x="250" y="135"/>
                  </a:lnTo>
                  <a:lnTo>
                    <a:pt x="250" y="135"/>
                  </a:lnTo>
                  <a:lnTo>
                    <a:pt x="250" y="146"/>
                  </a:lnTo>
                  <a:lnTo>
                    <a:pt x="249" y="158"/>
                  </a:lnTo>
                  <a:lnTo>
                    <a:pt x="246" y="168"/>
                  </a:lnTo>
                  <a:lnTo>
                    <a:pt x="242" y="179"/>
                  </a:lnTo>
                  <a:lnTo>
                    <a:pt x="237" y="190"/>
                  </a:lnTo>
                  <a:lnTo>
                    <a:pt x="231" y="199"/>
                  </a:lnTo>
                  <a:lnTo>
                    <a:pt x="225" y="209"/>
                  </a:lnTo>
                  <a:lnTo>
                    <a:pt x="217" y="217"/>
                  </a:lnTo>
                  <a:lnTo>
                    <a:pt x="209" y="223"/>
                  </a:lnTo>
                  <a:lnTo>
                    <a:pt x="199" y="230"/>
                  </a:lnTo>
                  <a:lnTo>
                    <a:pt x="190" y="237"/>
                  </a:lnTo>
                  <a:lnTo>
                    <a:pt x="179" y="242"/>
                  </a:lnTo>
                  <a:lnTo>
                    <a:pt x="168" y="245"/>
                  </a:lnTo>
                  <a:lnTo>
                    <a:pt x="157" y="249"/>
                  </a:lnTo>
                  <a:lnTo>
                    <a:pt x="147" y="250"/>
                  </a:lnTo>
                  <a:lnTo>
                    <a:pt x="135" y="250"/>
                  </a:lnTo>
                  <a:lnTo>
                    <a:pt x="135" y="250"/>
                  </a:lnTo>
                  <a:lnTo>
                    <a:pt x="122" y="250"/>
                  </a:lnTo>
                  <a:lnTo>
                    <a:pt x="110" y="249"/>
                  </a:lnTo>
                  <a:lnTo>
                    <a:pt x="100" y="245"/>
                  </a:lnTo>
                  <a:lnTo>
                    <a:pt x="89" y="242"/>
                  </a:lnTo>
                  <a:lnTo>
                    <a:pt x="78" y="237"/>
                  </a:lnTo>
                  <a:lnTo>
                    <a:pt x="69" y="230"/>
                  </a:lnTo>
                  <a:lnTo>
                    <a:pt x="61" y="223"/>
                  </a:lnTo>
                  <a:lnTo>
                    <a:pt x="51" y="217"/>
                  </a:lnTo>
                  <a:lnTo>
                    <a:pt x="45" y="209"/>
                  </a:lnTo>
                  <a:lnTo>
                    <a:pt x="38" y="199"/>
                  </a:lnTo>
                  <a:lnTo>
                    <a:pt x="31" y="190"/>
                  </a:lnTo>
                  <a:lnTo>
                    <a:pt x="27" y="179"/>
                  </a:lnTo>
                  <a:lnTo>
                    <a:pt x="23" y="168"/>
                  </a:lnTo>
                  <a:lnTo>
                    <a:pt x="20" y="158"/>
                  </a:lnTo>
                  <a:lnTo>
                    <a:pt x="18" y="146"/>
                  </a:lnTo>
                  <a:lnTo>
                    <a:pt x="18" y="135"/>
                  </a:lnTo>
                  <a:lnTo>
                    <a:pt x="18" y="135"/>
                  </a:lnTo>
                  <a:lnTo>
                    <a:pt x="18" y="123"/>
                  </a:lnTo>
                  <a:lnTo>
                    <a:pt x="20" y="111"/>
                  </a:lnTo>
                  <a:lnTo>
                    <a:pt x="23" y="100"/>
                  </a:lnTo>
                  <a:lnTo>
                    <a:pt x="27" y="89"/>
                  </a:lnTo>
                  <a:lnTo>
                    <a:pt x="31" y="78"/>
                  </a:lnTo>
                  <a:lnTo>
                    <a:pt x="38" y="69"/>
                  </a:lnTo>
                  <a:lnTo>
                    <a:pt x="45" y="59"/>
                  </a:lnTo>
                  <a:lnTo>
                    <a:pt x="51" y="51"/>
                  </a:lnTo>
                  <a:lnTo>
                    <a:pt x="61" y="45"/>
                  </a:lnTo>
                  <a:lnTo>
                    <a:pt x="69" y="38"/>
                  </a:lnTo>
                  <a:lnTo>
                    <a:pt x="78" y="31"/>
                  </a:lnTo>
                  <a:lnTo>
                    <a:pt x="89" y="27"/>
                  </a:lnTo>
                  <a:lnTo>
                    <a:pt x="100" y="23"/>
                  </a:lnTo>
                  <a:lnTo>
                    <a:pt x="110" y="21"/>
                  </a:lnTo>
                  <a:lnTo>
                    <a:pt x="122" y="18"/>
                  </a:lnTo>
                  <a:lnTo>
                    <a:pt x="135" y="18"/>
                  </a:lnTo>
                  <a:lnTo>
                    <a:pt x="135"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sp>
        <p:nvSpPr>
          <p:cNvPr id="2" name="Rectangle 1">
            <a:extLst>
              <a:ext uri="{FF2B5EF4-FFF2-40B4-BE49-F238E27FC236}">
                <a16:creationId xmlns:a16="http://schemas.microsoft.com/office/drawing/2014/main" id="{5AA29A80-24F7-1C56-9258-6072289D74D5}"/>
              </a:ext>
            </a:extLst>
          </p:cNvPr>
          <p:cNvSpPr/>
          <p:nvPr/>
        </p:nvSpPr>
        <p:spPr>
          <a:xfrm>
            <a:off x="549172" y="255507"/>
            <a:ext cx="2481583" cy="9180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02060"/>
                </a:solidFill>
                <a:effectLst/>
                <a:uLnTx/>
                <a:uFillTx/>
                <a:latin typeface="Arial" panose="020B0604020202020204" pitchFamily="34" charset="0"/>
                <a:cs typeface="Arial" panose="020B0604020202020204" pitchFamily="34" charset="0"/>
              </a:rPr>
              <a:t>מבוסס על סיפור אמיתי </a:t>
            </a:r>
            <a:br>
              <a:rPr kumimoji="0" lang="en-US" sz="1800" b="0" i="0" u="none" strike="noStrike" kern="1200" cap="none" spc="0" normalizeH="0" baseline="0" noProof="0" dirty="0">
                <a:ln>
                  <a:noFill/>
                </a:ln>
                <a:solidFill>
                  <a:srgbClr val="002060"/>
                </a:solidFill>
                <a:effectLst/>
                <a:uLnTx/>
                <a:uFillTx/>
                <a:latin typeface="Arial" panose="020B0604020202020204" pitchFamily="34" charset="0"/>
                <a:cs typeface="Arial" panose="020B0604020202020204" pitchFamily="34" charset="0"/>
              </a:rPr>
            </a:br>
            <a:r>
              <a:rPr kumimoji="0" lang="he-IL" sz="1400" b="0" i="0" u="none" strike="noStrike" kern="1200" cap="none" spc="0" normalizeH="0" baseline="0" noProof="0" dirty="0">
                <a:ln>
                  <a:noFill/>
                </a:ln>
                <a:solidFill>
                  <a:srgbClr val="002060"/>
                </a:solidFill>
                <a:effectLst/>
                <a:uLnTx/>
                <a:uFillTx/>
                <a:latin typeface="Arial" panose="020B0604020202020204" pitchFamily="34" charset="0"/>
                <a:cs typeface="Arial" panose="020B0604020202020204" pitchFamily="34" charset="0"/>
              </a:rPr>
              <a:t>(השמות והפרטים המזהים החולפו)</a:t>
            </a:r>
            <a:endParaRPr kumimoji="0" lang="en-IL" sz="1800" b="0" i="0" u="none" strike="noStrike" kern="1200" cap="none" spc="0" normalizeH="0" baseline="0" noProof="0" dirty="0">
              <a:ln>
                <a:noFill/>
              </a:ln>
              <a:solidFill>
                <a:srgbClr val="002060"/>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237712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אליפסה 8">
            <a:extLst>
              <a:ext uri="{FF2B5EF4-FFF2-40B4-BE49-F238E27FC236}">
                <a16:creationId xmlns:a16="http://schemas.microsoft.com/office/drawing/2014/main" id="{C71533EF-6755-7268-6CA5-79C13828B470}"/>
              </a:ext>
            </a:extLst>
          </p:cNvPr>
          <p:cNvSpPr/>
          <p:nvPr/>
        </p:nvSpPr>
        <p:spPr>
          <a:xfrm>
            <a:off x="3161563" y="1580950"/>
            <a:ext cx="4754458" cy="4719145"/>
          </a:xfrm>
          <a:prstGeom prst="ellipse">
            <a:avLst/>
          </a:prstGeom>
          <a:noFill/>
          <a:ln w="38100">
            <a:solidFill>
              <a:srgbClr val="13235F"/>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13235F"/>
              </a:solidFill>
              <a:effectLst/>
              <a:uLnTx/>
              <a:uFillTx/>
              <a:latin typeface="Arial" panose="020B0604020202020204" pitchFamily="34" charset="0"/>
              <a:cs typeface="Arial" panose="020B0604020202020204" pitchFamily="34" charset="0"/>
            </a:endParaRPr>
          </a:p>
        </p:txBody>
      </p:sp>
      <p:cxnSp>
        <p:nvCxnSpPr>
          <p:cNvPr id="14" name="Straight Arrow Connector 6">
            <a:extLst>
              <a:ext uri="{FF2B5EF4-FFF2-40B4-BE49-F238E27FC236}">
                <a16:creationId xmlns:a16="http://schemas.microsoft.com/office/drawing/2014/main" id="{11819716-D485-6175-BE1F-282ECA543710}"/>
              </a:ext>
            </a:extLst>
          </p:cNvPr>
          <p:cNvCxnSpPr/>
          <p:nvPr/>
        </p:nvCxnSpPr>
        <p:spPr>
          <a:xfrm flipV="1">
            <a:off x="5929289" y="2967987"/>
            <a:ext cx="683173" cy="48610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5" name="Straight Arrow Connector 7">
            <a:extLst>
              <a:ext uri="{FF2B5EF4-FFF2-40B4-BE49-F238E27FC236}">
                <a16:creationId xmlns:a16="http://schemas.microsoft.com/office/drawing/2014/main" id="{10DCF2AA-80BE-A4AD-8908-ACA32EE6A344}"/>
              </a:ext>
            </a:extLst>
          </p:cNvPr>
          <p:cNvCxnSpPr>
            <a:cxnSpLocks/>
          </p:cNvCxnSpPr>
          <p:nvPr/>
        </p:nvCxnSpPr>
        <p:spPr>
          <a:xfrm flipV="1">
            <a:off x="5651660" y="2543631"/>
            <a:ext cx="61943" cy="66740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6" name="Straight Arrow Connector 8">
            <a:extLst>
              <a:ext uri="{FF2B5EF4-FFF2-40B4-BE49-F238E27FC236}">
                <a16:creationId xmlns:a16="http://schemas.microsoft.com/office/drawing/2014/main" id="{C0A0B300-6184-936E-EAAB-19720972236D}"/>
              </a:ext>
            </a:extLst>
          </p:cNvPr>
          <p:cNvCxnSpPr>
            <a:cxnSpLocks/>
          </p:cNvCxnSpPr>
          <p:nvPr/>
        </p:nvCxnSpPr>
        <p:spPr>
          <a:xfrm flipH="1" flipV="1">
            <a:off x="4455133" y="3581817"/>
            <a:ext cx="662081" cy="21982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7" name="Straight Arrow Connector 9">
            <a:extLst>
              <a:ext uri="{FF2B5EF4-FFF2-40B4-BE49-F238E27FC236}">
                <a16:creationId xmlns:a16="http://schemas.microsoft.com/office/drawing/2014/main" id="{09C604B3-FD65-B184-3977-5703EFF44986}"/>
              </a:ext>
            </a:extLst>
          </p:cNvPr>
          <p:cNvCxnSpPr>
            <a:cxnSpLocks/>
          </p:cNvCxnSpPr>
          <p:nvPr/>
        </p:nvCxnSpPr>
        <p:spPr>
          <a:xfrm flipH="1">
            <a:off x="4399686" y="4086943"/>
            <a:ext cx="713843" cy="162131"/>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8" name="Straight Arrow Connector 10">
            <a:extLst>
              <a:ext uri="{FF2B5EF4-FFF2-40B4-BE49-F238E27FC236}">
                <a16:creationId xmlns:a16="http://schemas.microsoft.com/office/drawing/2014/main" id="{9B8E4362-FCB8-167D-D6E4-3D866BEB1942}"/>
              </a:ext>
            </a:extLst>
          </p:cNvPr>
          <p:cNvCxnSpPr>
            <a:cxnSpLocks/>
          </p:cNvCxnSpPr>
          <p:nvPr/>
        </p:nvCxnSpPr>
        <p:spPr>
          <a:xfrm flipH="1">
            <a:off x="4704368" y="4462220"/>
            <a:ext cx="471790" cy="404344"/>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9" name="Straight Arrow Connector 11">
            <a:extLst>
              <a:ext uri="{FF2B5EF4-FFF2-40B4-BE49-F238E27FC236}">
                <a16:creationId xmlns:a16="http://schemas.microsoft.com/office/drawing/2014/main" id="{6269D0A6-D2C6-352A-5436-DC164A5C6168}"/>
              </a:ext>
            </a:extLst>
          </p:cNvPr>
          <p:cNvCxnSpPr>
            <a:cxnSpLocks/>
          </p:cNvCxnSpPr>
          <p:nvPr/>
        </p:nvCxnSpPr>
        <p:spPr>
          <a:xfrm flipH="1">
            <a:off x="5408699" y="4569817"/>
            <a:ext cx="134177" cy="790430"/>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0" name="Straight Arrow Connector 12">
            <a:extLst>
              <a:ext uri="{FF2B5EF4-FFF2-40B4-BE49-F238E27FC236}">
                <a16:creationId xmlns:a16="http://schemas.microsoft.com/office/drawing/2014/main" id="{7E1BD4C8-B3FB-7E0C-76C8-89D0C45CBDA0}"/>
              </a:ext>
            </a:extLst>
          </p:cNvPr>
          <p:cNvCxnSpPr>
            <a:cxnSpLocks/>
          </p:cNvCxnSpPr>
          <p:nvPr/>
        </p:nvCxnSpPr>
        <p:spPr>
          <a:xfrm>
            <a:off x="5943898" y="4534166"/>
            <a:ext cx="326977" cy="543775"/>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1" name="Straight Arrow Connector 13">
            <a:extLst>
              <a:ext uri="{FF2B5EF4-FFF2-40B4-BE49-F238E27FC236}">
                <a16:creationId xmlns:a16="http://schemas.microsoft.com/office/drawing/2014/main" id="{D6A2BA76-8BFF-FC0A-951B-D4A8953D0363}"/>
              </a:ext>
            </a:extLst>
          </p:cNvPr>
          <p:cNvCxnSpPr>
            <a:cxnSpLocks/>
          </p:cNvCxnSpPr>
          <p:nvPr/>
        </p:nvCxnSpPr>
        <p:spPr>
          <a:xfrm flipV="1">
            <a:off x="6137707" y="3751075"/>
            <a:ext cx="700083" cy="11708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2" name="Straight Arrow Connector 27">
            <a:extLst>
              <a:ext uri="{FF2B5EF4-FFF2-40B4-BE49-F238E27FC236}">
                <a16:creationId xmlns:a16="http://schemas.microsoft.com/office/drawing/2014/main" id="{6520BE6F-8761-B861-E6F0-2A2948C744FC}"/>
              </a:ext>
            </a:extLst>
          </p:cNvPr>
          <p:cNvCxnSpPr>
            <a:cxnSpLocks/>
          </p:cNvCxnSpPr>
          <p:nvPr/>
        </p:nvCxnSpPr>
        <p:spPr>
          <a:xfrm>
            <a:off x="6146984" y="4249073"/>
            <a:ext cx="699232" cy="28509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3" name="Straight Arrow Connector 28">
            <a:extLst>
              <a:ext uri="{FF2B5EF4-FFF2-40B4-BE49-F238E27FC236}">
                <a16:creationId xmlns:a16="http://schemas.microsoft.com/office/drawing/2014/main" id="{1F7F8ED7-35AD-B819-798C-11CDEAAA62BD}"/>
              </a:ext>
            </a:extLst>
          </p:cNvPr>
          <p:cNvCxnSpPr>
            <a:cxnSpLocks/>
          </p:cNvCxnSpPr>
          <p:nvPr/>
        </p:nvCxnSpPr>
        <p:spPr>
          <a:xfrm flipH="1" flipV="1">
            <a:off x="5021855" y="2902571"/>
            <a:ext cx="377414" cy="42435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24" name="TextBox 23">
            <a:extLst>
              <a:ext uri="{FF2B5EF4-FFF2-40B4-BE49-F238E27FC236}">
                <a16:creationId xmlns:a16="http://schemas.microsoft.com/office/drawing/2014/main" id="{A938A207-7763-6598-3065-862C66E1DA57}"/>
              </a:ext>
            </a:extLst>
          </p:cNvPr>
          <p:cNvSpPr txBox="1"/>
          <p:nvPr/>
        </p:nvSpPr>
        <p:spPr>
          <a:xfrm>
            <a:off x="3489549" y="3236406"/>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rPr>
              <a:t>מועדון חברתי</a:t>
            </a:r>
            <a:endParaRPr kumimoji="0" lang="he-IL" sz="24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0D361F1E-4302-041C-B146-719731888394}"/>
              </a:ext>
            </a:extLst>
          </p:cNvPr>
          <p:cNvSpPr txBox="1"/>
          <p:nvPr/>
        </p:nvSpPr>
        <p:spPr>
          <a:xfrm>
            <a:off x="3465203" y="3940523"/>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rPr>
              <a:t>רווחה מרחוק</a:t>
            </a:r>
            <a:endParaRPr kumimoji="0" lang="he-IL" sz="24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789307C2-1CA4-2D53-764C-C8EF8ADC59C6}"/>
              </a:ext>
            </a:extLst>
          </p:cNvPr>
          <p:cNvSpPr txBox="1"/>
          <p:nvPr/>
        </p:nvSpPr>
        <p:spPr>
          <a:xfrm>
            <a:off x="3922336" y="4866564"/>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rPr>
              <a:t>טכנולוגית עזר</a:t>
            </a:r>
            <a:endParaRPr kumimoji="0" lang="he-IL" sz="2400" b="1" i="0"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E524134D-E90F-5A9F-FC91-AED5FABA20C0}"/>
              </a:ext>
            </a:extLst>
          </p:cNvPr>
          <p:cNvSpPr txBox="1"/>
          <p:nvPr/>
        </p:nvSpPr>
        <p:spPr>
          <a:xfrm>
            <a:off x="4097363" y="2140811"/>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rPr>
              <a:t>יעוץ משפחתי</a:t>
            </a:r>
            <a:endParaRPr kumimoji="0" lang="he-IL" sz="24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endParaRPr>
          </a:p>
        </p:txBody>
      </p:sp>
      <p:sp>
        <p:nvSpPr>
          <p:cNvPr id="28" name="TextBox 27">
            <a:extLst>
              <a:ext uri="{FF2B5EF4-FFF2-40B4-BE49-F238E27FC236}">
                <a16:creationId xmlns:a16="http://schemas.microsoft.com/office/drawing/2014/main" id="{60041463-83C2-6462-0E82-DE2013E89751}"/>
              </a:ext>
            </a:extLst>
          </p:cNvPr>
          <p:cNvSpPr txBox="1"/>
          <p:nvPr/>
        </p:nvSpPr>
        <p:spPr>
          <a:xfrm>
            <a:off x="4809744" y="5311319"/>
            <a:ext cx="1119544" cy="1015663"/>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rPr>
              <a:t>התעמלות בפארק</a:t>
            </a:r>
            <a:endParaRPr kumimoji="0" lang="he-IL" sz="24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71959D09-04DA-46AA-05CE-B8B94373665A}"/>
              </a:ext>
            </a:extLst>
          </p:cNvPr>
          <p:cNvSpPr txBox="1"/>
          <p:nvPr/>
        </p:nvSpPr>
        <p:spPr>
          <a:xfrm>
            <a:off x="6572439" y="3365720"/>
            <a:ext cx="1443858"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rPr>
              <a:t>יעוץ תזונה ובריאות</a:t>
            </a:r>
            <a:endParaRPr kumimoji="0" lang="he-IL" sz="24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BD76670D-4580-7702-7800-00603C1C37DA}"/>
              </a:ext>
            </a:extLst>
          </p:cNvPr>
          <p:cNvSpPr txBox="1"/>
          <p:nvPr/>
        </p:nvSpPr>
        <p:spPr>
          <a:xfrm>
            <a:off x="6554183" y="4521560"/>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rPr>
              <a:t>תעסוקה</a:t>
            </a:r>
            <a:endParaRPr kumimoji="0" lang="he-IL" sz="24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02F7D3BC-5274-84FA-401A-348BB8E77A87}"/>
              </a:ext>
            </a:extLst>
          </p:cNvPr>
          <p:cNvSpPr txBox="1"/>
          <p:nvPr/>
        </p:nvSpPr>
        <p:spPr>
          <a:xfrm>
            <a:off x="6309210" y="2533824"/>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rPr>
              <a:t>התנדבות</a:t>
            </a:r>
            <a:endParaRPr kumimoji="0" lang="he-IL" sz="24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endParaRPr>
          </a:p>
        </p:txBody>
      </p:sp>
      <p:sp>
        <p:nvSpPr>
          <p:cNvPr id="32" name="TextBox 31">
            <a:extLst>
              <a:ext uri="{FF2B5EF4-FFF2-40B4-BE49-F238E27FC236}">
                <a16:creationId xmlns:a16="http://schemas.microsoft.com/office/drawing/2014/main" id="{941C5937-A365-CF42-5376-56E8CE1D7B3C}"/>
              </a:ext>
            </a:extLst>
          </p:cNvPr>
          <p:cNvSpPr txBox="1"/>
          <p:nvPr/>
        </p:nvSpPr>
        <p:spPr>
          <a:xfrm>
            <a:off x="5157749" y="1770667"/>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rPr>
              <a:t>יעוץ פיננסי</a:t>
            </a:r>
            <a:endParaRPr kumimoji="0" lang="he-IL" sz="24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endParaRPr>
          </a:p>
        </p:txBody>
      </p:sp>
      <p:sp>
        <p:nvSpPr>
          <p:cNvPr id="33" name="TextBox 32">
            <a:extLst>
              <a:ext uri="{FF2B5EF4-FFF2-40B4-BE49-F238E27FC236}">
                <a16:creationId xmlns:a16="http://schemas.microsoft.com/office/drawing/2014/main" id="{0BE11621-D4E0-68EA-B1F3-772C2E7F2893}"/>
              </a:ext>
            </a:extLst>
          </p:cNvPr>
          <p:cNvSpPr txBox="1"/>
          <p:nvPr/>
        </p:nvSpPr>
        <p:spPr>
          <a:xfrm>
            <a:off x="5835016" y="5125577"/>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rPr>
              <a:t>ניקיון</a:t>
            </a:r>
            <a:endParaRPr kumimoji="0" lang="he-IL" sz="24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endParaRPr>
          </a:p>
        </p:txBody>
      </p:sp>
      <p:cxnSp>
        <p:nvCxnSpPr>
          <p:cNvPr id="34" name="Straight Arrow Connector 10">
            <a:extLst>
              <a:ext uri="{FF2B5EF4-FFF2-40B4-BE49-F238E27FC236}">
                <a16:creationId xmlns:a16="http://schemas.microsoft.com/office/drawing/2014/main" id="{9B8E4362-FCB8-167D-D6E4-3D866BEB1942}"/>
              </a:ext>
            </a:extLst>
          </p:cNvPr>
          <p:cNvCxnSpPr>
            <a:cxnSpLocks/>
          </p:cNvCxnSpPr>
          <p:nvPr/>
        </p:nvCxnSpPr>
        <p:spPr>
          <a:xfrm flipH="1" flipV="1">
            <a:off x="4711567" y="3229314"/>
            <a:ext cx="520665" cy="377348"/>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2" name="מלבן 1"/>
          <p:cNvSpPr/>
          <p:nvPr/>
        </p:nvSpPr>
        <p:spPr>
          <a:xfrm>
            <a:off x="3621181" y="2867074"/>
            <a:ext cx="1311578" cy="369332"/>
          </a:xfrm>
          <a:prstGeom prst="rect">
            <a:avLst/>
          </a:prstGeom>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rPr>
              <a:t>בריכה/</a:t>
            </a:r>
            <a:r>
              <a:rPr kumimoji="0" lang="he-IL" sz="1800" b="1" i="0" u="none" strike="noStrike" kern="1200" cap="none" spc="0" normalizeH="0" baseline="0" noProof="0" dirty="0" err="1">
                <a:ln>
                  <a:noFill/>
                </a:ln>
                <a:solidFill>
                  <a:srgbClr val="1176BC"/>
                </a:solidFill>
                <a:effectLst/>
                <a:uLnTx/>
                <a:uFillTx/>
                <a:latin typeface="Arial" panose="020B0604020202020204" pitchFamily="34" charset="0"/>
                <a:cs typeface="Arial" panose="020B0604020202020204" pitchFamily="34" charset="0"/>
              </a:rPr>
              <a:t>חד"כ</a:t>
            </a:r>
            <a:endParaRPr kumimoji="0" lang="he-IL"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pic>
        <p:nvPicPr>
          <p:cNvPr id="35" name="Picture 28">
            <a:extLst>
              <a:ext uri="{FF2B5EF4-FFF2-40B4-BE49-F238E27FC236}">
                <a16:creationId xmlns:a16="http://schemas.microsoft.com/office/drawing/2014/main" id="{EF8D4F03-17FB-2890-09B5-7BB76E8A60CB}"/>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5174483" y="3258674"/>
            <a:ext cx="880565" cy="1208410"/>
          </a:xfrm>
          <a:prstGeom prst="rect">
            <a:avLst/>
          </a:prstGeom>
        </p:spPr>
      </p:pic>
      <p:pic>
        <p:nvPicPr>
          <p:cNvPr id="36" name="Graphic 18">
            <a:extLst>
              <a:ext uri="{FF2B5EF4-FFF2-40B4-BE49-F238E27FC236}">
                <a16:creationId xmlns:a16="http://schemas.microsoft.com/office/drawing/2014/main" id="{7F2C6167-3062-BA39-5F1F-DE5FC2673C75}"/>
              </a:ext>
            </a:extLst>
          </p:cNvPr>
          <p:cNvPicPr>
            <a:picLocks noChangeAspect="1"/>
          </p:cNvPicPr>
          <p:nvPr/>
        </p:nvPicPr>
        <p:blipFill rotWithShape="1">
          <a:blip r:embed="rId4"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b="19918"/>
          <a:stretch/>
        </p:blipFill>
        <p:spPr>
          <a:xfrm>
            <a:off x="249772" y="225370"/>
            <a:ext cx="823170" cy="824010"/>
          </a:xfrm>
          <a:prstGeom prst="rect">
            <a:avLst/>
          </a:prstGeom>
        </p:spPr>
      </p:pic>
      <p:sp>
        <p:nvSpPr>
          <p:cNvPr id="38" name="Freeform: Shape 7">
            <a:extLst>
              <a:ext uri="{FF2B5EF4-FFF2-40B4-BE49-F238E27FC236}">
                <a16:creationId xmlns:a16="http://schemas.microsoft.com/office/drawing/2014/main" id="{D9021EB3-D6DD-4977-14C2-47DCAC1703CB}"/>
              </a:ext>
            </a:extLst>
          </p:cNvPr>
          <p:cNvSpPr/>
          <p:nvPr/>
        </p:nvSpPr>
        <p:spPr>
          <a:xfrm>
            <a:off x="9669290" y="3989725"/>
            <a:ext cx="1047456" cy="1047456"/>
          </a:xfrm>
          <a:custGeom>
            <a:avLst/>
            <a:gdLst>
              <a:gd name="connsiteX0" fmla="*/ 0 w 1047456"/>
              <a:gd name="connsiteY0" fmla="*/ 523728 h 1047456"/>
              <a:gd name="connsiteX1" fmla="*/ 523728 w 1047456"/>
              <a:gd name="connsiteY1" fmla="*/ 0 h 1047456"/>
              <a:gd name="connsiteX2" fmla="*/ 1047456 w 1047456"/>
              <a:gd name="connsiteY2" fmla="*/ 523728 h 1047456"/>
              <a:gd name="connsiteX3" fmla="*/ 523728 w 1047456"/>
              <a:gd name="connsiteY3" fmla="*/ 1047456 h 1047456"/>
              <a:gd name="connsiteX4" fmla="*/ 0 w 1047456"/>
              <a:gd name="connsiteY4" fmla="*/ 523728 h 10474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456" h="1047456">
                <a:moveTo>
                  <a:pt x="0" y="523728"/>
                </a:moveTo>
                <a:cubicBezTo>
                  <a:pt x="0" y="234481"/>
                  <a:pt x="234481" y="0"/>
                  <a:pt x="523728" y="0"/>
                </a:cubicBezTo>
                <a:cubicBezTo>
                  <a:pt x="812975" y="0"/>
                  <a:pt x="1047456" y="234481"/>
                  <a:pt x="1047456" y="523728"/>
                </a:cubicBezTo>
                <a:cubicBezTo>
                  <a:pt x="1047456" y="812975"/>
                  <a:pt x="812975" y="1047456"/>
                  <a:pt x="523728" y="1047456"/>
                </a:cubicBezTo>
                <a:cubicBezTo>
                  <a:pt x="234481" y="1047456"/>
                  <a:pt x="0" y="812975"/>
                  <a:pt x="0" y="523728"/>
                </a:cubicBezTo>
                <a:close/>
              </a:path>
            </a:pathLst>
          </a:custGeom>
          <a:solidFill>
            <a:schemeClr val="accent1">
              <a:lumMod val="20000"/>
              <a:lumOff val="80000"/>
            </a:schemeClr>
          </a:solidFill>
          <a:ln>
            <a:solidFill>
              <a:schemeClr val="accent1"/>
            </a:solidFill>
          </a:ln>
        </p:spPr>
        <p:style>
          <a:lnRef idx="3">
            <a:schemeClr val="lt1">
              <a:hueOff val="0"/>
              <a:satOff val="0"/>
              <a:lumOff val="0"/>
              <a:alphaOff val="0"/>
            </a:schemeClr>
          </a:lnRef>
          <a:fillRef idx="1">
            <a:scrgbClr r="0" g="0" b="0"/>
          </a:fillRef>
          <a:effectRef idx="1">
            <a:schemeClr val="accent1">
              <a:hueOff val="0"/>
              <a:satOff val="0"/>
              <a:lumOff val="0"/>
              <a:alphaOff val="0"/>
            </a:schemeClr>
          </a:effectRef>
          <a:fontRef idx="minor">
            <a:schemeClr val="lt1"/>
          </a:fontRef>
        </p:style>
        <p:txBody>
          <a:bodyPr spcFirstLastPara="0" vert="horz" wrap="square" lIns="164191" tIns="164191" rIns="164191" bIns="164191" numCol="1" spcCol="1270" anchor="ctr" anchorCtr="0">
            <a:noAutofit/>
          </a:bodyPr>
          <a:lstStyle/>
          <a:p>
            <a:pPr marL="0" marR="0" lvl="0" indent="0" algn="ctr" defTabSz="755650" rtl="1" eaLnBrk="1" fontAlgn="auto" latinLnBrk="0" hangingPunct="1">
              <a:lnSpc>
                <a:spcPct val="90000"/>
              </a:lnSpc>
              <a:spcBef>
                <a:spcPct val="0"/>
              </a:spcBef>
              <a:spcAft>
                <a:spcPct val="35000"/>
              </a:spcAft>
              <a:buClrTx/>
              <a:buSzTx/>
              <a:buFontTx/>
              <a:buNone/>
              <a:tabLst/>
              <a:defRPr/>
            </a:pPr>
            <a:r>
              <a:rPr kumimoji="0" lang="he-IL" sz="1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שירות מותאם </a:t>
            </a:r>
            <a:r>
              <a:rPr kumimoji="0" lang="en-US" sz="1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AI</a:t>
            </a:r>
            <a:endParaRPr kumimoji="0" lang="he-IL" sz="1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39" name="Arrow: Left 9">
            <a:extLst>
              <a:ext uri="{FF2B5EF4-FFF2-40B4-BE49-F238E27FC236}">
                <a16:creationId xmlns:a16="http://schemas.microsoft.com/office/drawing/2014/main" id="{EA53B4A3-D66F-B475-AD79-0C25D88C7AB3}"/>
              </a:ext>
            </a:extLst>
          </p:cNvPr>
          <p:cNvSpPr/>
          <p:nvPr/>
        </p:nvSpPr>
        <p:spPr>
          <a:xfrm rot="12900000">
            <a:off x="8954790" y="3793135"/>
            <a:ext cx="845353" cy="298525"/>
          </a:xfrm>
          <a:prstGeom prst="leftArrow">
            <a:avLst>
              <a:gd name="adj1" fmla="val 60000"/>
              <a:gd name="adj2" fmla="val 50000"/>
            </a:avLst>
          </a:prstGeom>
          <a:solidFill>
            <a:schemeClr val="accent1">
              <a:lumMod val="20000"/>
              <a:lumOff val="80000"/>
            </a:schemeClr>
          </a:solidFill>
          <a:ln>
            <a:solidFill>
              <a:schemeClr val="accent1"/>
            </a:solidFill>
          </a:ln>
        </p:spPr>
        <p:style>
          <a:lnRef idx="0">
            <a:schemeClr val="lt1">
              <a:hueOff val="0"/>
              <a:satOff val="0"/>
              <a:lumOff val="0"/>
              <a:alphaOff val="0"/>
            </a:schemeClr>
          </a:lnRef>
          <a:fillRef idx="1">
            <a:schemeClr val="accent2">
              <a:hueOff val="0"/>
              <a:satOff val="0"/>
              <a:lumOff val="0"/>
              <a:alphaOff val="0"/>
            </a:schemeClr>
          </a:fillRef>
          <a:effectRef idx="1">
            <a:schemeClr val="accent2">
              <a:hueOff val="0"/>
              <a:satOff val="0"/>
              <a:lumOff val="0"/>
              <a:alphaOff val="0"/>
            </a:schemeClr>
          </a:effectRef>
          <a:fontRef idx="minor">
            <a:schemeClr val="lt1">
              <a:hueOff val="0"/>
              <a:satOff val="0"/>
              <a:lumOff val="0"/>
              <a:alphaOff val="0"/>
            </a:schemeClr>
          </a:fontRef>
        </p:style>
        <p:txBody>
          <a:bodyPr/>
          <a:lstStyle/>
          <a:p>
            <a:endParaRPr lang="en-IL">
              <a:latin typeface="Arial" panose="020B0604020202020204" pitchFamily="34" charset="0"/>
              <a:cs typeface="Arial" panose="020B0604020202020204" pitchFamily="34" charset="0"/>
            </a:endParaRPr>
          </a:p>
        </p:txBody>
      </p:sp>
      <p:sp>
        <p:nvSpPr>
          <p:cNvPr id="40" name="Freeform: Shape 10">
            <a:extLst>
              <a:ext uri="{FF2B5EF4-FFF2-40B4-BE49-F238E27FC236}">
                <a16:creationId xmlns:a16="http://schemas.microsoft.com/office/drawing/2014/main" id="{1B124F26-45B8-D498-F4AF-961AD4B6BEBA}"/>
              </a:ext>
            </a:extLst>
          </p:cNvPr>
          <p:cNvSpPr/>
          <p:nvPr/>
        </p:nvSpPr>
        <p:spPr>
          <a:xfrm>
            <a:off x="8533688" y="3301927"/>
            <a:ext cx="995083" cy="796066"/>
          </a:xfrm>
          <a:custGeom>
            <a:avLst/>
            <a:gdLst>
              <a:gd name="connsiteX0" fmla="*/ 0 w 995083"/>
              <a:gd name="connsiteY0" fmla="*/ 79607 h 796066"/>
              <a:gd name="connsiteX1" fmla="*/ 79607 w 995083"/>
              <a:gd name="connsiteY1" fmla="*/ 0 h 796066"/>
              <a:gd name="connsiteX2" fmla="*/ 915476 w 995083"/>
              <a:gd name="connsiteY2" fmla="*/ 0 h 796066"/>
              <a:gd name="connsiteX3" fmla="*/ 995083 w 995083"/>
              <a:gd name="connsiteY3" fmla="*/ 79607 h 796066"/>
              <a:gd name="connsiteX4" fmla="*/ 995083 w 995083"/>
              <a:gd name="connsiteY4" fmla="*/ 716459 h 796066"/>
              <a:gd name="connsiteX5" fmla="*/ 915476 w 995083"/>
              <a:gd name="connsiteY5" fmla="*/ 796066 h 796066"/>
              <a:gd name="connsiteX6" fmla="*/ 79607 w 995083"/>
              <a:gd name="connsiteY6" fmla="*/ 796066 h 796066"/>
              <a:gd name="connsiteX7" fmla="*/ 0 w 995083"/>
              <a:gd name="connsiteY7" fmla="*/ 716459 h 796066"/>
              <a:gd name="connsiteX8" fmla="*/ 0 w 995083"/>
              <a:gd name="connsiteY8" fmla="*/ 79607 h 796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5083" h="796066">
                <a:moveTo>
                  <a:pt x="0" y="79607"/>
                </a:moveTo>
                <a:cubicBezTo>
                  <a:pt x="0" y="35641"/>
                  <a:pt x="35641" y="0"/>
                  <a:pt x="79607" y="0"/>
                </a:cubicBezTo>
                <a:lnTo>
                  <a:pt x="915476" y="0"/>
                </a:lnTo>
                <a:cubicBezTo>
                  <a:pt x="959442" y="0"/>
                  <a:pt x="995083" y="35641"/>
                  <a:pt x="995083" y="79607"/>
                </a:cubicBezTo>
                <a:lnTo>
                  <a:pt x="995083" y="716459"/>
                </a:lnTo>
                <a:cubicBezTo>
                  <a:pt x="995083" y="760425"/>
                  <a:pt x="959442" y="796066"/>
                  <a:pt x="915476" y="796066"/>
                </a:cubicBezTo>
                <a:lnTo>
                  <a:pt x="79607" y="796066"/>
                </a:lnTo>
                <a:cubicBezTo>
                  <a:pt x="35641" y="796066"/>
                  <a:pt x="0" y="760425"/>
                  <a:pt x="0" y="716459"/>
                </a:cubicBezTo>
                <a:lnTo>
                  <a:pt x="0" y="79607"/>
                </a:lnTo>
                <a:close/>
              </a:path>
            </a:pathLst>
          </a:custGeom>
          <a:solidFill>
            <a:schemeClr val="accent1">
              <a:lumMod val="20000"/>
              <a:lumOff val="80000"/>
            </a:schemeClr>
          </a:solidFill>
          <a:ln>
            <a:solidFill>
              <a:schemeClr val="accent1"/>
            </a:solidFill>
          </a:ln>
        </p:spPr>
        <p:style>
          <a:lnRef idx="3">
            <a:schemeClr val="lt1">
              <a:hueOff val="0"/>
              <a:satOff val="0"/>
              <a:lumOff val="0"/>
              <a:alphaOff val="0"/>
            </a:schemeClr>
          </a:lnRef>
          <a:fillRef idx="1">
            <a:schemeClr val="accent2">
              <a:hueOff val="0"/>
              <a:satOff val="0"/>
              <a:lumOff val="0"/>
              <a:alphaOff val="0"/>
            </a:schemeClr>
          </a:fillRef>
          <a:effectRef idx="1">
            <a:schemeClr val="accent2">
              <a:hueOff val="0"/>
              <a:satOff val="0"/>
              <a:lumOff val="0"/>
              <a:alphaOff val="0"/>
            </a:schemeClr>
          </a:effectRef>
          <a:fontRef idx="minor">
            <a:schemeClr val="lt1"/>
          </a:fontRef>
        </p:style>
        <p:txBody>
          <a:bodyPr spcFirstLastPara="0" vert="horz" wrap="square" lIns="63321" tIns="63321" rIns="63321" bIns="63321" numCol="1" spcCol="1270" anchor="ctr" anchorCtr="0">
            <a:noAutofit/>
          </a:bodyPr>
          <a:lstStyle/>
          <a:p>
            <a:pPr marL="0" marR="0" lvl="0" indent="0" algn="ctr" defTabSz="933450" rtl="1" eaLnBrk="1" fontAlgn="auto" latinLnBrk="0" hangingPunct="1">
              <a:lnSpc>
                <a:spcPct val="90000"/>
              </a:lnSpc>
              <a:spcBef>
                <a:spcPct val="0"/>
              </a:spcBef>
              <a:spcAft>
                <a:spcPct val="3500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רצון ובחירה</a:t>
            </a:r>
          </a:p>
        </p:txBody>
      </p:sp>
      <p:sp>
        <p:nvSpPr>
          <p:cNvPr id="41" name="Arrow: Left 35">
            <a:extLst>
              <a:ext uri="{FF2B5EF4-FFF2-40B4-BE49-F238E27FC236}">
                <a16:creationId xmlns:a16="http://schemas.microsoft.com/office/drawing/2014/main" id="{0E32CBDD-6D1A-6450-D585-29473E5900AC}"/>
              </a:ext>
            </a:extLst>
          </p:cNvPr>
          <p:cNvSpPr/>
          <p:nvPr/>
        </p:nvSpPr>
        <p:spPr>
          <a:xfrm rot="16200000">
            <a:off x="9770341" y="3368585"/>
            <a:ext cx="845353" cy="298525"/>
          </a:xfrm>
          <a:prstGeom prst="leftArrow">
            <a:avLst>
              <a:gd name="adj1" fmla="val 60000"/>
              <a:gd name="adj2" fmla="val 50000"/>
            </a:avLst>
          </a:prstGeom>
          <a:solidFill>
            <a:schemeClr val="accent1">
              <a:lumMod val="20000"/>
              <a:lumOff val="80000"/>
            </a:schemeClr>
          </a:solidFill>
          <a:ln>
            <a:solidFill>
              <a:schemeClr val="accent1"/>
            </a:solidFill>
          </a:ln>
        </p:spPr>
        <p:style>
          <a:lnRef idx="0">
            <a:schemeClr val="lt1">
              <a:hueOff val="0"/>
              <a:satOff val="0"/>
              <a:lumOff val="0"/>
              <a:alphaOff val="0"/>
            </a:schemeClr>
          </a:lnRef>
          <a:fillRef idx="1">
            <a:schemeClr val="accent2">
              <a:hueOff val="-419062"/>
              <a:satOff val="-4829"/>
              <a:lumOff val="1079"/>
              <a:alphaOff val="0"/>
            </a:schemeClr>
          </a:fillRef>
          <a:effectRef idx="1">
            <a:schemeClr val="accent2">
              <a:hueOff val="-419062"/>
              <a:satOff val="-4829"/>
              <a:lumOff val="1079"/>
              <a:alphaOff val="0"/>
            </a:schemeClr>
          </a:effectRef>
          <a:fontRef idx="minor">
            <a:schemeClr val="lt1">
              <a:hueOff val="0"/>
              <a:satOff val="0"/>
              <a:lumOff val="0"/>
              <a:alphaOff val="0"/>
            </a:schemeClr>
          </a:fontRef>
        </p:style>
        <p:txBody>
          <a:bodyPr/>
          <a:lstStyle/>
          <a:p>
            <a:endParaRPr lang="en-IL">
              <a:latin typeface="Arial" panose="020B0604020202020204" pitchFamily="34" charset="0"/>
              <a:cs typeface="Arial" panose="020B0604020202020204" pitchFamily="34" charset="0"/>
            </a:endParaRPr>
          </a:p>
        </p:txBody>
      </p:sp>
      <p:sp>
        <p:nvSpPr>
          <p:cNvPr id="42" name="Freeform: Shape 36">
            <a:extLst>
              <a:ext uri="{FF2B5EF4-FFF2-40B4-BE49-F238E27FC236}">
                <a16:creationId xmlns:a16="http://schemas.microsoft.com/office/drawing/2014/main" id="{C5DDEDD0-0F04-B6E8-5FC9-E0FB5ACB2A70}"/>
              </a:ext>
            </a:extLst>
          </p:cNvPr>
          <p:cNvSpPr/>
          <p:nvPr/>
        </p:nvSpPr>
        <p:spPr>
          <a:xfrm>
            <a:off x="9695476" y="2697138"/>
            <a:ext cx="995083" cy="796066"/>
          </a:xfrm>
          <a:custGeom>
            <a:avLst/>
            <a:gdLst>
              <a:gd name="connsiteX0" fmla="*/ 0 w 995083"/>
              <a:gd name="connsiteY0" fmla="*/ 79607 h 796066"/>
              <a:gd name="connsiteX1" fmla="*/ 79607 w 995083"/>
              <a:gd name="connsiteY1" fmla="*/ 0 h 796066"/>
              <a:gd name="connsiteX2" fmla="*/ 915476 w 995083"/>
              <a:gd name="connsiteY2" fmla="*/ 0 h 796066"/>
              <a:gd name="connsiteX3" fmla="*/ 995083 w 995083"/>
              <a:gd name="connsiteY3" fmla="*/ 79607 h 796066"/>
              <a:gd name="connsiteX4" fmla="*/ 995083 w 995083"/>
              <a:gd name="connsiteY4" fmla="*/ 716459 h 796066"/>
              <a:gd name="connsiteX5" fmla="*/ 915476 w 995083"/>
              <a:gd name="connsiteY5" fmla="*/ 796066 h 796066"/>
              <a:gd name="connsiteX6" fmla="*/ 79607 w 995083"/>
              <a:gd name="connsiteY6" fmla="*/ 796066 h 796066"/>
              <a:gd name="connsiteX7" fmla="*/ 0 w 995083"/>
              <a:gd name="connsiteY7" fmla="*/ 716459 h 796066"/>
              <a:gd name="connsiteX8" fmla="*/ 0 w 995083"/>
              <a:gd name="connsiteY8" fmla="*/ 79607 h 796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5083" h="796066">
                <a:moveTo>
                  <a:pt x="0" y="79607"/>
                </a:moveTo>
                <a:cubicBezTo>
                  <a:pt x="0" y="35641"/>
                  <a:pt x="35641" y="0"/>
                  <a:pt x="79607" y="0"/>
                </a:cubicBezTo>
                <a:lnTo>
                  <a:pt x="915476" y="0"/>
                </a:lnTo>
                <a:cubicBezTo>
                  <a:pt x="959442" y="0"/>
                  <a:pt x="995083" y="35641"/>
                  <a:pt x="995083" y="79607"/>
                </a:cubicBezTo>
                <a:lnTo>
                  <a:pt x="995083" y="716459"/>
                </a:lnTo>
                <a:cubicBezTo>
                  <a:pt x="995083" y="760425"/>
                  <a:pt x="959442" y="796066"/>
                  <a:pt x="915476" y="796066"/>
                </a:cubicBezTo>
                <a:lnTo>
                  <a:pt x="79607" y="796066"/>
                </a:lnTo>
                <a:cubicBezTo>
                  <a:pt x="35641" y="796066"/>
                  <a:pt x="0" y="760425"/>
                  <a:pt x="0" y="716459"/>
                </a:cubicBezTo>
                <a:lnTo>
                  <a:pt x="0" y="79607"/>
                </a:lnTo>
                <a:close/>
              </a:path>
            </a:pathLst>
          </a:custGeom>
          <a:solidFill>
            <a:schemeClr val="accent1">
              <a:lumMod val="20000"/>
              <a:lumOff val="80000"/>
            </a:schemeClr>
          </a:solidFill>
          <a:ln>
            <a:solidFill>
              <a:schemeClr val="accent1"/>
            </a:solidFill>
          </a:ln>
        </p:spPr>
        <p:style>
          <a:lnRef idx="3">
            <a:schemeClr val="lt1">
              <a:hueOff val="0"/>
              <a:satOff val="0"/>
              <a:lumOff val="0"/>
              <a:alphaOff val="0"/>
            </a:schemeClr>
          </a:lnRef>
          <a:fillRef idx="1">
            <a:schemeClr val="accent2">
              <a:hueOff val="-419062"/>
              <a:satOff val="-4829"/>
              <a:lumOff val="1079"/>
              <a:alphaOff val="0"/>
            </a:schemeClr>
          </a:fillRef>
          <a:effectRef idx="1">
            <a:schemeClr val="accent2">
              <a:hueOff val="-419062"/>
              <a:satOff val="-4829"/>
              <a:lumOff val="1079"/>
              <a:alphaOff val="0"/>
            </a:schemeClr>
          </a:effectRef>
          <a:fontRef idx="minor">
            <a:schemeClr val="lt1"/>
          </a:fontRef>
        </p:style>
        <p:txBody>
          <a:bodyPr spcFirstLastPara="0" vert="horz" wrap="square" lIns="63321" tIns="63321" rIns="63321" bIns="63321" numCol="1" spcCol="1270" anchor="ctr" anchorCtr="0">
            <a:noAutofit/>
          </a:bodyPr>
          <a:lstStyle/>
          <a:p>
            <a:pPr marL="0" marR="0" lvl="0" indent="0" algn="ctr" defTabSz="933450" rtl="1" eaLnBrk="1" fontAlgn="auto" latinLnBrk="0" hangingPunct="1">
              <a:lnSpc>
                <a:spcPct val="90000"/>
              </a:lnSpc>
              <a:spcBef>
                <a:spcPct val="0"/>
              </a:spcBef>
              <a:spcAft>
                <a:spcPct val="3500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מדידה והמלצות</a:t>
            </a:r>
          </a:p>
        </p:txBody>
      </p:sp>
      <p:sp>
        <p:nvSpPr>
          <p:cNvPr id="43" name="Arrow: Left 37">
            <a:extLst>
              <a:ext uri="{FF2B5EF4-FFF2-40B4-BE49-F238E27FC236}">
                <a16:creationId xmlns:a16="http://schemas.microsoft.com/office/drawing/2014/main" id="{6183D7EE-C3F6-AFEC-6464-7F9488F30154}"/>
              </a:ext>
            </a:extLst>
          </p:cNvPr>
          <p:cNvSpPr/>
          <p:nvPr/>
        </p:nvSpPr>
        <p:spPr>
          <a:xfrm rot="19500000">
            <a:off x="10585893" y="3793135"/>
            <a:ext cx="845353" cy="298525"/>
          </a:xfrm>
          <a:prstGeom prst="leftArrow">
            <a:avLst>
              <a:gd name="adj1" fmla="val 60000"/>
              <a:gd name="adj2" fmla="val 50000"/>
            </a:avLst>
          </a:prstGeom>
          <a:solidFill>
            <a:schemeClr val="accent1">
              <a:lumMod val="20000"/>
              <a:lumOff val="80000"/>
            </a:schemeClr>
          </a:solidFill>
          <a:ln>
            <a:solidFill>
              <a:schemeClr val="accent1"/>
            </a:solidFill>
          </a:ln>
        </p:spPr>
        <p:style>
          <a:lnRef idx="0">
            <a:schemeClr val="lt1">
              <a:hueOff val="0"/>
              <a:satOff val="0"/>
              <a:lumOff val="0"/>
              <a:alphaOff val="0"/>
            </a:schemeClr>
          </a:lnRef>
          <a:fillRef idx="1">
            <a:schemeClr val="accent2">
              <a:hueOff val="-838123"/>
              <a:satOff val="-9658"/>
              <a:lumOff val="2159"/>
              <a:alphaOff val="0"/>
            </a:schemeClr>
          </a:fillRef>
          <a:effectRef idx="1">
            <a:schemeClr val="accent2">
              <a:hueOff val="-838123"/>
              <a:satOff val="-9658"/>
              <a:lumOff val="2159"/>
              <a:alphaOff val="0"/>
            </a:schemeClr>
          </a:effectRef>
          <a:fontRef idx="minor">
            <a:schemeClr val="lt1">
              <a:hueOff val="0"/>
              <a:satOff val="0"/>
              <a:lumOff val="0"/>
              <a:alphaOff val="0"/>
            </a:schemeClr>
          </a:fontRef>
        </p:style>
        <p:txBody>
          <a:bodyPr/>
          <a:lstStyle/>
          <a:p>
            <a:endParaRPr lang="en-IL">
              <a:latin typeface="Arial" panose="020B0604020202020204" pitchFamily="34" charset="0"/>
              <a:cs typeface="Arial" panose="020B0604020202020204" pitchFamily="34" charset="0"/>
            </a:endParaRPr>
          </a:p>
        </p:txBody>
      </p:sp>
      <p:sp>
        <p:nvSpPr>
          <p:cNvPr id="44" name="Freeform: Shape 38">
            <a:extLst>
              <a:ext uri="{FF2B5EF4-FFF2-40B4-BE49-F238E27FC236}">
                <a16:creationId xmlns:a16="http://schemas.microsoft.com/office/drawing/2014/main" id="{8A01B39F-ACC8-4B4B-EA8D-C5DDB1D4DB2F}"/>
              </a:ext>
            </a:extLst>
          </p:cNvPr>
          <p:cNvSpPr/>
          <p:nvPr/>
        </p:nvSpPr>
        <p:spPr>
          <a:xfrm>
            <a:off x="10857265" y="3301927"/>
            <a:ext cx="995083" cy="796066"/>
          </a:xfrm>
          <a:custGeom>
            <a:avLst/>
            <a:gdLst>
              <a:gd name="connsiteX0" fmla="*/ 0 w 995083"/>
              <a:gd name="connsiteY0" fmla="*/ 79607 h 796066"/>
              <a:gd name="connsiteX1" fmla="*/ 79607 w 995083"/>
              <a:gd name="connsiteY1" fmla="*/ 0 h 796066"/>
              <a:gd name="connsiteX2" fmla="*/ 915476 w 995083"/>
              <a:gd name="connsiteY2" fmla="*/ 0 h 796066"/>
              <a:gd name="connsiteX3" fmla="*/ 995083 w 995083"/>
              <a:gd name="connsiteY3" fmla="*/ 79607 h 796066"/>
              <a:gd name="connsiteX4" fmla="*/ 995083 w 995083"/>
              <a:gd name="connsiteY4" fmla="*/ 716459 h 796066"/>
              <a:gd name="connsiteX5" fmla="*/ 915476 w 995083"/>
              <a:gd name="connsiteY5" fmla="*/ 796066 h 796066"/>
              <a:gd name="connsiteX6" fmla="*/ 79607 w 995083"/>
              <a:gd name="connsiteY6" fmla="*/ 796066 h 796066"/>
              <a:gd name="connsiteX7" fmla="*/ 0 w 995083"/>
              <a:gd name="connsiteY7" fmla="*/ 716459 h 796066"/>
              <a:gd name="connsiteX8" fmla="*/ 0 w 995083"/>
              <a:gd name="connsiteY8" fmla="*/ 79607 h 796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5083" h="796066">
                <a:moveTo>
                  <a:pt x="0" y="79607"/>
                </a:moveTo>
                <a:cubicBezTo>
                  <a:pt x="0" y="35641"/>
                  <a:pt x="35641" y="0"/>
                  <a:pt x="79607" y="0"/>
                </a:cubicBezTo>
                <a:lnTo>
                  <a:pt x="915476" y="0"/>
                </a:lnTo>
                <a:cubicBezTo>
                  <a:pt x="959442" y="0"/>
                  <a:pt x="995083" y="35641"/>
                  <a:pt x="995083" y="79607"/>
                </a:cubicBezTo>
                <a:lnTo>
                  <a:pt x="995083" y="716459"/>
                </a:lnTo>
                <a:cubicBezTo>
                  <a:pt x="995083" y="760425"/>
                  <a:pt x="959442" y="796066"/>
                  <a:pt x="915476" y="796066"/>
                </a:cubicBezTo>
                <a:lnTo>
                  <a:pt x="79607" y="796066"/>
                </a:lnTo>
                <a:cubicBezTo>
                  <a:pt x="35641" y="796066"/>
                  <a:pt x="0" y="760425"/>
                  <a:pt x="0" y="716459"/>
                </a:cubicBezTo>
                <a:lnTo>
                  <a:pt x="0" y="79607"/>
                </a:lnTo>
                <a:close/>
              </a:path>
            </a:pathLst>
          </a:custGeom>
          <a:solidFill>
            <a:schemeClr val="accent1">
              <a:lumMod val="20000"/>
              <a:lumOff val="80000"/>
            </a:schemeClr>
          </a:solidFill>
          <a:ln>
            <a:solidFill>
              <a:schemeClr val="accent1"/>
            </a:solidFill>
          </a:ln>
        </p:spPr>
        <p:style>
          <a:lnRef idx="3">
            <a:schemeClr val="lt1">
              <a:hueOff val="0"/>
              <a:satOff val="0"/>
              <a:lumOff val="0"/>
              <a:alphaOff val="0"/>
            </a:schemeClr>
          </a:lnRef>
          <a:fillRef idx="1">
            <a:schemeClr val="accent2">
              <a:hueOff val="-838123"/>
              <a:satOff val="-9658"/>
              <a:lumOff val="2159"/>
              <a:alphaOff val="0"/>
            </a:schemeClr>
          </a:fillRef>
          <a:effectRef idx="1">
            <a:schemeClr val="accent2">
              <a:hueOff val="-838123"/>
              <a:satOff val="-9658"/>
              <a:lumOff val="2159"/>
              <a:alphaOff val="0"/>
            </a:schemeClr>
          </a:effectRef>
          <a:fontRef idx="minor">
            <a:schemeClr val="lt1"/>
          </a:fontRef>
        </p:style>
        <p:txBody>
          <a:bodyPr spcFirstLastPara="0" vert="horz" wrap="square" lIns="63321" tIns="63321" rIns="63321" bIns="63321" numCol="1" spcCol="1270" anchor="ctr" anchorCtr="0">
            <a:noAutofit/>
          </a:bodyPr>
          <a:lstStyle/>
          <a:p>
            <a:pPr marL="0" marR="0" lvl="0" indent="0" algn="ctr" defTabSz="933450" rtl="1" eaLnBrk="1" fontAlgn="auto" latinLnBrk="0" hangingPunct="1">
              <a:lnSpc>
                <a:spcPct val="90000"/>
              </a:lnSpc>
              <a:spcBef>
                <a:spcPct val="0"/>
              </a:spcBef>
              <a:spcAft>
                <a:spcPct val="3500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צורך וקושי</a:t>
            </a:r>
          </a:p>
        </p:txBody>
      </p:sp>
      <p:sp>
        <p:nvSpPr>
          <p:cNvPr id="46" name="כותרת 2">
            <a:extLst>
              <a:ext uri="{FF2B5EF4-FFF2-40B4-BE49-F238E27FC236}">
                <a16:creationId xmlns:a16="http://schemas.microsoft.com/office/drawing/2014/main" id="{E0E22840-919C-33A6-3D01-C97ED1B4BDBD}"/>
              </a:ext>
            </a:extLst>
          </p:cNvPr>
          <p:cNvSpPr txBox="1">
            <a:spLocks/>
          </p:cNvSpPr>
          <p:nvPr/>
        </p:nvSpPr>
        <p:spPr>
          <a:xfrm>
            <a:off x="8344588" y="1541312"/>
            <a:ext cx="3696858" cy="1067587"/>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he-IL" sz="24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rPr>
              <a:t> </a:t>
            </a:r>
            <a:r>
              <a:rPr kumimoji="0" lang="en-US" sz="24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rPr>
              <a:t>AI</a:t>
            </a:r>
            <a:r>
              <a:rPr kumimoji="0" lang="he-IL" sz="24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rPr>
              <a:t>סל מותאם אישית </a:t>
            </a:r>
            <a:br>
              <a:rPr kumimoji="0" lang="he-IL" sz="3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br>
            <a:r>
              <a:rPr kumimoji="0" lang="he-IL"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מבוסס נתונים</a:t>
            </a:r>
            <a:br>
              <a:rPr kumimoji="0" lang="he-IL"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br>
            <a:r>
              <a:rPr kumimoji="0" lang="he-IL"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לבחירת האזרח</a:t>
            </a:r>
          </a:p>
        </p:txBody>
      </p:sp>
      <p:sp>
        <p:nvSpPr>
          <p:cNvPr id="47" name="צורה חופשית: צורה 26">
            <a:extLst>
              <a:ext uri="{FF2B5EF4-FFF2-40B4-BE49-F238E27FC236}">
                <a16:creationId xmlns:a16="http://schemas.microsoft.com/office/drawing/2014/main" id="{FC9996F3-9B6D-F6D5-51F8-8D581C3E4D72}"/>
              </a:ext>
            </a:extLst>
          </p:cNvPr>
          <p:cNvSpPr/>
          <p:nvPr/>
        </p:nvSpPr>
        <p:spPr>
          <a:xfrm>
            <a:off x="3914798" y="190187"/>
            <a:ext cx="3121977" cy="1134971"/>
          </a:xfrm>
          <a:custGeom>
            <a:avLst/>
            <a:gdLst>
              <a:gd name="connsiteX0" fmla="*/ 0 w 1005021"/>
              <a:gd name="connsiteY0" fmla="*/ 0 h 1005021"/>
              <a:gd name="connsiteX1" fmla="*/ 1005021 w 1005021"/>
              <a:gd name="connsiteY1" fmla="*/ 0 h 1005021"/>
              <a:gd name="connsiteX2" fmla="*/ 1005021 w 1005021"/>
              <a:gd name="connsiteY2" fmla="*/ 1005021 h 1005021"/>
              <a:gd name="connsiteX3" fmla="*/ 0 w 1005021"/>
              <a:gd name="connsiteY3" fmla="*/ 1005021 h 1005021"/>
              <a:gd name="connsiteX4" fmla="*/ 0 w 1005021"/>
              <a:gd name="connsiteY4" fmla="*/ 0 h 100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021" h="1005021">
                <a:moveTo>
                  <a:pt x="0" y="0"/>
                </a:moveTo>
                <a:lnTo>
                  <a:pt x="1005021" y="0"/>
                </a:lnTo>
                <a:lnTo>
                  <a:pt x="1005021" y="1005021"/>
                </a:lnTo>
                <a:lnTo>
                  <a:pt x="0" y="100502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7780" tIns="17780" rIns="17780" bIns="17780" numCol="1" spcCol="1270" anchor="t" anchorCtr="0">
            <a:noAutofit/>
          </a:bodyPr>
          <a:lstStyle/>
          <a:p>
            <a:pPr marL="0" marR="0" lvl="0" indent="0" algn="ctr" defTabSz="622300" rtl="1" eaLnBrk="1" fontAlgn="auto" latinLnBrk="0" hangingPunct="1">
              <a:lnSpc>
                <a:spcPct val="90000"/>
              </a:lnSpc>
              <a:spcBef>
                <a:spcPct val="0"/>
              </a:spcBef>
              <a:spcAft>
                <a:spcPct val="35000"/>
              </a:spcAft>
              <a:buClrTx/>
              <a:buSzTx/>
              <a:buFontTx/>
              <a:buNone/>
              <a:tabLst/>
              <a:defRPr/>
            </a:pPr>
            <a:r>
              <a:rPr kumimoji="0" lang="he-IL" sz="3200" b="1" i="0" u="none" strike="noStrike" kern="1200" cap="none" spc="0" normalizeH="0" baseline="0" noProof="0" dirty="0">
                <a:ln>
                  <a:noFill/>
                </a:ln>
                <a:solidFill>
                  <a:srgbClr val="002060"/>
                </a:solidFill>
                <a:effectLst/>
                <a:uLnTx/>
                <a:uFillTx/>
                <a:latin typeface="Arial" panose="020B0604020202020204" pitchFamily="34" charset="0"/>
                <a:ea typeface="Calibri" panose="020F0502020204030204" pitchFamily="34" charset="0"/>
                <a:cs typeface="Arial" panose="020B0604020202020204" pitchFamily="34" charset="0"/>
              </a:rPr>
              <a:t>סל שירותים אישי </a:t>
            </a:r>
            <a:r>
              <a:rPr kumimoji="0" lang="he-IL" sz="2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מעטפת שירותים לבחירת האזרח הוותיק</a:t>
            </a:r>
          </a:p>
        </p:txBody>
      </p:sp>
      <p:pic>
        <p:nvPicPr>
          <p:cNvPr id="5" name="Picture 3" descr="קובץ:Ministry of Labor, Social Affairs and Social Services ...">
            <a:extLst>
              <a:ext uri="{FF2B5EF4-FFF2-40B4-BE49-F238E27FC236}">
                <a16:creationId xmlns:a16="http://schemas.microsoft.com/office/drawing/2014/main" id="{87212E7D-CD60-4A37-EDE5-F7C0DB8512FB}"/>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1672529" y="6316809"/>
            <a:ext cx="1742734" cy="47516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6">
            <a:extLst>
              <a:ext uri="{FF2B5EF4-FFF2-40B4-BE49-F238E27FC236}">
                <a16:creationId xmlns:a16="http://schemas.microsoft.com/office/drawing/2014/main" id="{2A1BCDDE-186F-562E-DECB-D7D8B64FEE2D}"/>
              </a:ext>
            </a:extLst>
          </p:cNvPr>
          <p:cNvPicPr>
            <a:picLocks noChangeAspect="1"/>
          </p:cNvPicPr>
          <p:nvPr/>
        </p:nvPicPr>
        <p:blipFill>
          <a:blip r:embed="rId7"/>
          <a:stretch>
            <a:fillRect/>
          </a:stretch>
        </p:blipFill>
        <p:spPr>
          <a:xfrm>
            <a:off x="430271" y="6217298"/>
            <a:ext cx="1118350" cy="612431"/>
          </a:xfrm>
          <a:prstGeom prst="rect">
            <a:avLst/>
          </a:prstGeom>
          <a:ln>
            <a:noFill/>
          </a:ln>
        </p:spPr>
      </p:pic>
    </p:spTree>
    <p:extLst>
      <p:ext uri="{BB962C8B-B14F-4D97-AF65-F5344CB8AC3E}">
        <p14:creationId xmlns:p14="http://schemas.microsoft.com/office/powerpoint/2010/main" val="16329228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E73997-6574-49DE-B59B-4663D0FDC09C}"/>
              </a:ext>
            </a:extLst>
          </p:cNvPr>
          <p:cNvSpPr txBox="1"/>
          <p:nvPr/>
        </p:nvSpPr>
        <p:spPr>
          <a:xfrm>
            <a:off x="1478050" y="2072896"/>
            <a:ext cx="5843515" cy="3139321"/>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התאמה אישית </a:t>
            </a:r>
            <a:r>
              <a:rPr kumimoji="0" lang="he-IL"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–בחירת שירות בהתבסס על צרכים </a:t>
            </a:r>
            <a:br>
              <a:rPr kumimoji="0" 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br>
            <a:r>
              <a:rPr kumimoji="0" lang="he-IL"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של משתמשים, כולל התאמה וייעוץ מקצועי</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חווית ובחירת הלקוח באמצעות דיגיטציה </a:t>
            </a:r>
            <a:r>
              <a:rPr kumimoji="0" lang="he-IL"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שירות דיגיטלי ואנושי משולב לייעול תהליך ההתאמה והרכש (</a:t>
            </a:r>
            <a:r>
              <a:rPr kumimoji="0" lang="he-IL" sz="18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ארנק דיגיטלי</a:t>
            </a:r>
            <a:r>
              <a:rPr kumimoji="0" lang="he-IL"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פתיחת השוק והתחרות </a:t>
            </a:r>
            <a:r>
              <a:rPr kumimoji="0" lang="he-IL"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היצע רחב היקף של שירותים ממשלתיים ו"עסקיים"</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הצפת הערך למגוון רחב של משתמשים </a:t>
            </a:r>
            <a:r>
              <a:rPr kumimoji="0" lang="he-IL"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הרחבת הרלוונטיות של השירותים למספר גדול יותר של משתמשים </a:t>
            </a:r>
            <a:endParaRPr kumimoji="0" lang="en-IL"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DE6318F1-8DBF-4E4C-81B5-5A9847B49581}"/>
              </a:ext>
            </a:extLst>
          </p:cNvPr>
          <p:cNvSpPr txBox="1"/>
          <p:nvPr/>
        </p:nvSpPr>
        <p:spPr>
          <a:xfrm>
            <a:off x="2655278" y="246111"/>
            <a:ext cx="8557568" cy="584775"/>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002060"/>
                </a:solidFill>
                <a:effectLst/>
                <a:uLnTx/>
                <a:uFillTx/>
                <a:latin typeface="Arial" panose="020B0604020202020204" pitchFamily="34" charset="0"/>
                <a:cs typeface="Arial" panose="020B0604020202020204" pitchFamily="34" charset="0"/>
              </a:rPr>
              <a:t>האדם במרכז – סל שירותים מותאם אישית </a:t>
            </a:r>
            <a:r>
              <a:rPr kumimoji="0" lang="en-US" sz="3200" b="1" i="0" u="none" strike="noStrike" kern="1200" cap="none" spc="0" normalizeH="0" baseline="0" noProof="0" dirty="0">
                <a:ln>
                  <a:noFill/>
                </a:ln>
                <a:solidFill>
                  <a:srgbClr val="002060"/>
                </a:solidFill>
                <a:effectLst/>
                <a:uLnTx/>
                <a:uFillTx/>
                <a:latin typeface="Arial" panose="020B0604020202020204" pitchFamily="34" charset="0"/>
                <a:cs typeface="Arial" panose="020B0604020202020204" pitchFamily="34" charset="0"/>
              </a:rPr>
              <a:t>AI</a:t>
            </a:r>
            <a:r>
              <a:rPr kumimoji="0" lang="he-IL" sz="3200" b="1" i="0" u="none" strike="noStrike" kern="1200" cap="none" spc="0" normalizeH="0" baseline="0" noProof="0" dirty="0">
                <a:ln>
                  <a:noFill/>
                </a:ln>
                <a:solidFill>
                  <a:srgbClr val="002060"/>
                </a:solidFill>
                <a:effectLst/>
                <a:uLnTx/>
                <a:uFillTx/>
                <a:latin typeface="Arial" panose="020B0604020202020204" pitchFamily="34" charset="0"/>
                <a:cs typeface="Arial" panose="020B0604020202020204" pitchFamily="34" charset="0"/>
              </a:rPr>
              <a:t>:</a:t>
            </a:r>
            <a:endParaRPr kumimoji="0" lang="en-IL" sz="3200" b="1" i="0" u="none" strike="noStrike" kern="1200" cap="none" spc="0" normalizeH="0" baseline="0" noProof="0" dirty="0">
              <a:ln>
                <a:noFill/>
              </a:ln>
              <a:solidFill>
                <a:srgbClr val="002060"/>
              </a:solidFill>
              <a:effectLst/>
              <a:uLnTx/>
              <a:uFillTx/>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8E3EAA74-2138-409F-A65D-3533E030ED5F}"/>
              </a:ext>
            </a:extLst>
          </p:cNvPr>
          <p:cNvSpPr txBox="1"/>
          <p:nvPr/>
        </p:nvSpPr>
        <p:spPr>
          <a:xfrm>
            <a:off x="6255247" y="1662619"/>
            <a:ext cx="1066318"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sng"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באמצעות</a:t>
            </a:r>
            <a:endParaRPr kumimoji="0" lang="en-IL" sz="1800" b="1" i="0" u="sng"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02E2399C-2FC9-4033-8BF8-47454D304F4E}"/>
              </a:ext>
            </a:extLst>
          </p:cNvPr>
          <p:cNvSpPr txBox="1"/>
          <p:nvPr/>
        </p:nvSpPr>
        <p:spPr>
          <a:xfrm>
            <a:off x="5143500" y="816823"/>
            <a:ext cx="6081662" cy="646331"/>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התאמת שירותים </a:t>
            </a:r>
            <a:r>
              <a:rPr kumimoji="0" lang="he-IL"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ותוכן לאזרח הוותיק באמצעות גמלת סיעוד </a:t>
            </a:r>
            <a:r>
              <a:rPr kumimoji="0" lang="he-IL" sz="18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במטרה לקדם הזדקנות מיטבית ומניעת הדרדרות</a:t>
            </a:r>
          </a:p>
        </p:txBody>
      </p:sp>
      <p:pic>
        <p:nvPicPr>
          <p:cNvPr id="19" name="Graphic 18">
            <a:extLst>
              <a:ext uri="{FF2B5EF4-FFF2-40B4-BE49-F238E27FC236}">
                <a16:creationId xmlns:a16="http://schemas.microsoft.com/office/drawing/2014/main" id="{6931C870-1520-4714-93CE-556578F46075}"/>
              </a:ext>
            </a:extLst>
          </p:cNvPr>
          <p:cNvPicPr>
            <a:picLocks noChangeAspect="1"/>
          </p:cNvPicPr>
          <p:nvPr/>
        </p:nvPicPr>
        <p:blipFill rotWithShape="1">
          <a:blip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b="19918"/>
          <a:stretch/>
        </p:blipFill>
        <p:spPr>
          <a:xfrm>
            <a:off x="11221207" y="177479"/>
            <a:ext cx="823170" cy="824010"/>
          </a:xfrm>
          <a:prstGeom prst="rect">
            <a:avLst/>
          </a:prstGeom>
        </p:spPr>
      </p:pic>
      <p:sp>
        <p:nvSpPr>
          <p:cNvPr id="20" name="TextBox 19">
            <a:extLst>
              <a:ext uri="{FF2B5EF4-FFF2-40B4-BE49-F238E27FC236}">
                <a16:creationId xmlns:a16="http://schemas.microsoft.com/office/drawing/2014/main" id="{E461B5B5-4817-47F3-858D-D066FF5758E0}"/>
              </a:ext>
            </a:extLst>
          </p:cNvPr>
          <p:cNvSpPr txBox="1"/>
          <p:nvPr/>
        </p:nvSpPr>
        <p:spPr>
          <a:xfrm>
            <a:off x="8173052" y="3225787"/>
            <a:ext cx="3871325" cy="1569660"/>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t>סל תפקוד אישי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t>למניעת התדרדרות </a:t>
            </a:r>
            <a:br>
              <a:rPr kumimoji="0" lang="en-US" sz="2400" b="1"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br>
            <a:r>
              <a:rPr kumimoji="0" lang="he-IL" sz="2400" b="1"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t>ודחיקת תלות</a:t>
            </a:r>
            <a:br>
              <a:rPr kumimoji="0" lang="en-US" sz="2400" b="1"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br>
            <a:r>
              <a:rPr kumimoji="0" lang="he-IL" sz="2400" b="1"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t> של האזרחים הוותיקים</a:t>
            </a:r>
            <a:endParaRPr kumimoji="0" lang="en-IL" sz="2400" b="0"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endParaRPr>
          </a:p>
        </p:txBody>
      </p:sp>
      <p:grpSp>
        <p:nvGrpSpPr>
          <p:cNvPr id="21" name="Group 20">
            <a:extLst>
              <a:ext uri="{FF2B5EF4-FFF2-40B4-BE49-F238E27FC236}">
                <a16:creationId xmlns:a16="http://schemas.microsoft.com/office/drawing/2014/main" id="{E0235D9D-852B-4BCA-A0E1-12338D972B33}"/>
              </a:ext>
            </a:extLst>
          </p:cNvPr>
          <p:cNvGrpSpPr>
            <a:grpSpLocks noChangeAspect="1"/>
          </p:cNvGrpSpPr>
          <p:nvPr/>
        </p:nvGrpSpPr>
        <p:grpSpPr>
          <a:xfrm>
            <a:off x="9778278" y="2594436"/>
            <a:ext cx="660872" cy="612000"/>
            <a:chOff x="11115676" y="4182110"/>
            <a:chExt cx="522288" cy="523875"/>
          </a:xfrm>
          <a:solidFill>
            <a:schemeClr val="tx1"/>
          </a:solidFill>
        </p:grpSpPr>
        <p:sp>
          <p:nvSpPr>
            <p:cNvPr id="22" name="Freeform 45">
              <a:extLst>
                <a:ext uri="{FF2B5EF4-FFF2-40B4-BE49-F238E27FC236}">
                  <a16:creationId xmlns:a16="http://schemas.microsoft.com/office/drawing/2014/main" id="{5DB4660E-6DCD-4373-BAA5-B2099EE905F6}"/>
                </a:ext>
              </a:extLst>
            </p:cNvPr>
            <p:cNvSpPr>
              <a:spLocks noEditPoints="1"/>
            </p:cNvSpPr>
            <p:nvPr/>
          </p:nvSpPr>
          <p:spPr bwMode="auto">
            <a:xfrm>
              <a:off x="11115676" y="4182110"/>
              <a:ext cx="522288" cy="523875"/>
            </a:xfrm>
            <a:custGeom>
              <a:avLst/>
              <a:gdLst>
                <a:gd name="T0" fmla="*/ 312 w 659"/>
                <a:gd name="T1" fmla="*/ 657 h 658"/>
                <a:gd name="T2" fmla="*/ 263 w 659"/>
                <a:gd name="T3" fmla="*/ 651 h 658"/>
                <a:gd name="T4" fmla="*/ 202 w 659"/>
                <a:gd name="T5" fmla="*/ 631 h 658"/>
                <a:gd name="T6" fmla="*/ 120 w 659"/>
                <a:gd name="T7" fmla="*/ 583 h 658"/>
                <a:gd name="T8" fmla="*/ 57 w 659"/>
                <a:gd name="T9" fmla="*/ 513 h 658"/>
                <a:gd name="T10" fmla="*/ 15 w 659"/>
                <a:gd name="T11" fmla="*/ 427 h 658"/>
                <a:gd name="T12" fmla="*/ 4 w 659"/>
                <a:gd name="T13" fmla="*/ 379 h 658"/>
                <a:gd name="T14" fmla="*/ 0 w 659"/>
                <a:gd name="T15" fmla="*/ 329 h 658"/>
                <a:gd name="T16" fmla="*/ 2 w 659"/>
                <a:gd name="T17" fmla="*/ 295 h 658"/>
                <a:gd name="T18" fmla="*/ 11 w 659"/>
                <a:gd name="T19" fmla="*/ 247 h 658"/>
                <a:gd name="T20" fmla="*/ 41 w 659"/>
                <a:gd name="T21" fmla="*/ 172 h 658"/>
                <a:gd name="T22" fmla="*/ 97 w 659"/>
                <a:gd name="T23" fmla="*/ 96 h 658"/>
                <a:gd name="T24" fmla="*/ 172 w 659"/>
                <a:gd name="T25" fmla="*/ 40 h 658"/>
                <a:gd name="T26" fmla="*/ 248 w 659"/>
                <a:gd name="T27" fmla="*/ 10 h 658"/>
                <a:gd name="T28" fmla="*/ 296 w 659"/>
                <a:gd name="T29" fmla="*/ 1 h 658"/>
                <a:gd name="T30" fmla="*/ 330 w 659"/>
                <a:gd name="T31" fmla="*/ 0 h 658"/>
                <a:gd name="T32" fmla="*/ 379 w 659"/>
                <a:gd name="T33" fmla="*/ 4 h 658"/>
                <a:gd name="T34" fmla="*/ 426 w 659"/>
                <a:gd name="T35" fmla="*/ 14 h 658"/>
                <a:gd name="T36" fmla="*/ 514 w 659"/>
                <a:gd name="T37" fmla="*/ 56 h 658"/>
                <a:gd name="T38" fmla="*/ 584 w 659"/>
                <a:gd name="T39" fmla="*/ 119 h 658"/>
                <a:gd name="T40" fmla="*/ 632 w 659"/>
                <a:gd name="T41" fmla="*/ 201 h 658"/>
                <a:gd name="T42" fmla="*/ 652 w 659"/>
                <a:gd name="T43" fmla="*/ 263 h 658"/>
                <a:gd name="T44" fmla="*/ 658 w 659"/>
                <a:gd name="T45" fmla="*/ 311 h 658"/>
                <a:gd name="T46" fmla="*/ 658 w 659"/>
                <a:gd name="T47" fmla="*/ 346 h 658"/>
                <a:gd name="T48" fmla="*/ 652 w 659"/>
                <a:gd name="T49" fmla="*/ 395 h 658"/>
                <a:gd name="T50" fmla="*/ 632 w 659"/>
                <a:gd name="T51" fmla="*/ 456 h 658"/>
                <a:gd name="T52" fmla="*/ 584 w 659"/>
                <a:gd name="T53" fmla="*/ 538 h 658"/>
                <a:gd name="T54" fmla="*/ 514 w 659"/>
                <a:gd name="T55" fmla="*/ 602 h 658"/>
                <a:gd name="T56" fmla="*/ 426 w 659"/>
                <a:gd name="T57" fmla="*/ 643 h 658"/>
                <a:gd name="T58" fmla="*/ 379 w 659"/>
                <a:gd name="T59" fmla="*/ 654 h 658"/>
                <a:gd name="T60" fmla="*/ 330 w 659"/>
                <a:gd name="T61" fmla="*/ 658 h 658"/>
                <a:gd name="T62" fmla="*/ 330 w 659"/>
                <a:gd name="T63" fmla="*/ 37 h 658"/>
                <a:gd name="T64" fmla="*/ 242 w 659"/>
                <a:gd name="T65" fmla="*/ 51 h 658"/>
                <a:gd name="T66" fmla="*/ 167 w 659"/>
                <a:gd name="T67" fmla="*/ 87 h 658"/>
                <a:gd name="T68" fmla="*/ 105 w 659"/>
                <a:gd name="T69" fmla="*/ 143 h 658"/>
                <a:gd name="T70" fmla="*/ 61 w 659"/>
                <a:gd name="T71" fmla="*/ 216 h 658"/>
                <a:gd name="T72" fmla="*/ 39 w 659"/>
                <a:gd name="T73" fmla="*/ 299 h 658"/>
                <a:gd name="T74" fmla="*/ 39 w 659"/>
                <a:gd name="T75" fmla="*/ 358 h 658"/>
                <a:gd name="T76" fmla="*/ 61 w 659"/>
                <a:gd name="T77" fmla="*/ 442 h 658"/>
                <a:gd name="T78" fmla="*/ 105 w 659"/>
                <a:gd name="T79" fmla="*/ 514 h 658"/>
                <a:gd name="T80" fmla="*/ 167 w 659"/>
                <a:gd name="T81" fmla="*/ 571 h 658"/>
                <a:gd name="T82" fmla="*/ 242 w 659"/>
                <a:gd name="T83" fmla="*/ 607 h 658"/>
                <a:gd name="T84" fmla="*/ 330 w 659"/>
                <a:gd name="T85" fmla="*/ 620 h 658"/>
                <a:gd name="T86" fmla="*/ 388 w 659"/>
                <a:gd name="T87" fmla="*/ 614 h 658"/>
                <a:gd name="T88" fmla="*/ 468 w 659"/>
                <a:gd name="T89" fmla="*/ 586 h 658"/>
                <a:gd name="T90" fmla="*/ 535 w 659"/>
                <a:gd name="T91" fmla="*/ 534 h 658"/>
                <a:gd name="T92" fmla="*/ 585 w 659"/>
                <a:gd name="T93" fmla="*/ 467 h 658"/>
                <a:gd name="T94" fmla="*/ 615 w 659"/>
                <a:gd name="T95" fmla="*/ 388 h 658"/>
                <a:gd name="T96" fmla="*/ 621 w 659"/>
                <a:gd name="T97" fmla="*/ 329 h 658"/>
                <a:gd name="T98" fmla="*/ 608 w 659"/>
                <a:gd name="T99" fmla="*/ 243 h 658"/>
                <a:gd name="T100" fmla="*/ 570 w 659"/>
                <a:gd name="T101" fmla="*/ 166 h 658"/>
                <a:gd name="T102" fmla="*/ 515 w 659"/>
                <a:gd name="T103" fmla="*/ 104 h 658"/>
                <a:gd name="T104" fmla="*/ 443 w 659"/>
                <a:gd name="T105" fmla="*/ 60 h 658"/>
                <a:gd name="T106" fmla="*/ 359 w 659"/>
                <a:gd name="T107" fmla="*/ 38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9" h="658">
                  <a:moveTo>
                    <a:pt x="330" y="658"/>
                  </a:moveTo>
                  <a:lnTo>
                    <a:pt x="330" y="658"/>
                  </a:lnTo>
                  <a:lnTo>
                    <a:pt x="312" y="657"/>
                  </a:lnTo>
                  <a:lnTo>
                    <a:pt x="296" y="655"/>
                  </a:lnTo>
                  <a:lnTo>
                    <a:pt x="280" y="654"/>
                  </a:lnTo>
                  <a:lnTo>
                    <a:pt x="263" y="651"/>
                  </a:lnTo>
                  <a:lnTo>
                    <a:pt x="248" y="647"/>
                  </a:lnTo>
                  <a:lnTo>
                    <a:pt x="232" y="643"/>
                  </a:lnTo>
                  <a:lnTo>
                    <a:pt x="202" y="631"/>
                  </a:lnTo>
                  <a:lnTo>
                    <a:pt x="172" y="618"/>
                  </a:lnTo>
                  <a:lnTo>
                    <a:pt x="146" y="602"/>
                  </a:lnTo>
                  <a:lnTo>
                    <a:pt x="120" y="583"/>
                  </a:lnTo>
                  <a:lnTo>
                    <a:pt x="97" y="561"/>
                  </a:lnTo>
                  <a:lnTo>
                    <a:pt x="76" y="538"/>
                  </a:lnTo>
                  <a:lnTo>
                    <a:pt x="57" y="513"/>
                  </a:lnTo>
                  <a:lnTo>
                    <a:pt x="41" y="486"/>
                  </a:lnTo>
                  <a:lnTo>
                    <a:pt x="26" y="456"/>
                  </a:lnTo>
                  <a:lnTo>
                    <a:pt x="15" y="427"/>
                  </a:lnTo>
                  <a:lnTo>
                    <a:pt x="11" y="411"/>
                  </a:lnTo>
                  <a:lnTo>
                    <a:pt x="7" y="395"/>
                  </a:lnTo>
                  <a:lnTo>
                    <a:pt x="4" y="379"/>
                  </a:lnTo>
                  <a:lnTo>
                    <a:pt x="2" y="362"/>
                  </a:lnTo>
                  <a:lnTo>
                    <a:pt x="0" y="346"/>
                  </a:lnTo>
                  <a:lnTo>
                    <a:pt x="0" y="329"/>
                  </a:lnTo>
                  <a:lnTo>
                    <a:pt x="0" y="329"/>
                  </a:lnTo>
                  <a:lnTo>
                    <a:pt x="0" y="311"/>
                  </a:lnTo>
                  <a:lnTo>
                    <a:pt x="2" y="295"/>
                  </a:lnTo>
                  <a:lnTo>
                    <a:pt x="4" y="279"/>
                  </a:lnTo>
                  <a:lnTo>
                    <a:pt x="7" y="263"/>
                  </a:lnTo>
                  <a:lnTo>
                    <a:pt x="11" y="247"/>
                  </a:lnTo>
                  <a:lnTo>
                    <a:pt x="15" y="231"/>
                  </a:lnTo>
                  <a:lnTo>
                    <a:pt x="26" y="201"/>
                  </a:lnTo>
                  <a:lnTo>
                    <a:pt x="41" y="172"/>
                  </a:lnTo>
                  <a:lnTo>
                    <a:pt x="57" y="145"/>
                  </a:lnTo>
                  <a:lnTo>
                    <a:pt x="76" y="119"/>
                  </a:lnTo>
                  <a:lnTo>
                    <a:pt x="97" y="96"/>
                  </a:lnTo>
                  <a:lnTo>
                    <a:pt x="120" y="75"/>
                  </a:lnTo>
                  <a:lnTo>
                    <a:pt x="146" y="56"/>
                  </a:lnTo>
                  <a:lnTo>
                    <a:pt x="172" y="40"/>
                  </a:lnTo>
                  <a:lnTo>
                    <a:pt x="202" y="25"/>
                  </a:lnTo>
                  <a:lnTo>
                    <a:pt x="232" y="14"/>
                  </a:lnTo>
                  <a:lnTo>
                    <a:pt x="248" y="10"/>
                  </a:lnTo>
                  <a:lnTo>
                    <a:pt x="263" y="6"/>
                  </a:lnTo>
                  <a:lnTo>
                    <a:pt x="280" y="4"/>
                  </a:lnTo>
                  <a:lnTo>
                    <a:pt x="296" y="1"/>
                  </a:lnTo>
                  <a:lnTo>
                    <a:pt x="312" y="0"/>
                  </a:lnTo>
                  <a:lnTo>
                    <a:pt x="330" y="0"/>
                  </a:lnTo>
                  <a:lnTo>
                    <a:pt x="330" y="0"/>
                  </a:lnTo>
                  <a:lnTo>
                    <a:pt x="346" y="0"/>
                  </a:lnTo>
                  <a:lnTo>
                    <a:pt x="363" y="1"/>
                  </a:lnTo>
                  <a:lnTo>
                    <a:pt x="379" y="4"/>
                  </a:lnTo>
                  <a:lnTo>
                    <a:pt x="396" y="6"/>
                  </a:lnTo>
                  <a:lnTo>
                    <a:pt x="412" y="10"/>
                  </a:lnTo>
                  <a:lnTo>
                    <a:pt x="426" y="14"/>
                  </a:lnTo>
                  <a:lnTo>
                    <a:pt x="457" y="25"/>
                  </a:lnTo>
                  <a:lnTo>
                    <a:pt x="486" y="40"/>
                  </a:lnTo>
                  <a:lnTo>
                    <a:pt x="514" y="56"/>
                  </a:lnTo>
                  <a:lnTo>
                    <a:pt x="538" y="75"/>
                  </a:lnTo>
                  <a:lnTo>
                    <a:pt x="562" y="96"/>
                  </a:lnTo>
                  <a:lnTo>
                    <a:pt x="584" y="119"/>
                  </a:lnTo>
                  <a:lnTo>
                    <a:pt x="603" y="145"/>
                  </a:lnTo>
                  <a:lnTo>
                    <a:pt x="619" y="172"/>
                  </a:lnTo>
                  <a:lnTo>
                    <a:pt x="632" y="201"/>
                  </a:lnTo>
                  <a:lnTo>
                    <a:pt x="644" y="231"/>
                  </a:lnTo>
                  <a:lnTo>
                    <a:pt x="648" y="247"/>
                  </a:lnTo>
                  <a:lnTo>
                    <a:pt x="652" y="263"/>
                  </a:lnTo>
                  <a:lnTo>
                    <a:pt x="655" y="279"/>
                  </a:lnTo>
                  <a:lnTo>
                    <a:pt x="656" y="295"/>
                  </a:lnTo>
                  <a:lnTo>
                    <a:pt x="658" y="311"/>
                  </a:lnTo>
                  <a:lnTo>
                    <a:pt x="659" y="329"/>
                  </a:lnTo>
                  <a:lnTo>
                    <a:pt x="659" y="329"/>
                  </a:lnTo>
                  <a:lnTo>
                    <a:pt x="658" y="346"/>
                  </a:lnTo>
                  <a:lnTo>
                    <a:pt x="656" y="362"/>
                  </a:lnTo>
                  <a:lnTo>
                    <a:pt x="655" y="379"/>
                  </a:lnTo>
                  <a:lnTo>
                    <a:pt x="652" y="395"/>
                  </a:lnTo>
                  <a:lnTo>
                    <a:pt x="648" y="411"/>
                  </a:lnTo>
                  <a:lnTo>
                    <a:pt x="644" y="427"/>
                  </a:lnTo>
                  <a:lnTo>
                    <a:pt x="632" y="456"/>
                  </a:lnTo>
                  <a:lnTo>
                    <a:pt x="619" y="486"/>
                  </a:lnTo>
                  <a:lnTo>
                    <a:pt x="603" y="513"/>
                  </a:lnTo>
                  <a:lnTo>
                    <a:pt x="584" y="538"/>
                  </a:lnTo>
                  <a:lnTo>
                    <a:pt x="562" y="561"/>
                  </a:lnTo>
                  <a:lnTo>
                    <a:pt x="538" y="583"/>
                  </a:lnTo>
                  <a:lnTo>
                    <a:pt x="514" y="602"/>
                  </a:lnTo>
                  <a:lnTo>
                    <a:pt x="486" y="618"/>
                  </a:lnTo>
                  <a:lnTo>
                    <a:pt x="457" y="631"/>
                  </a:lnTo>
                  <a:lnTo>
                    <a:pt x="426" y="643"/>
                  </a:lnTo>
                  <a:lnTo>
                    <a:pt x="412" y="647"/>
                  </a:lnTo>
                  <a:lnTo>
                    <a:pt x="396" y="651"/>
                  </a:lnTo>
                  <a:lnTo>
                    <a:pt x="379" y="654"/>
                  </a:lnTo>
                  <a:lnTo>
                    <a:pt x="363" y="655"/>
                  </a:lnTo>
                  <a:lnTo>
                    <a:pt x="346" y="657"/>
                  </a:lnTo>
                  <a:lnTo>
                    <a:pt x="330" y="658"/>
                  </a:lnTo>
                  <a:lnTo>
                    <a:pt x="330" y="658"/>
                  </a:lnTo>
                  <a:close/>
                  <a:moveTo>
                    <a:pt x="330" y="37"/>
                  </a:moveTo>
                  <a:lnTo>
                    <a:pt x="330" y="37"/>
                  </a:lnTo>
                  <a:lnTo>
                    <a:pt x="300" y="38"/>
                  </a:lnTo>
                  <a:lnTo>
                    <a:pt x="271" y="44"/>
                  </a:lnTo>
                  <a:lnTo>
                    <a:pt x="242" y="51"/>
                  </a:lnTo>
                  <a:lnTo>
                    <a:pt x="215" y="60"/>
                  </a:lnTo>
                  <a:lnTo>
                    <a:pt x="191" y="72"/>
                  </a:lnTo>
                  <a:lnTo>
                    <a:pt x="167" y="87"/>
                  </a:lnTo>
                  <a:lnTo>
                    <a:pt x="144" y="104"/>
                  </a:lnTo>
                  <a:lnTo>
                    <a:pt x="124" y="123"/>
                  </a:lnTo>
                  <a:lnTo>
                    <a:pt x="105" y="143"/>
                  </a:lnTo>
                  <a:lnTo>
                    <a:pt x="88" y="166"/>
                  </a:lnTo>
                  <a:lnTo>
                    <a:pt x="73" y="190"/>
                  </a:lnTo>
                  <a:lnTo>
                    <a:pt x="61" y="216"/>
                  </a:lnTo>
                  <a:lnTo>
                    <a:pt x="52" y="243"/>
                  </a:lnTo>
                  <a:lnTo>
                    <a:pt x="43" y="270"/>
                  </a:lnTo>
                  <a:lnTo>
                    <a:pt x="39" y="299"/>
                  </a:lnTo>
                  <a:lnTo>
                    <a:pt x="38" y="329"/>
                  </a:lnTo>
                  <a:lnTo>
                    <a:pt x="38" y="329"/>
                  </a:lnTo>
                  <a:lnTo>
                    <a:pt x="39" y="358"/>
                  </a:lnTo>
                  <a:lnTo>
                    <a:pt x="43" y="388"/>
                  </a:lnTo>
                  <a:lnTo>
                    <a:pt x="52" y="415"/>
                  </a:lnTo>
                  <a:lnTo>
                    <a:pt x="61" y="442"/>
                  </a:lnTo>
                  <a:lnTo>
                    <a:pt x="73" y="467"/>
                  </a:lnTo>
                  <a:lnTo>
                    <a:pt x="88" y="491"/>
                  </a:lnTo>
                  <a:lnTo>
                    <a:pt x="105" y="514"/>
                  </a:lnTo>
                  <a:lnTo>
                    <a:pt x="124" y="534"/>
                  </a:lnTo>
                  <a:lnTo>
                    <a:pt x="144" y="553"/>
                  </a:lnTo>
                  <a:lnTo>
                    <a:pt x="167" y="571"/>
                  </a:lnTo>
                  <a:lnTo>
                    <a:pt x="191" y="586"/>
                  </a:lnTo>
                  <a:lnTo>
                    <a:pt x="215" y="598"/>
                  </a:lnTo>
                  <a:lnTo>
                    <a:pt x="242" y="607"/>
                  </a:lnTo>
                  <a:lnTo>
                    <a:pt x="271" y="614"/>
                  </a:lnTo>
                  <a:lnTo>
                    <a:pt x="300" y="619"/>
                  </a:lnTo>
                  <a:lnTo>
                    <a:pt x="330" y="620"/>
                  </a:lnTo>
                  <a:lnTo>
                    <a:pt x="330" y="620"/>
                  </a:lnTo>
                  <a:lnTo>
                    <a:pt x="359" y="619"/>
                  </a:lnTo>
                  <a:lnTo>
                    <a:pt x="388" y="614"/>
                  </a:lnTo>
                  <a:lnTo>
                    <a:pt x="416" y="607"/>
                  </a:lnTo>
                  <a:lnTo>
                    <a:pt x="443" y="598"/>
                  </a:lnTo>
                  <a:lnTo>
                    <a:pt x="468" y="586"/>
                  </a:lnTo>
                  <a:lnTo>
                    <a:pt x="492" y="571"/>
                  </a:lnTo>
                  <a:lnTo>
                    <a:pt x="515" y="553"/>
                  </a:lnTo>
                  <a:lnTo>
                    <a:pt x="535" y="534"/>
                  </a:lnTo>
                  <a:lnTo>
                    <a:pt x="554" y="514"/>
                  </a:lnTo>
                  <a:lnTo>
                    <a:pt x="570" y="491"/>
                  </a:lnTo>
                  <a:lnTo>
                    <a:pt x="585" y="467"/>
                  </a:lnTo>
                  <a:lnTo>
                    <a:pt x="597" y="442"/>
                  </a:lnTo>
                  <a:lnTo>
                    <a:pt x="608" y="415"/>
                  </a:lnTo>
                  <a:lnTo>
                    <a:pt x="615" y="388"/>
                  </a:lnTo>
                  <a:lnTo>
                    <a:pt x="619" y="358"/>
                  </a:lnTo>
                  <a:lnTo>
                    <a:pt x="621" y="329"/>
                  </a:lnTo>
                  <a:lnTo>
                    <a:pt x="621" y="329"/>
                  </a:lnTo>
                  <a:lnTo>
                    <a:pt x="619" y="299"/>
                  </a:lnTo>
                  <a:lnTo>
                    <a:pt x="615" y="270"/>
                  </a:lnTo>
                  <a:lnTo>
                    <a:pt x="608" y="243"/>
                  </a:lnTo>
                  <a:lnTo>
                    <a:pt x="597" y="216"/>
                  </a:lnTo>
                  <a:lnTo>
                    <a:pt x="585" y="190"/>
                  </a:lnTo>
                  <a:lnTo>
                    <a:pt x="570" y="166"/>
                  </a:lnTo>
                  <a:lnTo>
                    <a:pt x="554" y="143"/>
                  </a:lnTo>
                  <a:lnTo>
                    <a:pt x="535" y="123"/>
                  </a:lnTo>
                  <a:lnTo>
                    <a:pt x="515" y="104"/>
                  </a:lnTo>
                  <a:lnTo>
                    <a:pt x="492" y="87"/>
                  </a:lnTo>
                  <a:lnTo>
                    <a:pt x="468" y="72"/>
                  </a:lnTo>
                  <a:lnTo>
                    <a:pt x="443" y="60"/>
                  </a:lnTo>
                  <a:lnTo>
                    <a:pt x="416" y="51"/>
                  </a:lnTo>
                  <a:lnTo>
                    <a:pt x="388" y="44"/>
                  </a:lnTo>
                  <a:lnTo>
                    <a:pt x="359" y="38"/>
                  </a:lnTo>
                  <a:lnTo>
                    <a:pt x="330" y="37"/>
                  </a:lnTo>
                  <a:lnTo>
                    <a:pt x="33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F6FC6">
                    <a:lumMod val="50000"/>
                  </a:srgbClr>
                </a:solidFill>
                <a:effectLst/>
                <a:uLnTx/>
                <a:uFillTx/>
                <a:latin typeface="Arial" panose="020B0604020202020204" pitchFamily="34" charset="0"/>
                <a:cs typeface="Arial" panose="020B0604020202020204" pitchFamily="34" charset="0"/>
              </a:endParaRPr>
            </a:p>
          </p:txBody>
        </p:sp>
        <p:sp>
          <p:nvSpPr>
            <p:cNvPr id="23" name="Freeform 327">
              <a:extLst>
                <a:ext uri="{FF2B5EF4-FFF2-40B4-BE49-F238E27FC236}">
                  <a16:creationId xmlns:a16="http://schemas.microsoft.com/office/drawing/2014/main" id="{6A8BC4C7-7D58-4703-BB9C-F0B7DFF21179}"/>
                </a:ext>
              </a:extLst>
            </p:cNvPr>
            <p:cNvSpPr>
              <a:spLocks/>
            </p:cNvSpPr>
            <p:nvPr/>
          </p:nvSpPr>
          <p:spPr bwMode="auto">
            <a:xfrm>
              <a:off x="11260138" y="4337685"/>
              <a:ext cx="66675" cy="66675"/>
            </a:xfrm>
            <a:custGeom>
              <a:avLst/>
              <a:gdLst>
                <a:gd name="T0" fmla="*/ 2 w 85"/>
                <a:gd name="T1" fmla="*/ 81 h 85"/>
                <a:gd name="T2" fmla="*/ 2 w 85"/>
                <a:gd name="T3" fmla="*/ 81 h 85"/>
                <a:gd name="T4" fmla="*/ 4 w 85"/>
                <a:gd name="T5" fmla="*/ 84 h 85"/>
                <a:gd name="T6" fmla="*/ 7 w 85"/>
                <a:gd name="T7" fmla="*/ 84 h 85"/>
                <a:gd name="T8" fmla="*/ 7 w 85"/>
                <a:gd name="T9" fmla="*/ 84 h 85"/>
                <a:gd name="T10" fmla="*/ 8 w 85"/>
                <a:gd name="T11" fmla="*/ 85 h 85"/>
                <a:gd name="T12" fmla="*/ 8 w 85"/>
                <a:gd name="T13" fmla="*/ 85 h 85"/>
                <a:gd name="T14" fmla="*/ 11 w 85"/>
                <a:gd name="T15" fmla="*/ 84 h 85"/>
                <a:gd name="T16" fmla="*/ 14 w 85"/>
                <a:gd name="T17" fmla="*/ 82 h 85"/>
                <a:gd name="T18" fmla="*/ 16 w 85"/>
                <a:gd name="T19" fmla="*/ 80 h 85"/>
                <a:gd name="T20" fmla="*/ 16 w 85"/>
                <a:gd name="T21" fmla="*/ 77 h 85"/>
                <a:gd name="T22" fmla="*/ 16 w 85"/>
                <a:gd name="T23" fmla="*/ 77 h 85"/>
                <a:gd name="T24" fmla="*/ 19 w 85"/>
                <a:gd name="T25" fmla="*/ 66 h 85"/>
                <a:gd name="T26" fmla="*/ 24 w 85"/>
                <a:gd name="T27" fmla="*/ 56 h 85"/>
                <a:gd name="T28" fmla="*/ 30 w 85"/>
                <a:gd name="T29" fmla="*/ 46 h 85"/>
                <a:gd name="T30" fmla="*/ 37 w 85"/>
                <a:gd name="T31" fmla="*/ 37 h 85"/>
                <a:gd name="T32" fmla="*/ 46 w 85"/>
                <a:gd name="T33" fmla="*/ 30 h 85"/>
                <a:gd name="T34" fmla="*/ 55 w 85"/>
                <a:gd name="T35" fmla="*/ 23 h 85"/>
                <a:gd name="T36" fmla="*/ 66 w 85"/>
                <a:gd name="T37" fmla="*/ 19 h 85"/>
                <a:gd name="T38" fmla="*/ 77 w 85"/>
                <a:gd name="T39" fmla="*/ 17 h 85"/>
                <a:gd name="T40" fmla="*/ 77 w 85"/>
                <a:gd name="T41" fmla="*/ 17 h 85"/>
                <a:gd name="T42" fmla="*/ 81 w 85"/>
                <a:gd name="T43" fmla="*/ 15 h 85"/>
                <a:gd name="T44" fmla="*/ 82 w 85"/>
                <a:gd name="T45" fmla="*/ 14 h 85"/>
                <a:gd name="T46" fmla="*/ 82 w 85"/>
                <a:gd name="T47" fmla="*/ 14 h 85"/>
                <a:gd name="T48" fmla="*/ 84 w 85"/>
                <a:gd name="T49" fmla="*/ 10 h 85"/>
                <a:gd name="T50" fmla="*/ 85 w 85"/>
                <a:gd name="T51" fmla="*/ 7 h 85"/>
                <a:gd name="T52" fmla="*/ 85 w 85"/>
                <a:gd name="T53" fmla="*/ 7 h 85"/>
                <a:gd name="T54" fmla="*/ 84 w 85"/>
                <a:gd name="T55" fmla="*/ 4 h 85"/>
                <a:gd name="T56" fmla="*/ 81 w 85"/>
                <a:gd name="T57" fmla="*/ 2 h 85"/>
                <a:gd name="T58" fmla="*/ 78 w 85"/>
                <a:gd name="T59" fmla="*/ 0 h 85"/>
                <a:gd name="T60" fmla="*/ 74 w 85"/>
                <a:gd name="T61" fmla="*/ 0 h 85"/>
                <a:gd name="T62" fmla="*/ 74 w 85"/>
                <a:gd name="T63" fmla="*/ 0 h 85"/>
                <a:gd name="T64" fmla="*/ 61 w 85"/>
                <a:gd name="T65" fmla="*/ 3 h 85"/>
                <a:gd name="T66" fmla="*/ 47 w 85"/>
                <a:gd name="T67" fmla="*/ 8 h 85"/>
                <a:gd name="T68" fmla="*/ 35 w 85"/>
                <a:gd name="T69" fmla="*/ 15 h 85"/>
                <a:gd name="T70" fmla="*/ 24 w 85"/>
                <a:gd name="T71" fmla="*/ 25 h 85"/>
                <a:gd name="T72" fmla="*/ 16 w 85"/>
                <a:gd name="T73" fmla="*/ 35 h 85"/>
                <a:gd name="T74" fmla="*/ 8 w 85"/>
                <a:gd name="T75" fmla="*/ 47 h 85"/>
                <a:gd name="T76" fmla="*/ 3 w 85"/>
                <a:gd name="T77" fmla="*/ 61 h 85"/>
                <a:gd name="T78" fmla="*/ 0 w 85"/>
                <a:gd name="T79" fmla="*/ 74 h 85"/>
                <a:gd name="T80" fmla="*/ 0 w 85"/>
                <a:gd name="T81" fmla="*/ 74 h 85"/>
                <a:gd name="T82" fmla="*/ 0 w 85"/>
                <a:gd name="T83" fmla="*/ 78 h 85"/>
                <a:gd name="T84" fmla="*/ 2 w 85"/>
                <a:gd name="T85" fmla="*/ 81 h 85"/>
                <a:gd name="T86" fmla="*/ 2 w 85"/>
                <a:gd name="T87" fmla="*/ 81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 h="85">
                  <a:moveTo>
                    <a:pt x="2" y="81"/>
                  </a:moveTo>
                  <a:lnTo>
                    <a:pt x="2" y="81"/>
                  </a:lnTo>
                  <a:lnTo>
                    <a:pt x="4" y="84"/>
                  </a:lnTo>
                  <a:lnTo>
                    <a:pt x="7" y="84"/>
                  </a:lnTo>
                  <a:lnTo>
                    <a:pt x="7" y="84"/>
                  </a:lnTo>
                  <a:lnTo>
                    <a:pt x="8" y="85"/>
                  </a:lnTo>
                  <a:lnTo>
                    <a:pt x="8" y="85"/>
                  </a:lnTo>
                  <a:lnTo>
                    <a:pt x="11" y="84"/>
                  </a:lnTo>
                  <a:lnTo>
                    <a:pt x="14" y="82"/>
                  </a:lnTo>
                  <a:lnTo>
                    <a:pt x="16" y="80"/>
                  </a:lnTo>
                  <a:lnTo>
                    <a:pt x="16" y="77"/>
                  </a:lnTo>
                  <a:lnTo>
                    <a:pt x="16" y="77"/>
                  </a:lnTo>
                  <a:lnTo>
                    <a:pt x="19" y="66"/>
                  </a:lnTo>
                  <a:lnTo>
                    <a:pt x="24" y="56"/>
                  </a:lnTo>
                  <a:lnTo>
                    <a:pt x="30" y="46"/>
                  </a:lnTo>
                  <a:lnTo>
                    <a:pt x="37" y="37"/>
                  </a:lnTo>
                  <a:lnTo>
                    <a:pt x="46" y="30"/>
                  </a:lnTo>
                  <a:lnTo>
                    <a:pt x="55" y="23"/>
                  </a:lnTo>
                  <a:lnTo>
                    <a:pt x="66" y="19"/>
                  </a:lnTo>
                  <a:lnTo>
                    <a:pt x="77" y="17"/>
                  </a:lnTo>
                  <a:lnTo>
                    <a:pt x="77" y="17"/>
                  </a:lnTo>
                  <a:lnTo>
                    <a:pt x="81" y="15"/>
                  </a:lnTo>
                  <a:lnTo>
                    <a:pt x="82" y="14"/>
                  </a:lnTo>
                  <a:lnTo>
                    <a:pt x="82" y="14"/>
                  </a:lnTo>
                  <a:lnTo>
                    <a:pt x="84" y="10"/>
                  </a:lnTo>
                  <a:lnTo>
                    <a:pt x="85" y="7"/>
                  </a:lnTo>
                  <a:lnTo>
                    <a:pt x="85" y="7"/>
                  </a:lnTo>
                  <a:lnTo>
                    <a:pt x="84" y="4"/>
                  </a:lnTo>
                  <a:lnTo>
                    <a:pt x="81" y="2"/>
                  </a:lnTo>
                  <a:lnTo>
                    <a:pt x="78" y="0"/>
                  </a:lnTo>
                  <a:lnTo>
                    <a:pt x="74" y="0"/>
                  </a:lnTo>
                  <a:lnTo>
                    <a:pt x="74" y="0"/>
                  </a:lnTo>
                  <a:lnTo>
                    <a:pt x="61" y="3"/>
                  </a:lnTo>
                  <a:lnTo>
                    <a:pt x="47" y="8"/>
                  </a:lnTo>
                  <a:lnTo>
                    <a:pt x="35" y="15"/>
                  </a:lnTo>
                  <a:lnTo>
                    <a:pt x="24" y="25"/>
                  </a:lnTo>
                  <a:lnTo>
                    <a:pt x="16" y="35"/>
                  </a:lnTo>
                  <a:lnTo>
                    <a:pt x="8" y="47"/>
                  </a:lnTo>
                  <a:lnTo>
                    <a:pt x="3" y="61"/>
                  </a:lnTo>
                  <a:lnTo>
                    <a:pt x="0" y="74"/>
                  </a:lnTo>
                  <a:lnTo>
                    <a:pt x="0" y="74"/>
                  </a:lnTo>
                  <a:lnTo>
                    <a:pt x="0" y="78"/>
                  </a:lnTo>
                  <a:lnTo>
                    <a:pt x="2" y="81"/>
                  </a:lnTo>
                  <a:lnTo>
                    <a:pt x="2" y="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F6FC6">
                    <a:lumMod val="50000"/>
                  </a:srgbClr>
                </a:solidFill>
                <a:effectLst/>
                <a:uLnTx/>
                <a:uFillTx/>
                <a:latin typeface="Arial" panose="020B0604020202020204" pitchFamily="34" charset="0"/>
                <a:cs typeface="Arial" panose="020B0604020202020204" pitchFamily="34" charset="0"/>
              </a:endParaRPr>
            </a:p>
          </p:txBody>
        </p:sp>
        <p:sp>
          <p:nvSpPr>
            <p:cNvPr id="24" name="Freeform 328">
              <a:extLst>
                <a:ext uri="{FF2B5EF4-FFF2-40B4-BE49-F238E27FC236}">
                  <a16:creationId xmlns:a16="http://schemas.microsoft.com/office/drawing/2014/main" id="{096A7D54-E97E-46C5-8F21-55223F5EBED9}"/>
                </a:ext>
              </a:extLst>
            </p:cNvPr>
            <p:cNvSpPr>
              <a:spLocks noEditPoints="1"/>
            </p:cNvSpPr>
            <p:nvPr/>
          </p:nvSpPr>
          <p:spPr bwMode="auto">
            <a:xfrm>
              <a:off x="11223626" y="4299585"/>
              <a:ext cx="284163" cy="285750"/>
            </a:xfrm>
            <a:custGeom>
              <a:avLst/>
              <a:gdLst>
                <a:gd name="T0" fmla="*/ 270 w 359"/>
                <a:gd name="T1" fmla="*/ 234 h 359"/>
                <a:gd name="T2" fmla="*/ 265 w 359"/>
                <a:gd name="T3" fmla="*/ 232 h 359"/>
                <a:gd name="T4" fmla="*/ 261 w 359"/>
                <a:gd name="T5" fmla="*/ 233 h 359"/>
                <a:gd name="T6" fmla="*/ 237 w 359"/>
                <a:gd name="T7" fmla="*/ 221 h 359"/>
                <a:gd name="T8" fmla="*/ 250 w 359"/>
                <a:gd name="T9" fmla="*/ 201 h 359"/>
                <a:gd name="T10" fmla="*/ 264 w 359"/>
                <a:gd name="T11" fmla="*/ 168 h 359"/>
                <a:gd name="T12" fmla="*/ 268 w 359"/>
                <a:gd name="T13" fmla="*/ 135 h 359"/>
                <a:gd name="T14" fmla="*/ 265 w 359"/>
                <a:gd name="T15" fmla="*/ 108 h 359"/>
                <a:gd name="T16" fmla="*/ 252 w 359"/>
                <a:gd name="T17" fmla="*/ 70 h 359"/>
                <a:gd name="T18" fmla="*/ 229 w 359"/>
                <a:gd name="T19" fmla="*/ 39 h 359"/>
                <a:gd name="T20" fmla="*/ 198 w 359"/>
                <a:gd name="T21" fmla="*/ 16 h 359"/>
                <a:gd name="T22" fmla="*/ 161 w 359"/>
                <a:gd name="T23" fmla="*/ 3 h 359"/>
                <a:gd name="T24" fmla="*/ 135 w 359"/>
                <a:gd name="T25" fmla="*/ 0 h 359"/>
                <a:gd name="T26" fmla="*/ 94 w 359"/>
                <a:gd name="T27" fmla="*/ 6 h 359"/>
                <a:gd name="T28" fmla="*/ 59 w 359"/>
                <a:gd name="T29" fmla="*/ 23 h 359"/>
                <a:gd name="T30" fmla="*/ 31 w 359"/>
                <a:gd name="T31" fmla="*/ 49 h 359"/>
                <a:gd name="T32" fmla="*/ 11 w 359"/>
                <a:gd name="T33" fmla="*/ 82 h 359"/>
                <a:gd name="T34" fmla="*/ 2 w 359"/>
                <a:gd name="T35" fmla="*/ 120 h 359"/>
                <a:gd name="T36" fmla="*/ 2 w 359"/>
                <a:gd name="T37" fmla="*/ 148 h 359"/>
                <a:gd name="T38" fmla="*/ 11 w 359"/>
                <a:gd name="T39" fmla="*/ 186 h 359"/>
                <a:gd name="T40" fmla="*/ 31 w 359"/>
                <a:gd name="T41" fmla="*/ 219 h 359"/>
                <a:gd name="T42" fmla="*/ 59 w 359"/>
                <a:gd name="T43" fmla="*/ 245 h 359"/>
                <a:gd name="T44" fmla="*/ 94 w 359"/>
                <a:gd name="T45" fmla="*/ 262 h 359"/>
                <a:gd name="T46" fmla="*/ 135 w 359"/>
                <a:gd name="T47" fmla="*/ 268 h 359"/>
                <a:gd name="T48" fmla="*/ 157 w 359"/>
                <a:gd name="T49" fmla="*/ 266 h 359"/>
                <a:gd name="T50" fmla="*/ 191 w 359"/>
                <a:gd name="T51" fmla="*/ 256 h 359"/>
                <a:gd name="T52" fmla="*/ 221 w 359"/>
                <a:gd name="T53" fmla="*/ 237 h 359"/>
                <a:gd name="T54" fmla="*/ 234 w 359"/>
                <a:gd name="T55" fmla="*/ 258 h 359"/>
                <a:gd name="T56" fmla="*/ 231 w 359"/>
                <a:gd name="T57" fmla="*/ 265 h 359"/>
                <a:gd name="T58" fmla="*/ 320 w 359"/>
                <a:gd name="T59" fmla="*/ 357 h 359"/>
                <a:gd name="T60" fmla="*/ 327 w 359"/>
                <a:gd name="T61" fmla="*/ 359 h 359"/>
                <a:gd name="T62" fmla="*/ 327 w 359"/>
                <a:gd name="T63" fmla="*/ 359 h 359"/>
                <a:gd name="T64" fmla="*/ 356 w 359"/>
                <a:gd name="T65" fmla="*/ 332 h 359"/>
                <a:gd name="T66" fmla="*/ 359 w 359"/>
                <a:gd name="T67" fmla="*/ 327 h 359"/>
                <a:gd name="T68" fmla="*/ 356 w 359"/>
                <a:gd name="T69" fmla="*/ 320 h 359"/>
                <a:gd name="T70" fmla="*/ 135 w 359"/>
                <a:gd name="T71" fmla="*/ 18 h 359"/>
                <a:gd name="T72" fmla="*/ 168 w 359"/>
                <a:gd name="T73" fmla="*/ 23 h 359"/>
                <a:gd name="T74" fmla="*/ 199 w 359"/>
                <a:gd name="T75" fmla="*/ 38 h 359"/>
                <a:gd name="T76" fmla="*/ 225 w 359"/>
                <a:gd name="T77" fmla="*/ 59 h 359"/>
                <a:gd name="T78" fmla="*/ 242 w 359"/>
                <a:gd name="T79" fmla="*/ 89 h 359"/>
                <a:gd name="T80" fmla="*/ 250 w 359"/>
                <a:gd name="T81" fmla="*/ 123 h 359"/>
                <a:gd name="T82" fmla="*/ 250 w 359"/>
                <a:gd name="T83" fmla="*/ 146 h 359"/>
                <a:gd name="T84" fmla="*/ 242 w 359"/>
                <a:gd name="T85" fmla="*/ 179 h 359"/>
                <a:gd name="T86" fmla="*/ 225 w 359"/>
                <a:gd name="T87" fmla="*/ 209 h 359"/>
                <a:gd name="T88" fmla="*/ 199 w 359"/>
                <a:gd name="T89" fmla="*/ 230 h 359"/>
                <a:gd name="T90" fmla="*/ 168 w 359"/>
                <a:gd name="T91" fmla="*/ 245 h 359"/>
                <a:gd name="T92" fmla="*/ 135 w 359"/>
                <a:gd name="T93" fmla="*/ 250 h 359"/>
                <a:gd name="T94" fmla="*/ 110 w 359"/>
                <a:gd name="T95" fmla="*/ 249 h 359"/>
                <a:gd name="T96" fmla="*/ 78 w 359"/>
                <a:gd name="T97" fmla="*/ 237 h 359"/>
                <a:gd name="T98" fmla="*/ 51 w 359"/>
                <a:gd name="T99" fmla="*/ 217 h 359"/>
                <a:gd name="T100" fmla="*/ 31 w 359"/>
                <a:gd name="T101" fmla="*/ 190 h 359"/>
                <a:gd name="T102" fmla="*/ 20 w 359"/>
                <a:gd name="T103" fmla="*/ 158 h 359"/>
                <a:gd name="T104" fmla="*/ 18 w 359"/>
                <a:gd name="T105" fmla="*/ 135 h 359"/>
                <a:gd name="T106" fmla="*/ 23 w 359"/>
                <a:gd name="T107" fmla="*/ 100 h 359"/>
                <a:gd name="T108" fmla="*/ 38 w 359"/>
                <a:gd name="T109" fmla="*/ 69 h 359"/>
                <a:gd name="T110" fmla="*/ 61 w 359"/>
                <a:gd name="T111" fmla="*/ 45 h 359"/>
                <a:gd name="T112" fmla="*/ 89 w 359"/>
                <a:gd name="T113" fmla="*/ 27 h 359"/>
                <a:gd name="T114" fmla="*/ 122 w 359"/>
                <a:gd name="T115" fmla="*/ 18 h 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59" h="359">
                  <a:moveTo>
                    <a:pt x="356" y="320"/>
                  </a:moveTo>
                  <a:lnTo>
                    <a:pt x="270" y="234"/>
                  </a:lnTo>
                  <a:lnTo>
                    <a:pt x="270" y="234"/>
                  </a:lnTo>
                  <a:lnTo>
                    <a:pt x="268" y="233"/>
                  </a:lnTo>
                  <a:lnTo>
                    <a:pt x="265" y="232"/>
                  </a:lnTo>
                  <a:lnTo>
                    <a:pt x="265" y="232"/>
                  </a:lnTo>
                  <a:lnTo>
                    <a:pt x="265" y="232"/>
                  </a:lnTo>
                  <a:lnTo>
                    <a:pt x="265" y="232"/>
                  </a:lnTo>
                  <a:lnTo>
                    <a:pt x="261" y="233"/>
                  </a:lnTo>
                  <a:lnTo>
                    <a:pt x="258" y="234"/>
                  </a:lnTo>
                  <a:lnTo>
                    <a:pt x="254" y="238"/>
                  </a:lnTo>
                  <a:lnTo>
                    <a:pt x="237" y="221"/>
                  </a:lnTo>
                  <a:lnTo>
                    <a:pt x="237" y="221"/>
                  </a:lnTo>
                  <a:lnTo>
                    <a:pt x="243" y="211"/>
                  </a:lnTo>
                  <a:lnTo>
                    <a:pt x="250" y="201"/>
                  </a:lnTo>
                  <a:lnTo>
                    <a:pt x="256" y="191"/>
                  </a:lnTo>
                  <a:lnTo>
                    <a:pt x="260" y="180"/>
                  </a:lnTo>
                  <a:lnTo>
                    <a:pt x="264" y="168"/>
                  </a:lnTo>
                  <a:lnTo>
                    <a:pt x="266" y="158"/>
                  </a:lnTo>
                  <a:lnTo>
                    <a:pt x="268" y="146"/>
                  </a:lnTo>
                  <a:lnTo>
                    <a:pt x="268" y="135"/>
                  </a:lnTo>
                  <a:lnTo>
                    <a:pt x="268" y="135"/>
                  </a:lnTo>
                  <a:lnTo>
                    <a:pt x="268" y="120"/>
                  </a:lnTo>
                  <a:lnTo>
                    <a:pt x="265" y="108"/>
                  </a:lnTo>
                  <a:lnTo>
                    <a:pt x="262" y="94"/>
                  </a:lnTo>
                  <a:lnTo>
                    <a:pt x="257" y="82"/>
                  </a:lnTo>
                  <a:lnTo>
                    <a:pt x="252" y="70"/>
                  </a:lnTo>
                  <a:lnTo>
                    <a:pt x="245" y="59"/>
                  </a:lnTo>
                  <a:lnTo>
                    <a:pt x="238" y="49"/>
                  </a:lnTo>
                  <a:lnTo>
                    <a:pt x="229" y="39"/>
                  </a:lnTo>
                  <a:lnTo>
                    <a:pt x="219" y="31"/>
                  </a:lnTo>
                  <a:lnTo>
                    <a:pt x="209" y="23"/>
                  </a:lnTo>
                  <a:lnTo>
                    <a:pt x="198" y="16"/>
                  </a:lnTo>
                  <a:lnTo>
                    <a:pt x="186" y="11"/>
                  </a:lnTo>
                  <a:lnTo>
                    <a:pt x="174" y="6"/>
                  </a:lnTo>
                  <a:lnTo>
                    <a:pt x="161" y="3"/>
                  </a:lnTo>
                  <a:lnTo>
                    <a:pt x="148" y="2"/>
                  </a:lnTo>
                  <a:lnTo>
                    <a:pt x="135" y="0"/>
                  </a:lnTo>
                  <a:lnTo>
                    <a:pt x="135" y="0"/>
                  </a:lnTo>
                  <a:lnTo>
                    <a:pt x="121" y="2"/>
                  </a:lnTo>
                  <a:lnTo>
                    <a:pt x="108" y="3"/>
                  </a:lnTo>
                  <a:lnTo>
                    <a:pt x="94" y="6"/>
                  </a:lnTo>
                  <a:lnTo>
                    <a:pt x="82" y="11"/>
                  </a:lnTo>
                  <a:lnTo>
                    <a:pt x="70" y="16"/>
                  </a:lnTo>
                  <a:lnTo>
                    <a:pt x="59" y="23"/>
                  </a:lnTo>
                  <a:lnTo>
                    <a:pt x="49" y="31"/>
                  </a:lnTo>
                  <a:lnTo>
                    <a:pt x="39" y="39"/>
                  </a:lnTo>
                  <a:lnTo>
                    <a:pt x="31" y="49"/>
                  </a:lnTo>
                  <a:lnTo>
                    <a:pt x="23" y="59"/>
                  </a:lnTo>
                  <a:lnTo>
                    <a:pt x="16" y="70"/>
                  </a:lnTo>
                  <a:lnTo>
                    <a:pt x="11" y="82"/>
                  </a:lnTo>
                  <a:lnTo>
                    <a:pt x="7" y="94"/>
                  </a:lnTo>
                  <a:lnTo>
                    <a:pt x="3" y="108"/>
                  </a:lnTo>
                  <a:lnTo>
                    <a:pt x="2" y="120"/>
                  </a:lnTo>
                  <a:lnTo>
                    <a:pt x="0" y="135"/>
                  </a:lnTo>
                  <a:lnTo>
                    <a:pt x="0" y="135"/>
                  </a:lnTo>
                  <a:lnTo>
                    <a:pt x="2" y="148"/>
                  </a:lnTo>
                  <a:lnTo>
                    <a:pt x="3" y="162"/>
                  </a:lnTo>
                  <a:lnTo>
                    <a:pt x="7" y="174"/>
                  </a:lnTo>
                  <a:lnTo>
                    <a:pt x="11" y="186"/>
                  </a:lnTo>
                  <a:lnTo>
                    <a:pt x="16" y="198"/>
                  </a:lnTo>
                  <a:lnTo>
                    <a:pt x="23" y="209"/>
                  </a:lnTo>
                  <a:lnTo>
                    <a:pt x="31" y="219"/>
                  </a:lnTo>
                  <a:lnTo>
                    <a:pt x="39" y="229"/>
                  </a:lnTo>
                  <a:lnTo>
                    <a:pt x="49" y="237"/>
                  </a:lnTo>
                  <a:lnTo>
                    <a:pt x="59" y="245"/>
                  </a:lnTo>
                  <a:lnTo>
                    <a:pt x="70" y="252"/>
                  </a:lnTo>
                  <a:lnTo>
                    <a:pt x="82" y="257"/>
                  </a:lnTo>
                  <a:lnTo>
                    <a:pt x="94" y="262"/>
                  </a:lnTo>
                  <a:lnTo>
                    <a:pt x="108" y="265"/>
                  </a:lnTo>
                  <a:lnTo>
                    <a:pt x="121" y="268"/>
                  </a:lnTo>
                  <a:lnTo>
                    <a:pt x="135" y="268"/>
                  </a:lnTo>
                  <a:lnTo>
                    <a:pt x="135" y="268"/>
                  </a:lnTo>
                  <a:lnTo>
                    <a:pt x="145" y="268"/>
                  </a:lnTo>
                  <a:lnTo>
                    <a:pt x="157" y="266"/>
                  </a:lnTo>
                  <a:lnTo>
                    <a:pt x="170" y="264"/>
                  </a:lnTo>
                  <a:lnTo>
                    <a:pt x="180" y="260"/>
                  </a:lnTo>
                  <a:lnTo>
                    <a:pt x="191" y="256"/>
                  </a:lnTo>
                  <a:lnTo>
                    <a:pt x="200" y="250"/>
                  </a:lnTo>
                  <a:lnTo>
                    <a:pt x="211" y="244"/>
                  </a:lnTo>
                  <a:lnTo>
                    <a:pt x="221" y="237"/>
                  </a:lnTo>
                  <a:lnTo>
                    <a:pt x="238" y="254"/>
                  </a:lnTo>
                  <a:lnTo>
                    <a:pt x="234" y="258"/>
                  </a:lnTo>
                  <a:lnTo>
                    <a:pt x="234" y="258"/>
                  </a:lnTo>
                  <a:lnTo>
                    <a:pt x="233" y="261"/>
                  </a:lnTo>
                  <a:lnTo>
                    <a:pt x="231" y="265"/>
                  </a:lnTo>
                  <a:lnTo>
                    <a:pt x="231" y="265"/>
                  </a:lnTo>
                  <a:lnTo>
                    <a:pt x="233" y="268"/>
                  </a:lnTo>
                  <a:lnTo>
                    <a:pt x="234" y="271"/>
                  </a:lnTo>
                  <a:lnTo>
                    <a:pt x="320" y="357"/>
                  </a:lnTo>
                  <a:lnTo>
                    <a:pt x="320" y="357"/>
                  </a:lnTo>
                  <a:lnTo>
                    <a:pt x="323" y="358"/>
                  </a:lnTo>
                  <a:lnTo>
                    <a:pt x="327" y="359"/>
                  </a:lnTo>
                  <a:lnTo>
                    <a:pt x="327" y="359"/>
                  </a:lnTo>
                  <a:lnTo>
                    <a:pt x="327" y="359"/>
                  </a:lnTo>
                  <a:lnTo>
                    <a:pt x="327" y="359"/>
                  </a:lnTo>
                  <a:lnTo>
                    <a:pt x="329" y="358"/>
                  </a:lnTo>
                  <a:lnTo>
                    <a:pt x="332" y="357"/>
                  </a:lnTo>
                  <a:lnTo>
                    <a:pt x="356" y="332"/>
                  </a:lnTo>
                  <a:lnTo>
                    <a:pt x="356" y="332"/>
                  </a:lnTo>
                  <a:lnTo>
                    <a:pt x="359" y="330"/>
                  </a:lnTo>
                  <a:lnTo>
                    <a:pt x="359" y="327"/>
                  </a:lnTo>
                  <a:lnTo>
                    <a:pt x="359" y="327"/>
                  </a:lnTo>
                  <a:lnTo>
                    <a:pt x="359" y="323"/>
                  </a:lnTo>
                  <a:lnTo>
                    <a:pt x="356" y="320"/>
                  </a:lnTo>
                  <a:lnTo>
                    <a:pt x="356" y="320"/>
                  </a:lnTo>
                  <a:close/>
                  <a:moveTo>
                    <a:pt x="135" y="18"/>
                  </a:moveTo>
                  <a:lnTo>
                    <a:pt x="135" y="18"/>
                  </a:lnTo>
                  <a:lnTo>
                    <a:pt x="147" y="18"/>
                  </a:lnTo>
                  <a:lnTo>
                    <a:pt x="157" y="21"/>
                  </a:lnTo>
                  <a:lnTo>
                    <a:pt x="168" y="23"/>
                  </a:lnTo>
                  <a:lnTo>
                    <a:pt x="179" y="27"/>
                  </a:lnTo>
                  <a:lnTo>
                    <a:pt x="190" y="31"/>
                  </a:lnTo>
                  <a:lnTo>
                    <a:pt x="199" y="38"/>
                  </a:lnTo>
                  <a:lnTo>
                    <a:pt x="209" y="45"/>
                  </a:lnTo>
                  <a:lnTo>
                    <a:pt x="217" y="51"/>
                  </a:lnTo>
                  <a:lnTo>
                    <a:pt x="225" y="59"/>
                  </a:lnTo>
                  <a:lnTo>
                    <a:pt x="231" y="69"/>
                  </a:lnTo>
                  <a:lnTo>
                    <a:pt x="237" y="78"/>
                  </a:lnTo>
                  <a:lnTo>
                    <a:pt x="242" y="89"/>
                  </a:lnTo>
                  <a:lnTo>
                    <a:pt x="246" y="100"/>
                  </a:lnTo>
                  <a:lnTo>
                    <a:pt x="249" y="111"/>
                  </a:lnTo>
                  <a:lnTo>
                    <a:pt x="250" y="123"/>
                  </a:lnTo>
                  <a:lnTo>
                    <a:pt x="250" y="135"/>
                  </a:lnTo>
                  <a:lnTo>
                    <a:pt x="250" y="135"/>
                  </a:lnTo>
                  <a:lnTo>
                    <a:pt x="250" y="146"/>
                  </a:lnTo>
                  <a:lnTo>
                    <a:pt x="249" y="158"/>
                  </a:lnTo>
                  <a:lnTo>
                    <a:pt x="246" y="168"/>
                  </a:lnTo>
                  <a:lnTo>
                    <a:pt x="242" y="179"/>
                  </a:lnTo>
                  <a:lnTo>
                    <a:pt x="237" y="190"/>
                  </a:lnTo>
                  <a:lnTo>
                    <a:pt x="231" y="199"/>
                  </a:lnTo>
                  <a:lnTo>
                    <a:pt x="225" y="209"/>
                  </a:lnTo>
                  <a:lnTo>
                    <a:pt x="217" y="217"/>
                  </a:lnTo>
                  <a:lnTo>
                    <a:pt x="209" y="223"/>
                  </a:lnTo>
                  <a:lnTo>
                    <a:pt x="199" y="230"/>
                  </a:lnTo>
                  <a:lnTo>
                    <a:pt x="190" y="237"/>
                  </a:lnTo>
                  <a:lnTo>
                    <a:pt x="179" y="242"/>
                  </a:lnTo>
                  <a:lnTo>
                    <a:pt x="168" y="245"/>
                  </a:lnTo>
                  <a:lnTo>
                    <a:pt x="157" y="249"/>
                  </a:lnTo>
                  <a:lnTo>
                    <a:pt x="147" y="250"/>
                  </a:lnTo>
                  <a:lnTo>
                    <a:pt x="135" y="250"/>
                  </a:lnTo>
                  <a:lnTo>
                    <a:pt x="135" y="250"/>
                  </a:lnTo>
                  <a:lnTo>
                    <a:pt x="122" y="250"/>
                  </a:lnTo>
                  <a:lnTo>
                    <a:pt x="110" y="249"/>
                  </a:lnTo>
                  <a:lnTo>
                    <a:pt x="100" y="245"/>
                  </a:lnTo>
                  <a:lnTo>
                    <a:pt x="89" y="242"/>
                  </a:lnTo>
                  <a:lnTo>
                    <a:pt x="78" y="237"/>
                  </a:lnTo>
                  <a:lnTo>
                    <a:pt x="69" y="230"/>
                  </a:lnTo>
                  <a:lnTo>
                    <a:pt x="61" y="223"/>
                  </a:lnTo>
                  <a:lnTo>
                    <a:pt x="51" y="217"/>
                  </a:lnTo>
                  <a:lnTo>
                    <a:pt x="45" y="209"/>
                  </a:lnTo>
                  <a:lnTo>
                    <a:pt x="38" y="199"/>
                  </a:lnTo>
                  <a:lnTo>
                    <a:pt x="31" y="190"/>
                  </a:lnTo>
                  <a:lnTo>
                    <a:pt x="27" y="179"/>
                  </a:lnTo>
                  <a:lnTo>
                    <a:pt x="23" y="168"/>
                  </a:lnTo>
                  <a:lnTo>
                    <a:pt x="20" y="158"/>
                  </a:lnTo>
                  <a:lnTo>
                    <a:pt x="18" y="146"/>
                  </a:lnTo>
                  <a:lnTo>
                    <a:pt x="18" y="135"/>
                  </a:lnTo>
                  <a:lnTo>
                    <a:pt x="18" y="135"/>
                  </a:lnTo>
                  <a:lnTo>
                    <a:pt x="18" y="123"/>
                  </a:lnTo>
                  <a:lnTo>
                    <a:pt x="20" y="111"/>
                  </a:lnTo>
                  <a:lnTo>
                    <a:pt x="23" y="100"/>
                  </a:lnTo>
                  <a:lnTo>
                    <a:pt x="27" y="89"/>
                  </a:lnTo>
                  <a:lnTo>
                    <a:pt x="31" y="78"/>
                  </a:lnTo>
                  <a:lnTo>
                    <a:pt x="38" y="69"/>
                  </a:lnTo>
                  <a:lnTo>
                    <a:pt x="45" y="59"/>
                  </a:lnTo>
                  <a:lnTo>
                    <a:pt x="51" y="51"/>
                  </a:lnTo>
                  <a:lnTo>
                    <a:pt x="61" y="45"/>
                  </a:lnTo>
                  <a:lnTo>
                    <a:pt x="69" y="38"/>
                  </a:lnTo>
                  <a:lnTo>
                    <a:pt x="78" y="31"/>
                  </a:lnTo>
                  <a:lnTo>
                    <a:pt x="89" y="27"/>
                  </a:lnTo>
                  <a:lnTo>
                    <a:pt x="100" y="23"/>
                  </a:lnTo>
                  <a:lnTo>
                    <a:pt x="110" y="21"/>
                  </a:lnTo>
                  <a:lnTo>
                    <a:pt x="122" y="18"/>
                  </a:lnTo>
                  <a:lnTo>
                    <a:pt x="135" y="18"/>
                  </a:lnTo>
                  <a:lnTo>
                    <a:pt x="135"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F6FC6">
                    <a:lumMod val="50000"/>
                  </a:srgbClr>
                </a:solidFill>
                <a:effectLst/>
                <a:uLnTx/>
                <a:uFillTx/>
                <a:latin typeface="Arial" panose="020B0604020202020204" pitchFamily="34" charset="0"/>
                <a:cs typeface="Arial" panose="020B0604020202020204" pitchFamily="34" charset="0"/>
              </a:endParaRPr>
            </a:p>
          </p:txBody>
        </p:sp>
      </p:grpSp>
      <p:sp>
        <p:nvSpPr>
          <p:cNvPr id="25" name="Oval 24">
            <a:extLst>
              <a:ext uri="{FF2B5EF4-FFF2-40B4-BE49-F238E27FC236}">
                <a16:creationId xmlns:a16="http://schemas.microsoft.com/office/drawing/2014/main" id="{00F6D303-BAF2-4290-914B-94A556A4EC02}"/>
              </a:ext>
            </a:extLst>
          </p:cNvPr>
          <p:cNvSpPr/>
          <p:nvPr/>
        </p:nvSpPr>
        <p:spPr>
          <a:xfrm>
            <a:off x="10060312" y="2776181"/>
            <a:ext cx="72000" cy="72000"/>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pic>
        <p:nvPicPr>
          <p:cNvPr id="7" name="Picture 3" descr="קובץ:Ministry of Labor, Social Affairs and Social Services ...">
            <a:extLst>
              <a:ext uri="{FF2B5EF4-FFF2-40B4-BE49-F238E27FC236}">
                <a16:creationId xmlns:a16="http://schemas.microsoft.com/office/drawing/2014/main" id="{9DECE81A-79CC-3A98-BD70-47EEF2E64495}"/>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1619882" y="6318588"/>
            <a:ext cx="1742734" cy="47516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6">
            <a:extLst>
              <a:ext uri="{FF2B5EF4-FFF2-40B4-BE49-F238E27FC236}">
                <a16:creationId xmlns:a16="http://schemas.microsoft.com/office/drawing/2014/main" id="{038E027F-05B7-1EB3-2296-8270A939290D}"/>
              </a:ext>
            </a:extLst>
          </p:cNvPr>
          <p:cNvPicPr>
            <a:picLocks noChangeAspect="1"/>
          </p:cNvPicPr>
          <p:nvPr/>
        </p:nvPicPr>
        <p:blipFill>
          <a:blip r:embed="rId6"/>
          <a:stretch>
            <a:fillRect/>
          </a:stretch>
        </p:blipFill>
        <p:spPr>
          <a:xfrm>
            <a:off x="377624" y="6219077"/>
            <a:ext cx="1118350" cy="612431"/>
          </a:xfrm>
          <a:prstGeom prst="rect">
            <a:avLst/>
          </a:prstGeom>
          <a:ln>
            <a:noFill/>
          </a:ln>
        </p:spPr>
      </p:pic>
      <p:sp>
        <p:nvSpPr>
          <p:cNvPr id="2" name="Rectangle 1">
            <a:extLst>
              <a:ext uri="{FF2B5EF4-FFF2-40B4-BE49-F238E27FC236}">
                <a16:creationId xmlns:a16="http://schemas.microsoft.com/office/drawing/2014/main" id="{EBFDAA68-0B68-BA89-A7E3-71514CA52CC6}"/>
              </a:ext>
            </a:extLst>
          </p:cNvPr>
          <p:cNvSpPr>
            <a:spLocks noChangeArrowheads="1"/>
          </p:cNvSpPr>
          <p:nvPr/>
        </p:nvSpPr>
        <p:spPr bwMode="auto">
          <a:xfrm>
            <a:off x="12007269"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he-I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769896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4B70B1BF-7D03-4855-85DD-EBF34F010F55}"/>
              </a:ext>
            </a:extLst>
          </p:cNvPr>
          <p:cNvPicPr>
            <a:picLocks noChangeAspect="1"/>
          </p:cNvPicPr>
          <p:nvPr/>
        </p:nvPicPr>
        <p:blipFill rotWithShape="1">
          <a:blip r:embed="rId2" cstate="email">
            <a:duotone>
              <a:schemeClr val="accent1">
                <a:shade val="45000"/>
                <a:satMod val="135000"/>
              </a:schemeClr>
              <a:prstClr val="white"/>
            </a:duotone>
            <a:extLst>
              <a:ext uri="{BEBA8EAE-BF5A-486C-A8C5-ECC9F3942E4B}">
                <a14:imgProps xmlns:a14="http://schemas.microsoft.com/office/drawing/2010/main">
                  <a14:imgLayer r:embed="rId3">
                    <a14:imgEffect>
                      <a14:colorTemperature colorTemp="5300"/>
                    </a14:imgEffect>
                    <a14:imgEffect>
                      <a14:brightnessContrast bright="-20000" contrast="-40000"/>
                    </a14:imgEffect>
                  </a14:imgLayer>
                </a14:imgProps>
              </a:ext>
              <a:ext uri="{28A0092B-C50C-407E-A947-70E740481C1C}">
                <a14:useLocalDpi xmlns:a14="http://schemas.microsoft.com/office/drawing/2010/main"/>
              </a:ext>
            </a:extLst>
          </a:blip>
          <a:srcRect t="17656"/>
          <a:stretch/>
        </p:blipFill>
        <p:spPr>
          <a:xfrm>
            <a:off x="-79031" y="-104172"/>
            <a:ext cx="12517774" cy="7361966"/>
          </a:xfrm>
          <a:prstGeom prst="rect">
            <a:avLst/>
          </a:prstGeom>
        </p:spPr>
      </p:pic>
      <p:sp>
        <p:nvSpPr>
          <p:cNvPr id="15" name="Rectangle 14">
            <a:extLst>
              <a:ext uri="{FF2B5EF4-FFF2-40B4-BE49-F238E27FC236}">
                <a16:creationId xmlns:a16="http://schemas.microsoft.com/office/drawing/2014/main" id="{C081EB1B-E42D-49CE-85C0-30F10386CAAC}"/>
              </a:ext>
            </a:extLst>
          </p:cNvPr>
          <p:cNvSpPr/>
          <p:nvPr/>
        </p:nvSpPr>
        <p:spPr>
          <a:xfrm>
            <a:off x="-102798" y="-104172"/>
            <a:ext cx="12541541" cy="7350073"/>
          </a:xfrm>
          <a:prstGeom prst="rect">
            <a:avLst/>
          </a:pr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p:txBody>
      </p:sp>
      <p:sp>
        <p:nvSpPr>
          <p:cNvPr id="8" name="Google Shape;499;p8">
            <a:extLst>
              <a:ext uri="{FF2B5EF4-FFF2-40B4-BE49-F238E27FC236}">
                <a16:creationId xmlns:a16="http://schemas.microsoft.com/office/drawing/2014/main" id="{979EF9FF-F2A4-4501-AD62-21F6A878910D}"/>
              </a:ext>
            </a:extLst>
          </p:cNvPr>
          <p:cNvSpPr txBox="1"/>
          <p:nvPr/>
        </p:nvSpPr>
        <p:spPr>
          <a:xfrm>
            <a:off x="7778241" y="1419464"/>
            <a:ext cx="4140000" cy="246221"/>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6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sym typeface="Heebo Black"/>
              </a:rPr>
              <a:t>הסל מותאם אישית יקדם:</a:t>
            </a:r>
            <a:endParaRPr kumimoji="0" sz="18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DBF0BDE6-DF25-4DE5-AA37-743676DDC0DE}"/>
              </a:ext>
            </a:extLst>
          </p:cNvPr>
          <p:cNvSpPr txBox="1"/>
          <p:nvPr/>
        </p:nvSpPr>
        <p:spPr>
          <a:xfrm>
            <a:off x="7121823" y="212733"/>
            <a:ext cx="4796418" cy="584775"/>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Arial" panose="020B0604020202020204" pitchFamily="34" charset="0"/>
                <a:ea typeface="Calibri" panose="020F0502020204030204" pitchFamily="34" charset="0"/>
                <a:cs typeface="Arial" panose="020B0604020202020204" pitchFamily="34" charset="0"/>
              </a:rPr>
              <a:t>מה יוצא לנו מזה</a:t>
            </a:r>
            <a:r>
              <a:rPr kumimoji="0" lang="en-US" sz="3200" b="1"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Arial" panose="020B0604020202020204" pitchFamily="34" charset="0"/>
                <a:ea typeface="Calibri" panose="020F0502020204030204" pitchFamily="34" charset="0"/>
                <a:cs typeface="Arial" panose="020B0604020202020204" pitchFamily="34" charset="0"/>
              </a:rPr>
              <a:t>?</a:t>
            </a:r>
            <a:endParaRPr kumimoji="0" lang="en-IL" sz="3200" b="0"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Arial" panose="020B0604020202020204" pitchFamily="34" charset="0"/>
              <a:ea typeface="Calibri" panose="020F0502020204030204" pitchFamily="34" charset="0"/>
              <a:cs typeface="Arial" panose="020B0604020202020204" pitchFamily="34" charset="0"/>
            </a:endParaRPr>
          </a:p>
        </p:txBody>
      </p:sp>
      <p:sp>
        <p:nvSpPr>
          <p:cNvPr id="30" name="Rectangle 29">
            <a:extLst>
              <a:ext uri="{FF2B5EF4-FFF2-40B4-BE49-F238E27FC236}">
                <a16:creationId xmlns:a16="http://schemas.microsoft.com/office/drawing/2014/main" id="{036D8510-9C10-4B7F-AC42-C55FF4B1B452}"/>
              </a:ext>
            </a:extLst>
          </p:cNvPr>
          <p:cNvSpPr/>
          <p:nvPr/>
        </p:nvSpPr>
        <p:spPr>
          <a:xfrm>
            <a:off x="8401520" y="1813109"/>
            <a:ext cx="3505002" cy="4927600"/>
          </a:xfrm>
          <a:prstGeom prst="rect">
            <a:avLst/>
          </a:prstGeom>
          <a:solidFill>
            <a:schemeClr val="bg1">
              <a:alpha val="58000"/>
            </a:schemeClr>
          </a:solidFill>
          <a:ln w="12700">
            <a:solidFill>
              <a:schemeClr val="bg1"/>
            </a:solidFill>
          </a:ln>
          <a:effectLst>
            <a:outerShdw blurRad="495300" dist="50800" dir="5400000" algn="ctr" rotWithShape="0">
              <a:schemeClr val="tx1">
                <a:lumMod val="85000"/>
                <a:lumOff val="15000"/>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p:txBody>
      </p:sp>
      <p:sp>
        <p:nvSpPr>
          <p:cNvPr id="7" name="Google Shape;492;p8">
            <a:extLst>
              <a:ext uri="{FF2B5EF4-FFF2-40B4-BE49-F238E27FC236}">
                <a16:creationId xmlns:a16="http://schemas.microsoft.com/office/drawing/2014/main" id="{83160359-0C1F-4C8E-A5AF-00363150BA8E}"/>
              </a:ext>
            </a:extLst>
          </p:cNvPr>
          <p:cNvSpPr txBox="1"/>
          <p:nvPr/>
        </p:nvSpPr>
        <p:spPr>
          <a:xfrm>
            <a:off x="8767767" y="5068853"/>
            <a:ext cx="2964713" cy="553998"/>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מידע וכלים לניהול עצמי </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לאזרח ולמשפחתו</a:t>
            </a:r>
          </a:p>
        </p:txBody>
      </p:sp>
      <p:sp>
        <p:nvSpPr>
          <p:cNvPr id="9" name="Google Shape;499;p8">
            <a:extLst>
              <a:ext uri="{FF2B5EF4-FFF2-40B4-BE49-F238E27FC236}">
                <a16:creationId xmlns:a16="http://schemas.microsoft.com/office/drawing/2014/main" id="{B327AF52-CD06-4569-885D-531C70B1DE60}"/>
              </a:ext>
            </a:extLst>
          </p:cNvPr>
          <p:cNvSpPr txBox="1"/>
          <p:nvPr/>
        </p:nvSpPr>
        <p:spPr>
          <a:xfrm>
            <a:off x="9204241" y="4447792"/>
            <a:ext cx="2528239" cy="830997"/>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שירותים מותאמים אישית</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 לאזרח </a:t>
            </a:r>
            <a:r>
              <a:rPr kumimoji="0" lang="he-IL" sz="1800" b="0" i="0" u="none" strike="noStrike" kern="1200" cap="none" spc="0" normalizeH="0" baseline="0" noProof="0" dirty="0" err="1">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הותיק</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 ולאנשי המקצוע</a:t>
            </a:r>
            <a:endParaRPr kumimoji="0" sz="2000" b="0" i="0" u="none" strike="noStrike" kern="1200" cap="none" spc="0" normalizeH="0" baseline="0" noProof="0" dirty="0">
              <a:ln>
                <a:noFill/>
              </a:ln>
              <a:solidFill>
                <a:srgbClr val="DBEFF9">
                  <a:lumMod val="10000"/>
                </a:srgbClr>
              </a:solidFill>
              <a:effectLst/>
              <a:uLnTx/>
              <a:uFillTx/>
              <a:latin typeface="Arial" panose="020B0604020202020204" pitchFamily="34" charset="0"/>
              <a:cs typeface="Arial" panose="020B0604020202020204" pitchFamily="34" charset="0"/>
            </a:endParaRPr>
          </a:p>
        </p:txBody>
      </p:sp>
      <p:sp>
        <p:nvSpPr>
          <p:cNvPr id="14" name="Google Shape;496;p8">
            <a:extLst>
              <a:ext uri="{FF2B5EF4-FFF2-40B4-BE49-F238E27FC236}">
                <a16:creationId xmlns:a16="http://schemas.microsoft.com/office/drawing/2014/main" id="{DFBA87AC-8F9D-45E9-904D-E5778B438053}"/>
              </a:ext>
            </a:extLst>
          </p:cNvPr>
          <p:cNvSpPr txBox="1"/>
          <p:nvPr/>
        </p:nvSpPr>
        <p:spPr>
          <a:xfrm>
            <a:off x="8767767" y="5465069"/>
            <a:ext cx="2964713"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endParaRPr kumimoji="0"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endParaRPr>
          </a:p>
        </p:txBody>
      </p:sp>
      <p:sp>
        <p:nvSpPr>
          <p:cNvPr id="2" name="TextBox 1">
            <a:extLst>
              <a:ext uri="{FF2B5EF4-FFF2-40B4-BE49-F238E27FC236}">
                <a16:creationId xmlns:a16="http://schemas.microsoft.com/office/drawing/2014/main" id="{DD79EE6A-A4B1-4326-8D7D-74FC43A2D3A6}"/>
              </a:ext>
            </a:extLst>
          </p:cNvPr>
          <p:cNvSpPr txBox="1"/>
          <p:nvPr/>
        </p:nvSpPr>
        <p:spPr>
          <a:xfrm>
            <a:off x="8983669" y="2777221"/>
            <a:ext cx="2340705"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rPr>
              <a:t>הזדקנות מיטבית</a:t>
            </a:r>
            <a:endParaRPr kumimoji="0" lang="en-IL" sz="18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endParaRPr>
          </a:p>
        </p:txBody>
      </p:sp>
      <p:grpSp>
        <p:nvGrpSpPr>
          <p:cNvPr id="20" name="Group 19">
            <a:extLst>
              <a:ext uri="{FF2B5EF4-FFF2-40B4-BE49-F238E27FC236}">
                <a16:creationId xmlns:a16="http://schemas.microsoft.com/office/drawing/2014/main" id="{8EB7100C-F0AE-488A-819C-38C66A9FD088}"/>
              </a:ext>
            </a:extLst>
          </p:cNvPr>
          <p:cNvGrpSpPr>
            <a:grpSpLocks noChangeAspect="1"/>
          </p:cNvGrpSpPr>
          <p:nvPr/>
        </p:nvGrpSpPr>
        <p:grpSpPr>
          <a:xfrm>
            <a:off x="9893671" y="2156454"/>
            <a:ext cx="520700" cy="523875"/>
            <a:chOff x="8469313" y="1664335"/>
            <a:chExt cx="520700" cy="523875"/>
          </a:xfrm>
          <a:solidFill>
            <a:schemeClr val="accent1"/>
          </a:solidFill>
        </p:grpSpPr>
        <p:sp>
          <p:nvSpPr>
            <p:cNvPr id="21" name="Freeform 25">
              <a:extLst>
                <a:ext uri="{FF2B5EF4-FFF2-40B4-BE49-F238E27FC236}">
                  <a16:creationId xmlns:a16="http://schemas.microsoft.com/office/drawing/2014/main" id="{42FD6B9F-8EB9-4D35-8CDF-1E0C29996886}"/>
                </a:ext>
              </a:extLst>
            </p:cNvPr>
            <p:cNvSpPr>
              <a:spLocks noEditPoints="1"/>
            </p:cNvSpPr>
            <p:nvPr/>
          </p:nvSpPr>
          <p:spPr bwMode="auto">
            <a:xfrm>
              <a:off x="8469313" y="1664335"/>
              <a:ext cx="520700" cy="523875"/>
            </a:xfrm>
            <a:custGeom>
              <a:avLst/>
              <a:gdLst>
                <a:gd name="T0" fmla="*/ 312 w 657"/>
                <a:gd name="T1" fmla="*/ 659 h 659"/>
                <a:gd name="T2" fmla="*/ 262 w 657"/>
                <a:gd name="T3" fmla="*/ 652 h 659"/>
                <a:gd name="T4" fmla="*/ 200 w 657"/>
                <a:gd name="T5" fmla="*/ 634 h 659"/>
                <a:gd name="T6" fmla="*/ 120 w 657"/>
                <a:gd name="T7" fmla="*/ 584 h 659"/>
                <a:gd name="T8" fmla="*/ 56 w 657"/>
                <a:gd name="T9" fmla="*/ 514 h 659"/>
                <a:gd name="T10" fmla="*/ 15 w 657"/>
                <a:gd name="T11" fmla="*/ 428 h 659"/>
                <a:gd name="T12" fmla="*/ 4 w 657"/>
                <a:gd name="T13" fmla="*/ 380 h 659"/>
                <a:gd name="T14" fmla="*/ 0 w 657"/>
                <a:gd name="T15" fmla="*/ 330 h 659"/>
                <a:gd name="T16" fmla="*/ 1 w 657"/>
                <a:gd name="T17" fmla="*/ 296 h 659"/>
                <a:gd name="T18" fmla="*/ 11 w 657"/>
                <a:gd name="T19" fmla="*/ 248 h 659"/>
                <a:gd name="T20" fmla="*/ 39 w 657"/>
                <a:gd name="T21" fmla="*/ 174 h 659"/>
                <a:gd name="T22" fmla="*/ 97 w 657"/>
                <a:gd name="T23" fmla="*/ 97 h 659"/>
                <a:gd name="T24" fmla="*/ 172 w 657"/>
                <a:gd name="T25" fmla="*/ 41 h 659"/>
                <a:gd name="T26" fmla="*/ 246 w 657"/>
                <a:gd name="T27" fmla="*/ 11 h 659"/>
                <a:gd name="T28" fmla="*/ 296 w 657"/>
                <a:gd name="T29" fmla="*/ 3 h 659"/>
                <a:gd name="T30" fmla="*/ 329 w 657"/>
                <a:gd name="T31" fmla="*/ 0 h 659"/>
                <a:gd name="T32" fmla="*/ 379 w 657"/>
                <a:gd name="T33" fmla="*/ 5 h 659"/>
                <a:gd name="T34" fmla="*/ 426 w 657"/>
                <a:gd name="T35" fmla="*/ 15 h 659"/>
                <a:gd name="T36" fmla="*/ 512 w 657"/>
                <a:gd name="T37" fmla="*/ 57 h 659"/>
                <a:gd name="T38" fmla="*/ 582 w 657"/>
                <a:gd name="T39" fmla="*/ 121 h 659"/>
                <a:gd name="T40" fmla="*/ 632 w 657"/>
                <a:gd name="T41" fmla="*/ 202 h 659"/>
                <a:gd name="T42" fmla="*/ 651 w 657"/>
                <a:gd name="T43" fmla="*/ 264 h 659"/>
                <a:gd name="T44" fmla="*/ 657 w 657"/>
                <a:gd name="T45" fmla="*/ 314 h 659"/>
                <a:gd name="T46" fmla="*/ 657 w 657"/>
                <a:gd name="T47" fmla="*/ 347 h 659"/>
                <a:gd name="T48" fmla="*/ 651 w 657"/>
                <a:gd name="T49" fmla="*/ 396 h 659"/>
                <a:gd name="T50" fmla="*/ 632 w 657"/>
                <a:gd name="T51" fmla="*/ 457 h 659"/>
                <a:gd name="T52" fmla="*/ 582 w 657"/>
                <a:gd name="T53" fmla="*/ 539 h 659"/>
                <a:gd name="T54" fmla="*/ 512 w 657"/>
                <a:gd name="T55" fmla="*/ 603 h 659"/>
                <a:gd name="T56" fmla="*/ 426 w 657"/>
                <a:gd name="T57" fmla="*/ 644 h 659"/>
                <a:gd name="T58" fmla="*/ 379 w 657"/>
                <a:gd name="T59" fmla="*/ 655 h 659"/>
                <a:gd name="T60" fmla="*/ 329 w 657"/>
                <a:gd name="T61" fmla="*/ 659 h 659"/>
                <a:gd name="T62" fmla="*/ 329 w 657"/>
                <a:gd name="T63" fmla="*/ 38 h 659"/>
                <a:gd name="T64" fmla="*/ 242 w 657"/>
                <a:gd name="T65" fmla="*/ 52 h 659"/>
                <a:gd name="T66" fmla="*/ 165 w 657"/>
                <a:gd name="T67" fmla="*/ 89 h 659"/>
                <a:gd name="T68" fmla="*/ 104 w 657"/>
                <a:gd name="T69" fmla="*/ 144 h 659"/>
                <a:gd name="T70" fmla="*/ 61 w 657"/>
                <a:gd name="T71" fmla="*/ 217 h 659"/>
                <a:gd name="T72" fmla="*/ 39 w 657"/>
                <a:gd name="T73" fmla="*/ 300 h 659"/>
                <a:gd name="T74" fmla="*/ 39 w 657"/>
                <a:gd name="T75" fmla="*/ 359 h 659"/>
                <a:gd name="T76" fmla="*/ 61 w 657"/>
                <a:gd name="T77" fmla="*/ 444 h 659"/>
                <a:gd name="T78" fmla="*/ 104 w 657"/>
                <a:gd name="T79" fmla="*/ 515 h 659"/>
                <a:gd name="T80" fmla="*/ 165 w 657"/>
                <a:gd name="T81" fmla="*/ 572 h 659"/>
                <a:gd name="T82" fmla="*/ 242 w 657"/>
                <a:gd name="T83" fmla="*/ 608 h 659"/>
                <a:gd name="T84" fmla="*/ 329 w 657"/>
                <a:gd name="T85" fmla="*/ 621 h 659"/>
                <a:gd name="T86" fmla="*/ 387 w 657"/>
                <a:gd name="T87" fmla="*/ 616 h 659"/>
                <a:gd name="T88" fmla="*/ 468 w 657"/>
                <a:gd name="T89" fmla="*/ 586 h 659"/>
                <a:gd name="T90" fmla="*/ 535 w 657"/>
                <a:gd name="T91" fmla="*/ 535 h 659"/>
                <a:gd name="T92" fmla="*/ 585 w 657"/>
                <a:gd name="T93" fmla="*/ 468 h 659"/>
                <a:gd name="T94" fmla="*/ 614 w 657"/>
                <a:gd name="T95" fmla="*/ 389 h 659"/>
                <a:gd name="T96" fmla="*/ 620 w 657"/>
                <a:gd name="T97" fmla="*/ 330 h 659"/>
                <a:gd name="T98" fmla="*/ 608 w 657"/>
                <a:gd name="T99" fmla="*/ 244 h 659"/>
                <a:gd name="T100" fmla="*/ 570 w 657"/>
                <a:gd name="T101" fmla="*/ 167 h 659"/>
                <a:gd name="T102" fmla="*/ 513 w 657"/>
                <a:gd name="T103" fmla="*/ 105 h 659"/>
                <a:gd name="T104" fmla="*/ 442 w 657"/>
                <a:gd name="T105" fmla="*/ 62 h 659"/>
                <a:gd name="T106" fmla="*/ 359 w 657"/>
                <a:gd name="T107" fmla="*/ 41 h 6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7" h="659">
                  <a:moveTo>
                    <a:pt x="329" y="659"/>
                  </a:moveTo>
                  <a:lnTo>
                    <a:pt x="329" y="659"/>
                  </a:lnTo>
                  <a:lnTo>
                    <a:pt x="312" y="659"/>
                  </a:lnTo>
                  <a:lnTo>
                    <a:pt x="296" y="658"/>
                  </a:lnTo>
                  <a:lnTo>
                    <a:pt x="278" y="655"/>
                  </a:lnTo>
                  <a:lnTo>
                    <a:pt x="262" y="652"/>
                  </a:lnTo>
                  <a:lnTo>
                    <a:pt x="246" y="648"/>
                  </a:lnTo>
                  <a:lnTo>
                    <a:pt x="231" y="644"/>
                  </a:lnTo>
                  <a:lnTo>
                    <a:pt x="200" y="634"/>
                  </a:lnTo>
                  <a:lnTo>
                    <a:pt x="172" y="619"/>
                  </a:lnTo>
                  <a:lnTo>
                    <a:pt x="145" y="603"/>
                  </a:lnTo>
                  <a:lnTo>
                    <a:pt x="120" y="584"/>
                  </a:lnTo>
                  <a:lnTo>
                    <a:pt x="97" y="562"/>
                  </a:lnTo>
                  <a:lnTo>
                    <a:pt x="75" y="539"/>
                  </a:lnTo>
                  <a:lnTo>
                    <a:pt x="56" y="514"/>
                  </a:lnTo>
                  <a:lnTo>
                    <a:pt x="39" y="487"/>
                  </a:lnTo>
                  <a:lnTo>
                    <a:pt x="26" y="457"/>
                  </a:lnTo>
                  <a:lnTo>
                    <a:pt x="15" y="428"/>
                  </a:lnTo>
                  <a:lnTo>
                    <a:pt x="11" y="412"/>
                  </a:lnTo>
                  <a:lnTo>
                    <a:pt x="7" y="396"/>
                  </a:lnTo>
                  <a:lnTo>
                    <a:pt x="4" y="380"/>
                  </a:lnTo>
                  <a:lnTo>
                    <a:pt x="1" y="363"/>
                  </a:lnTo>
                  <a:lnTo>
                    <a:pt x="0" y="347"/>
                  </a:lnTo>
                  <a:lnTo>
                    <a:pt x="0" y="330"/>
                  </a:lnTo>
                  <a:lnTo>
                    <a:pt x="0" y="330"/>
                  </a:lnTo>
                  <a:lnTo>
                    <a:pt x="0" y="314"/>
                  </a:lnTo>
                  <a:lnTo>
                    <a:pt x="1" y="296"/>
                  </a:lnTo>
                  <a:lnTo>
                    <a:pt x="4" y="280"/>
                  </a:lnTo>
                  <a:lnTo>
                    <a:pt x="7" y="264"/>
                  </a:lnTo>
                  <a:lnTo>
                    <a:pt x="11" y="248"/>
                  </a:lnTo>
                  <a:lnTo>
                    <a:pt x="15" y="233"/>
                  </a:lnTo>
                  <a:lnTo>
                    <a:pt x="26" y="202"/>
                  </a:lnTo>
                  <a:lnTo>
                    <a:pt x="39" y="174"/>
                  </a:lnTo>
                  <a:lnTo>
                    <a:pt x="56" y="146"/>
                  </a:lnTo>
                  <a:lnTo>
                    <a:pt x="75" y="121"/>
                  </a:lnTo>
                  <a:lnTo>
                    <a:pt x="97" y="97"/>
                  </a:lnTo>
                  <a:lnTo>
                    <a:pt x="120" y="76"/>
                  </a:lnTo>
                  <a:lnTo>
                    <a:pt x="145" y="57"/>
                  </a:lnTo>
                  <a:lnTo>
                    <a:pt x="172" y="41"/>
                  </a:lnTo>
                  <a:lnTo>
                    <a:pt x="200" y="27"/>
                  </a:lnTo>
                  <a:lnTo>
                    <a:pt x="231" y="15"/>
                  </a:lnTo>
                  <a:lnTo>
                    <a:pt x="246" y="11"/>
                  </a:lnTo>
                  <a:lnTo>
                    <a:pt x="262" y="7"/>
                  </a:lnTo>
                  <a:lnTo>
                    <a:pt x="278" y="5"/>
                  </a:lnTo>
                  <a:lnTo>
                    <a:pt x="296" y="3"/>
                  </a:lnTo>
                  <a:lnTo>
                    <a:pt x="312" y="2"/>
                  </a:lnTo>
                  <a:lnTo>
                    <a:pt x="329" y="0"/>
                  </a:lnTo>
                  <a:lnTo>
                    <a:pt x="329" y="0"/>
                  </a:lnTo>
                  <a:lnTo>
                    <a:pt x="345" y="2"/>
                  </a:lnTo>
                  <a:lnTo>
                    <a:pt x="363" y="3"/>
                  </a:lnTo>
                  <a:lnTo>
                    <a:pt x="379" y="5"/>
                  </a:lnTo>
                  <a:lnTo>
                    <a:pt x="395" y="7"/>
                  </a:lnTo>
                  <a:lnTo>
                    <a:pt x="411" y="11"/>
                  </a:lnTo>
                  <a:lnTo>
                    <a:pt x="426" y="15"/>
                  </a:lnTo>
                  <a:lnTo>
                    <a:pt x="457" y="27"/>
                  </a:lnTo>
                  <a:lnTo>
                    <a:pt x="485" y="41"/>
                  </a:lnTo>
                  <a:lnTo>
                    <a:pt x="512" y="57"/>
                  </a:lnTo>
                  <a:lnTo>
                    <a:pt x="538" y="76"/>
                  </a:lnTo>
                  <a:lnTo>
                    <a:pt x="562" y="97"/>
                  </a:lnTo>
                  <a:lnTo>
                    <a:pt x="582" y="121"/>
                  </a:lnTo>
                  <a:lnTo>
                    <a:pt x="601" y="146"/>
                  </a:lnTo>
                  <a:lnTo>
                    <a:pt x="618" y="174"/>
                  </a:lnTo>
                  <a:lnTo>
                    <a:pt x="632" y="202"/>
                  </a:lnTo>
                  <a:lnTo>
                    <a:pt x="642" y="233"/>
                  </a:lnTo>
                  <a:lnTo>
                    <a:pt x="648" y="248"/>
                  </a:lnTo>
                  <a:lnTo>
                    <a:pt x="651" y="264"/>
                  </a:lnTo>
                  <a:lnTo>
                    <a:pt x="653" y="280"/>
                  </a:lnTo>
                  <a:lnTo>
                    <a:pt x="656" y="296"/>
                  </a:lnTo>
                  <a:lnTo>
                    <a:pt x="657" y="314"/>
                  </a:lnTo>
                  <a:lnTo>
                    <a:pt x="657" y="330"/>
                  </a:lnTo>
                  <a:lnTo>
                    <a:pt x="657" y="330"/>
                  </a:lnTo>
                  <a:lnTo>
                    <a:pt x="657" y="347"/>
                  </a:lnTo>
                  <a:lnTo>
                    <a:pt x="656" y="363"/>
                  </a:lnTo>
                  <a:lnTo>
                    <a:pt x="653" y="380"/>
                  </a:lnTo>
                  <a:lnTo>
                    <a:pt x="651" y="396"/>
                  </a:lnTo>
                  <a:lnTo>
                    <a:pt x="648" y="412"/>
                  </a:lnTo>
                  <a:lnTo>
                    <a:pt x="642" y="428"/>
                  </a:lnTo>
                  <a:lnTo>
                    <a:pt x="632" y="457"/>
                  </a:lnTo>
                  <a:lnTo>
                    <a:pt x="618" y="487"/>
                  </a:lnTo>
                  <a:lnTo>
                    <a:pt x="601" y="514"/>
                  </a:lnTo>
                  <a:lnTo>
                    <a:pt x="582" y="539"/>
                  </a:lnTo>
                  <a:lnTo>
                    <a:pt x="562" y="562"/>
                  </a:lnTo>
                  <a:lnTo>
                    <a:pt x="538" y="584"/>
                  </a:lnTo>
                  <a:lnTo>
                    <a:pt x="512" y="603"/>
                  </a:lnTo>
                  <a:lnTo>
                    <a:pt x="485" y="619"/>
                  </a:lnTo>
                  <a:lnTo>
                    <a:pt x="457" y="634"/>
                  </a:lnTo>
                  <a:lnTo>
                    <a:pt x="426" y="644"/>
                  </a:lnTo>
                  <a:lnTo>
                    <a:pt x="411" y="648"/>
                  </a:lnTo>
                  <a:lnTo>
                    <a:pt x="395" y="652"/>
                  </a:lnTo>
                  <a:lnTo>
                    <a:pt x="379" y="655"/>
                  </a:lnTo>
                  <a:lnTo>
                    <a:pt x="363" y="658"/>
                  </a:lnTo>
                  <a:lnTo>
                    <a:pt x="345" y="659"/>
                  </a:lnTo>
                  <a:lnTo>
                    <a:pt x="329" y="659"/>
                  </a:lnTo>
                  <a:lnTo>
                    <a:pt x="329" y="659"/>
                  </a:lnTo>
                  <a:close/>
                  <a:moveTo>
                    <a:pt x="329" y="38"/>
                  </a:moveTo>
                  <a:lnTo>
                    <a:pt x="329" y="38"/>
                  </a:lnTo>
                  <a:lnTo>
                    <a:pt x="298" y="41"/>
                  </a:lnTo>
                  <a:lnTo>
                    <a:pt x="270" y="45"/>
                  </a:lnTo>
                  <a:lnTo>
                    <a:pt x="242" y="52"/>
                  </a:lnTo>
                  <a:lnTo>
                    <a:pt x="215" y="62"/>
                  </a:lnTo>
                  <a:lnTo>
                    <a:pt x="190" y="74"/>
                  </a:lnTo>
                  <a:lnTo>
                    <a:pt x="165" y="89"/>
                  </a:lnTo>
                  <a:lnTo>
                    <a:pt x="144" y="105"/>
                  </a:lnTo>
                  <a:lnTo>
                    <a:pt x="122" y="124"/>
                  </a:lnTo>
                  <a:lnTo>
                    <a:pt x="104" y="144"/>
                  </a:lnTo>
                  <a:lnTo>
                    <a:pt x="87" y="167"/>
                  </a:lnTo>
                  <a:lnTo>
                    <a:pt x="73" y="191"/>
                  </a:lnTo>
                  <a:lnTo>
                    <a:pt x="61" y="217"/>
                  </a:lnTo>
                  <a:lnTo>
                    <a:pt x="51" y="244"/>
                  </a:lnTo>
                  <a:lnTo>
                    <a:pt x="43" y="272"/>
                  </a:lnTo>
                  <a:lnTo>
                    <a:pt x="39" y="300"/>
                  </a:lnTo>
                  <a:lnTo>
                    <a:pt x="38" y="330"/>
                  </a:lnTo>
                  <a:lnTo>
                    <a:pt x="38" y="330"/>
                  </a:lnTo>
                  <a:lnTo>
                    <a:pt x="39" y="359"/>
                  </a:lnTo>
                  <a:lnTo>
                    <a:pt x="43" y="389"/>
                  </a:lnTo>
                  <a:lnTo>
                    <a:pt x="51" y="417"/>
                  </a:lnTo>
                  <a:lnTo>
                    <a:pt x="61" y="444"/>
                  </a:lnTo>
                  <a:lnTo>
                    <a:pt x="73" y="468"/>
                  </a:lnTo>
                  <a:lnTo>
                    <a:pt x="87" y="492"/>
                  </a:lnTo>
                  <a:lnTo>
                    <a:pt x="104" y="515"/>
                  </a:lnTo>
                  <a:lnTo>
                    <a:pt x="122" y="535"/>
                  </a:lnTo>
                  <a:lnTo>
                    <a:pt x="144" y="554"/>
                  </a:lnTo>
                  <a:lnTo>
                    <a:pt x="165" y="572"/>
                  </a:lnTo>
                  <a:lnTo>
                    <a:pt x="190" y="586"/>
                  </a:lnTo>
                  <a:lnTo>
                    <a:pt x="215" y="599"/>
                  </a:lnTo>
                  <a:lnTo>
                    <a:pt x="242" y="608"/>
                  </a:lnTo>
                  <a:lnTo>
                    <a:pt x="270" y="616"/>
                  </a:lnTo>
                  <a:lnTo>
                    <a:pt x="298" y="620"/>
                  </a:lnTo>
                  <a:lnTo>
                    <a:pt x="329" y="621"/>
                  </a:lnTo>
                  <a:lnTo>
                    <a:pt x="329" y="621"/>
                  </a:lnTo>
                  <a:lnTo>
                    <a:pt x="359" y="620"/>
                  </a:lnTo>
                  <a:lnTo>
                    <a:pt x="387" y="616"/>
                  </a:lnTo>
                  <a:lnTo>
                    <a:pt x="415" y="608"/>
                  </a:lnTo>
                  <a:lnTo>
                    <a:pt x="442" y="599"/>
                  </a:lnTo>
                  <a:lnTo>
                    <a:pt x="468" y="586"/>
                  </a:lnTo>
                  <a:lnTo>
                    <a:pt x="492" y="572"/>
                  </a:lnTo>
                  <a:lnTo>
                    <a:pt x="513" y="554"/>
                  </a:lnTo>
                  <a:lnTo>
                    <a:pt x="535" y="535"/>
                  </a:lnTo>
                  <a:lnTo>
                    <a:pt x="554" y="515"/>
                  </a:lnTo>
                  <a:lnTo>
                    <a:pt x="570" y="492"/>
                  </a:lnTo>
                  <a:lnTo>
                    <a:pt x="585" y="468"/>
                  </a:lnTo>
                  <a:lnTo>
                    <a:pt x="597" y="444"/>
                  </a:lnTo>
                  <a:lnTo>
                    <a:pt x="608" y="417"/>
                  </a:lnTo>
                  <a:lnTo>
                    <a:pt x="614" y="389"/>
                  </a:lnTo>
                  <a:lnTo>
                    <a:pt x="618" y="359"/>
                  </a:lnTo>
                  <a:lnTo>
                    <a:pt x="620" y="330"/>
                  </a:lnTo>
                  <a:lnTo>
                    <a:pt x="620" y="330"/>
                  </a:lnTo>
                  <a:lnTo>
                    <a:pt x="618" y="300"/>
                  </a:lnTo>
                  <a:lnTo>
                    <a:pt x="614" y="272"/>
                  </a:lnTo>
                  <a:lnTo>
                    <a:pt x="608" y="244"/>
                  </a:lnTo>
                  <a:lnTo>
                    <a:pt x="597" y="217"/>
                  </a:lnTo>
                  <a:lnTo>
                    <a:pt x="585" y="191"/>
                  </a:lnTo>
                  <a:lnTo>
                    <a:pt x="570" y="167"/>
                  </a:lnTo>
                  <a:lnTo>
                    <a:pt x="554" y="144"/>
                  </a:lnTo>
                  <a:lnTo>
                    <a:pt x="535" y="124"/>
                  </a:lnTo>
                  <a:lnTo>
                    <a:pt x="513" y="105"/>
                  </a:lnTo>
                  <a:lnTo>
                    <a:pt x="492" y="89"/>
                  </a:lnTo>
                  <a:lnTo>
                    <a:pt x="468" y="74"/>
                  </a:lnTo>
                  <a:lnTo>
                    <a:pt x="442" y="62"/>
                  </a:lnTo>
                  <a:lnTo>
                    <a:pt x="415" y="52"/>
                  </a:lnTo>
                  <a:lnTo>
                    <a:pt x="387" y="45"/>
                  </a:lnTo>
                  <a:lnTo>
                    <a:pt x="359" y="41"/>
                  </a:lnTo>
                  <a:lnTo>
                    <a:pt x="329" y="38"/>
                  </a:lnTo>
                  <a:lnTo>
                    <a:pt x="329"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rial" panose="020B0604020202020204" pitchFamily="34" charset="0"/>
                <a:cs typeface="Arial" panose="020B0604020202020204" pitchFamily="34" charset="0"/>
              </a:endParaRPr>
            </a:p>
          </p:txBody>
        </p:sp>
        <p:sp>
          <p:nvSpPr>
            <p:cNvPr id="22" name="Freeform 129">
              <a:extLst>
                <a:ext uri="{FF2B5EF4-FFF2-40B4-BE49-F238E27FC236}">
                  <a16:creationId xmlns:a16="http://schemas.microsoft.com/office/drawing/2014/main" id="{64EDC929-4D89-42F2-B03E-4CF058EF39F7}"/>
                </a:ext>
              </a:extLst>
            </p:cNvPr>
            <p:cNvSpPr>
              <a:spLocks/>
            </p:cNvSpPr>
            <p:nvPr/>
          </p:nvSpPr>
          <p:spPr bwMode="auto">
            <a:xfrm>
              <a:off x="8677276" y="1884998"/>
              <a:ext cx="115888" cy="144463"/>
            </a:xfrm>
            <a:custGeom>
              <a:avLst/>
              <a:gdLst>
                <a:gd name="T0" fmla="*/ 34 w 147"/>
                <a:gd name="T1" fmla="*/ 87 h 181"/>
                <a:gd name="T2" fmla="*/ 34 w 147"/>
                <a:gd name="T3" fmla="*/ 176 h 181"/>
                <a:gd name="T4" fmla="*/ 34 w 147"/>
                <a:gd name="T5" fmla="*/ 176 h 181"/>
                <a:gd name="T6" fmla="*/ 35 w 147"/>
                <a:gd name="T7" fmla="*/ 177 h 181"/>
                <a:gd name="T8" fmla="*/ 35 w 147"/>
                <a:gd name="T9" fmla="*/ 180 h 181"/>
                <a:gd name="T10" fmla="*/ 38 w 147"/>
                <a:gd name="T11" fmla="*/ 181 h 181"/>
                <a:gd name="T12" fmla="*/ 39 w 147"/>
                <a:gd name="T13" fmla="*/ 181 h 181"/>
                <a:gd name="T14" fmla="*/ 108 w 147"/>
                <a:gd name="T15" fmla="*/ 181 h 181"/>
                <a:gd name="T16" fmla="*/ 108 w 147"/>
                <a:gd name="T17" fmla="*/ 181 h 181"/>
                <a:gd name="T18" fmla="*/ 110 w 147"/>
                <a:gd name="T19" fmla="*/ 181 h 181"/>
                <a:gd name="T20" fmla="*/ 112 w 147"/>
                <a:gd name="T21" fmla="*/ 180 h 181"/>
                <a:gd name="T22" fmla="*/ 113 w 147"/>
                <a:gd name="T23" fmla="*/ 177 h 181"/>
                <a:gd name="T24" fmla="*/ 113 w 147"/>
                <a:gd name="T25" fmla="*/ 176 h 181"/>
                <a:gd name="T26" fmla="*/ 113 w 147"/>
                <a:gd name="T27" fmla="*/ 87 h 181"/>
                <a:gd name="T28" fmla="*/ 145 w 147"/>
                <a:gd name="T29" fmla="*/ 55 h 181"/>
                <a:gd name="T30" fmla="*/ 145 w 147"/>
                <a:gd name="T31" fmla="*/ 55 h 181"/>
                <a:gd name="T32" fmla="*/ 147 w 147"/>
                <a:gd name="T33" fmla="*/ 53 h 181"/>
                <a:gd name="T34" fmla="*/ 147 w 147"/>
                <a:gd name="T35" fmla="*/ 51 h 181"/>
                <a:gd name="T36" fmla="*/ 147 w 147"/>
                <a:gd name="T37" fmla="*/ 6 h 181"/>
                <a:gd name="T38" fmla="*/ 147 w 147"/>
                <a:gd name="T39" fmla="*/ 6 h 181"/>
                <a:gd name="T40" fmla="*/ 147 w 147"/>
                <a:gd name="T41" fmla="*/ 4 h 181"/>
                <a:gd name="T42" fmla="*/ 145 w 147"/>
                <a:gd name="T43" fmla="*/ 2 h 181"/>
                <a:gd name="T44" fmla="*/ 144 w 147"/>
                <a:gd name="T45" fmla="*/ 1 h 181"/>
                <a:gd name="T46" fmla="*/ 141 w 147"/>
                <a:gd name="T47" fmla="*/ 0 h 181"/>
                <a:gd name="T48" fmla="*/ 5 w 147"/>
                <a:gd name="T49" fmla="*/ 0 h 181"/>
                <a:gd name="T50" fmla="*/ 5 w 147"/>
                <a:gd name="T51" fmla="*/ 0 h 181"/>
                <a:gd name="T52" fmla="*/ 3 w 147"/>
                <a:gd name="T53" fmla="*/ 1 h 181"/>
                <a:gd name="T54" fmla="*/ 1 w 147"/>
                <a:gd name="T55" fmla="*/ 2 h 181"/>
                <a:gd name="T56" fmla="*/ 0 w 147"/>
                <a:gd name="T57" fmla="*/ 4 h 181"/>
                <a:gd name="T58" fmla="*/ 0 w 147"/>
                <a:gd name="T59" fmla="*/ 6 h 181"/>
                <a:gd name="T60" fmla="*/ 0 w 147"/>
                <a:gd name="T61" fmla="*/ 51 h 181"/>
                <a:gd name="T62" fmla="*/ 0 w 147"/>
                <a:gd name="T63" fmla="*/ 51 h 181"/>
                <a:gd name="T64" fmla="*/ 0 w 147"/>
                <a:gd name="T65" fmla="*/ 53 h 181"/>
                <a:gd name="T66" fmla="*/ 1 w 147"/>
                <a:gd name="T67" fmla="*/ 55 h 181"/>
                <a:gd name="T68" fmla="*/ 34 w 147"/>
                <a:gd name="T69" fmla="*/ 87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47" h="181">
                  <a:moveTo>
                    <a:pt x="34" y="87"/>
                  </a:moveTo>
                  <a:lnTo>
                    <a:pt x="34" y="176"/>
                  </a:lnTo>
                  <a:lnTo>
                    <a:pt x="34" y="176"/>
                  </a:lnTo>
                  <a:lnTo>
                    <a:pt x="35" y="177"/>
                  </a:lnTo>
                  <a:lnTo>
                    <a:pt x="35" y="180"/>
                  </a:lnTo>
                  <a:lnTo>
                    <a:pt x="38" y="181"/>
                  </a:lnTo>
                  <a:lnTo>
                    <a:pt x="39" y="181"/>
                  </a:lnTo>
                  <a:lnTo>
                    <a:pt x="108" y="181"/>
                  </a:lnTo>
                  <a:lnTo>
                    <a:pt x="108" y="181"/>
                  </a:lnTo>
                  <a:lnTo>
                    <a:pt x="110" y="181"/>
                  </a:lnTo>
                  <a:lnTo>
                    <a:pt x="112" y="180"/>
                  </a:lnTo>
                  <a:lnTo>
                    <a:pt x="113" y="177"/>
                  </a:lnTo>
                  <a:lnTo>
                    <a:pt x="113" y="176"/>
                  </a:lnTo>
                  <a:lnTo>
                    <a:pt x="113" y="87"/>
                  </a:lnTo>
                  <a:lnTo>
                    <a:pt x="145" y="55"/>
                  </a:lnTo>
                  <a:lnTo>
                    <a:pt x="145" y="55"/>
                  </a:lnTo>
                  <a:lnTo>
                    <a:pt x="147" y="53"/>
                  </a:lnTo>
                  <a:lnTo>
                    <a:pt x="147" y="51"/>
                  </a:lnTo>
                  <a:lnTo>
                    <a:pt x="147" y="6"/>
                  </a:lnTo>
                  <a:lnTo>
                    <a:pt x="147" y="6"/>
                  </a:lnTo>
                  <a:lnTo>
                    <a:pt x="147" y="4"/>
                  </a:lnTo>
                  <a:lnTo>
                    <a:pt x="145" y="2"/>
                  </a:lnTo>
                  <a:lnTo>
                    <a:pt x="144" y="1"/>
                  </a:lnTo>
                  <a:lnTo>
                    <a:pt x="141" y="0"/>
                  </a:lnTo>
                  <a:lnTo>
                    <a:pt x="5" y="0"/>
                  </a:lnTo>
                  <a:lnTo>
                    <a:pt x="5" y="0"/>
                  </a:lnTo>
                  <a:lnTo>
                    <a:pt x="3" y="1"/>
                  </a:lnTo>
                  <a:lnTo>
                    <a:pt x="1" y="2"/>
                  </a:lnTo>
                  <a:lnTo>
                    <a:pt x="0" y="4"/>
                  </a:lnTo>
                  <a:lnTo>
                    <a:pt x="0" y="6"/>
                  </a:lnTo>
                  <a:lnTo>
                    <a:pt x="0" y="51"/>
                  </a:lnTo>
                  <a:lnTo>
                    <a:pt x="0" y="51"/>
                  </a:lnTo>
                  <a:lnTo>
                    <a:pt x="0" y="53"/>
                  </a:lnTo>
                  <a:lnTo>
                    <a:pt x="1" y="55"/>
                  </a:lnTo>
                  <a:lnTo>
                    <a:pt x="34" y="8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rial" panose="020B0604020202020204" pitchFamily="34" charset="0"/>
                <a:cs typeface="Arial" panose="020B0604020202020204" pitchFamily="34" charset="0"/>
              </a:endParaRPr>
            </a:p>
          </p:txBody>
        </p:sp>
        <p:sp>
          <p:nvSpPr>
            <p:cNvPr id="23" name="Freeform 130">
              <a:extLst>
                <a:ext uri="{FF2B5EF4-FFF2-40B4-BE49-F238E27FC236}">
                  <a16:creationId xmlns:a16="http://schemas.microsoft.com/office/drawing/2014/main" id="{E7D32695-BAEA-46D0-AED1-A94B78C167D9}"/>
                </a:ext>
              </a:extLst>
            </p:cNvPr>
            <p:cNvSpPr>
              <a:spLocks/>
            </p:cNvSpPr>
            <p:nvPr/>
          </p:nvSpPr>
          <p:spPr bwMode="auto">
            <a:xfrm>
              <a:off x="8694738" y="1788160"/>
              <a:ext cx="80963" cy="79375"/>
            </a:xfrm>
            <a:custGeom>
              <a:avLst/>
              <a:gdLst>
                <a:gd name="T0" fmla="*/ 51 w 102"/>
                <a:gd name="T1" fmla="*/ 101 h 101"/>
                <a:gd name="T2" fmla="*/ 51 w 102"/>
                <a:gd name="T3" fmla="*/ 101 h 101"/>
                <a:gd name="T4" fmla="*/ 60 w 102"/>
                <a:gd name="T5" fmla="*/ 101 h 101"/>
                <a:gd name="T6" fmla="*/ 70 w 102"/>
                <a:gd name="T7" fmla="*/ 98 h 101"/>
                <a:gd name="T8" fmla="*/ 79 w 102"/>
                <a:gd name="T9" fmla="*/ 93 h 101"/>
                <a:gd name="T10" fmla="*/ 86 w 102"/>
                <a:gd name="T11" fmla="*/ 86 h 101"/>
                <a:gd name="T12" fmla="*/ 93 w 102"/>
                <a:gd name="T13" fmla="*/ 79 h 101"/>
                <a:gd name="T14" fmla="*/ 98 w 102"/>
                <a:gd name="T15" fmla="*/ 70 h 101"/>
                <a:gd name="T16" fmla="*/ 101 w 102"/>
                <a:gd name="T17" fmla="*/ 61 h 101"/>
                <a:gd name="T18" fmla="*/ 102 w 102"/>
                <a:gd name="T19" fmla="*/ 51 h 101"/>
                <a:gd name="T20" fmla="*/ 102 w 102"/>
                <a:gd name="T21" fmla="*/ 51 h 101"/>
                <a:gd name="T22" fmla="*/ 101 w 102"/>
                <a:gd name="T23" fmla="*/ 40 h 101"/>
                <a:gd name="T24" fmla="*/ 98 w 102"/>
                <a:gd name="T25" fmla="*/ 31 h 101"/>
                <a:gd name="T26" fmla="*/ 93 w 102"/>
                <a:gd name="T27" fmla="*/ 22 h 101"/>
                <a:gd name="T28" fmla="*/ 86 w 102"/>
                <a:gd name="T29" fmla="*/ 15 h 101"/>
                <a:gd name="T30" fmla="*/ 79 w 102"/>
                <a:gd name="T31" fmla="*/ 8 h 101"/>
                <a:gd name="T32" fmla="*/ 70 w 102"/>
                <a:gd name="T33" fmla="*/ 4 h 101"/>
                <a:gd name="T34" fmla="*/ 60 w 102"/>
                <a:gd name="T35" fmla="*/ 0 h 101"/>
                <a:gd name="T36" fmla="*/ 51 w 102"/>
                <a:gd name="T37" fmla="*/ 0 h 101"/>
                <a:gd name="T38" fmla="*/ 51 w 102"/>
                <a:gd name="T39" fmla="*/ 0 h 101"/>
                <a:gd name="T40" fmla="*/ 40 w 102"/>
                <a:gd name="T41" fmla="*/ 0 h 101"/>
                <a:gd name="T42" fmla="*/ 31 w 102"/>
                <a:gd name="T43" fmla="*/ 4 h 101"/>
                <a:gd name="T44" fmla="*/ 21 w 102"/>
                <a:gd name="T45" fmla="*/ 8 h 101"/>
                <a:gd name="T46" fmla="*/ 15 w 102"/>
                <a:gd name="T47" fmla="*/ 15 h 101"/>
                <a:gd name="T48" fmla="*/ 8 w 102"/>
                <a:gd name="T49" fmla="*/ 22 h 101"/>
                <a:gd name="T50" fmla="*/ 4 w 102"/>
                <a:gd name="T51" fmla="*/ 31 h 101"/>
                <a:gd name="T52" fmla="*/ 1 w 102"/>
                <a:gd name="T53" fmla="*/ 40 h 101"/>
                <a:gd name="T54" fmla="*/ 0 w 102"/>
                <a:gd name="T55" fmla="*/ 51 h 101"/>
                <a:gd name="T56" fmla="*/ 0 w 102"/>
                <a:gd name="T57" fmla="*/ 51 h 101"/>
                <a:gd name="T58" fmla="*/ 1 w 102"/>
                <a:gd name="T59" fmla="*/ 61 h 101"/>
                <a:gd name="T60" fmla="*/ 4 w 102"/>
                <a:gd name="T61" fmla="*/ 70 h 101"/>
                <a:gd name="T62" fmla="*/ 8 w 102"/>
                <a:gd name="T63" fmla="*/ 79 h 101"/>
                <a:gd name="T64" fmla="*/ 15 w 102"/>
                <a:gd name="T65" fmla="*/ 86 h 101"/>
                <a:gd name="T66" fmla="*/ 21 w 102"/>
                <a:gd name="T67" fmla="*/ 93 h 101"/>
                <a:gd name="T68" fmla="*/ 31 w 102"/>
                <a:gd name="T69" fmla="*/ 98 h 101"/>
                <a:gd name="T70" fmla="*/ 40 w 102"/>
                <a:gd name="T71" fmla="*/ 101 h 101"/>
                <a:gd name="T72" fmla="*/ 51 w 102"/>
                <a:gd name="T73" fmla="*/ 101 h 101"/>
                <a:gd name="T74" fmla="*/ 51 w 102"/>
                <a:gd name="T75" fmla="*/ 10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2" h="101">
                  <a:moveTo>
                    <a:pt x="51" y="101"/>
                  </a:moveTo>
                  <a:lnTo>
                    <a:pt x="51" y="101"/>
                  </a:lnTo>
                  <a:lnTo>
                    <a:pt x="60" y="101"/>
                  </a:lnTo>
                  <a:lnTo>
                    <a:pt x="70" y="98"/>
                  </a:lnTo>
                  <a:lnTo>
                    <a:pt x="79" y="93"/>
                  </a:lnTo>
                  <a:lnTo>
                    <a:pt x="86" y="86"/>
                  </a:lnTo>
                  <a:lnTo>
                    <a:pt x="93" y="79"/>
                  </a:lnTo>
                  <a:lnTo>
                    <a:pt x="98" y="70"/>
                  </a:lnTo>
                  <a:lnTo>
                    <a:pt x="101" y="61"/>
                  </a:lnTo>
                  <a:lnTo>
                    <a:pt x="102" y="51"/>
                  </a:lnTo>
                  <a:lnTo>
                    <a:pt x="102" y="51"/>
                  </a:lnTo>
                  <a:lnTo>
                    <a:pt x="101" y="40"/>
                  </a:lnTo>
                  <a:lnTo>
                    <a:pt x="98" y="31"/>
                  </a:lnTo>
                  <a:lnTo>
                    <a:pt x="93" y="22"/>
                  </a:lnTo>
                  <a:lnTo>
                    <a:pt x="86" y="15"/>
                  </a:lnTo>
                  <a:lnTo>
                    <a:pt x="79" y="8"/>
                  </a:lnTo>
                  <a:lnTo>
                    <a:pt x="70" y="4"/>
                  </a:lnTo>
                  <a:lnTo>
                    <a:pt x="60" y="0"/>
                  </a:lnTo>
                  <a:lnTo>
                    <a:pt x="51" y="0"/>
                  </a:lnTo>
                  <a:lnTo>
                    <a:pt x="51" y="0"/>
                  </a:lnTo>
                  <a:lnTo>
                    <a:pt x="40" y="0"/>
                  </a:lnTo>
                  <a:lnTo>
                    <a:pt x="31" y="4"/>
                  </a:lnTo>
                  <a:lnTo>
                    <a:pt x="21" y="8"/>
                  </a:lnTo>
                  <a:lnTo>
                    <a:pt x="15" y="15"/>
                  </a:lnTo>
                  <a:lnTo>
                    <a:pt x="8" y="22"/>
                  </a:lnTo>
                  <a:lnTo>
                    <a:pt x="4" y="31"/>
                  </a:lnTo>
                  <a:lnTo>
                    <a:pt x="1" y="40"/>
                  </a:lnTo>
                  <a:lnTo>
                    <a:pt x="0" y="51"/>
                  </a:lnTo>
                  <a:lnTo>
                    <a:pt x="0" y="51"/>
                  </a:lnTo>
                  <a:lnTo>
                    <a:pt x="1" y="61"/>
                  </a:lnTo>
                  <a:lnTo>
                    <a:pt x="4" y="70"/>
                  </a:lnTo>
                  <a:lnTo>
                    <a:pt x="8" y="79"/>
                  </a:lnTo>
                  <a:lnTo>
                    <a:pt x="15" y="86"/>
                  </a:lnTo>
                  <a:lnTo>
                    <a:pt x="21" y="93"/>
                  </a:lnTo>
                  <a:lnTo>
                    <a:pt x="31" y="98"/>
                  </a:lnTo>
                  <a:lnTo>
                    <a:pt x="40" y="101"/>
                  </a:lnTo>
                  <a:lnTo>
                    <a:pt x="51" y="101"/>
                  </a:lnTo>
                  <a:lnTo>
                    <a:pt x="51" y="1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rial" panose="020B0604020202020204" pitchFamily="34" charset="0"/>
                <a:cs typeface="Arial" panose="020B0604020202020204" pitchFamily="34" charset="0"/>
              </a:endParaRPr>
            </a:p>
          </p:txBody>
        </p:sp>
        <p:sp>
          <p:nvSpPr>
            <p:cNvPr id="24" name="Freeform 131">
              <a:extLst>
                <a:ext uri="{FF2B5EF4-FFF2-40B4-BE49-F238E27FC236}">
                  <a16:creationId xmlns:a16="http://schemas.microsoft.com/office/drawing/2014/main" id="{5A6394C8-F47E-4DBD-9453-C3148CEA033E}"/>
                </a:ext>
              </a:extLst>
            </p:cNvPr>
            <p:cNvSpPr>
              <a:spLocks/>
            </p:cNvSpPr>
            <p:nvPr/>
          </p:nvSpPr>
          <p:spPr bwMode="auto">
            <a:xfrm>
              <a:off x="8602663" y="1992948"/>
              <a:ext cx="266700" cy="76200"/>
            </a:xfrm>
            <a:custGeom>
              <a:avLst/>
              <a:gdLst>
                <a:gd name="T0" fmla="*/ 228 w 336"/>
                <a:gd name="T1" fmla="*/ 19 h 97"/>
                <a:gd name="T2" fmla="*/ 254 w 336"/>
                <a:gd name="T3" fmla="*/ 22 h 97"/>
                <a:gd name="T4" fmla="*/ 289 w 336"/>
                <a:gd name="T5" fmla="*/ 30 h 97"/>
                <a:gd name="T6" fmla="*/ 308 w 336"/>
                <a:gd name="T7" fmla="*/ 38 h 97"/>
                <a:gd name="T8" fmla="*/ 316 w 336"/>
                <a:gd name="T9" fmla="*/ 44 h 97"/>
                <a:gd name="T10" fmla="*/ 316 w 336"/>
                <a:gd name="T11" fmla="*/ 47 h 97"/>
                <a:gd name="T12" fmla="*/ 315 w 336"/>
                <a:gd name="T13" fmla="*/ 51 h 97"/>
                <a:gd name="T14" fmla="*/ 296 w 336"/>
                <a:gd name="T15" fmla="*/ 61 h 97"/>
                <a:gd name="T16" fmla="*/ 258 w 336"/>
                <a:gd name="T17" fmla="*/ 70 h 97"/>
                <a:gd name="T18" fmla="*/ 202 w 336"/>
                <a:gd name="T19" fmla="*/ 77 h 97"/>
                <a:gd name="T20" fmla="*/ 168 w 336"/>
                <a:gd name="T21" fmla="*/ 77 h 97"/>
                <a:gd name="T22" fmla="*/ 104 w 336"/>
                <a:gd name="T23" fmla="*/ 74 h 97"/>
                <a:gd name="T24" fmla="*/ 56 w 336"/>
                <a:gd name="T25" fmla="*/ 66 h 97"/>
                <a:gd name="T26" fmla="*/ 28 w 336"/>
                <a:gd name="T27" fmla="*/ 55 h 97"/>
                <a:gd name="T28" fmla="*/ 19 w 336"/>
                <a:gd name="T29" fmla="*/ 48 h 97"/>
                <a:gd name="T30" fmla="*/ 19 w 336"/>
                <a:gd name="T31" fmla="*/ 47 h 97"/>
                <a:gd name="T32" fmla="*/ 22 w 336"/>
                <a:gd name="T33" fmla="*/ 42 h 97"/>
                <a:gd name="T34" fmla="*/ 35 w 336"/>
                <a:gd name="T35" fmla="*/ 34 h 97"/>
                <a:gd name="T36" fmla="*/ 60 w 336"/>
                <a:gd name="T37" fmla="*/ 26 h 97"/>
                <a:gd name="T38" fmla="*/ 106 w 336"/>
                <a:gd name="T39" fmla="*/ 19 h 97"/>
                <a:gd name="T40" fmla="*/ 105 w 336"/>
                <a:gd name="T41" fmla="*/ 0 h 97"/>
                <a:gd name="T42" fmla="*/ 56 w 336"/>
                <a:gd name="T43" fmla="*/ 7 h 97"/>
                <a:gd name="T44" fmla="*/ 24 w 336"/>
                <a:gd name="T45" fmla="*/ 18 h 97"/>
                <a:gd name="T46" fmla="*/ 11 w 336"/>
                <a:gd name="T47" fmla="*/ 26 h 97"/>
                <a:gd name="T48" fmla="*/ 3 w 336"/>
                <a:gd name="T49" fmla="*/ 35 h 97"/>
                <a:gd name="T50" fmla="*/ 0 w 336"/>
                <a:gd name="T51" fmla="*/ 47 h 97"/>
                <a:gd name="T52" fmla="*/ 0 w 336"/>
                <a:gd name="T53" fmla="*/ 54 h 97"/>
                <a:gd name="T54" fmla="*/ 8 w 336"/>
                <a:gd name="T55" fmla="*/ 65 h 97"/>
                <a:gd name="T56" fmla="*/ 22 w 336"/>
                <a:gd name="T57" fmla="*/ 74 h 97"/>
                <a:gd name="T58" fmla="*/ 54 w 336"/>
                <a:gd name="T59" fmla="*/ 85 h 97"/>
                <a:gd name="T60" fmla="*/ 108 w 336"/>
                <a:gd name="T61" fmla="*/ 94 h 97"/>
                <a:gd name="T62" fmla="*/ 168 w 336"/>
                <a:gd name="T63" fmla="*/ 97 h 97"/>
                <a:gd name="T64" fmla="*/ 198 w 336"/>
                <a:gd name="T65" fmla="*/ 96 h 97"/>
                <a:gd name="T66" fmla="*/ 257 w 336"/>
                <a:gd name="T67" fmla="*/ 90 h 97"/>
                <a:gd name="T68" fmla="*/ 304 w 336"/>
                <a:gd name="T69" fmla="*/ 78 h 97"/>
                <a:gd name="T70" fmla="*/ 321 w 336"/>
                <a:gd name="T71" fmla="*/ 69 h 97"/>
                <a:gd name="T72" fmla="*/ 332 w 336"/>
                <a:gd name="T73" fmla="*/ 59 h 97"/>
                <a:gd name="T74" fmla="*/ 336 w 336"/>
                <a:gd name="T75" fmla="*/ 47 h 97"/>
                <a:gd name="T76" fmla="*/ 335 w 336"/>
                <a:gd name="T77" fmla="*/ 42 h 97"/>
                <a:gd name="T78" fmla="*/ 329 w 336"/>
                <a:gd name="T79" fmla="*/ 31 h 97"/>
                <a:gd name="T80" fmla="*/ 319 w 336"/>
                <a:gd name="T81" fmla="*/ 22 h 97"/>
                <a:gd name="T82" fmla="*/ 296 w 336"/>
                <a:gd name="T83" fmla="*/ 12 h 97"/>
                <a:gd name="T84" fmla="*/ 261 w 336"/>
                <a:gd name="T85" fmla="*/ 4 h 97"/>
                <a:gd name="T86" fmla="*/ 230 w 336"/>
                <a:gd name="T87"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36" h="97">
                  <a:moveTo>
                    <a:pt x="230" y="0"/>
                  </a:moveTo>
                  <a:lnTo>
                    <a:pt x="228" y="19"/>
                  </a:lnTo>
                  <a:lnTo>
                    <a:pt x="228" y="19"/>
                  </a:lnTo>
                  <a:lnTo>
                    <a:pt x="254" y="22"/>
                  </a:lnTo>
                  <a:lnTo>
                    <a:pt x="274" y="26"/>
                  </a:lnTo>
                  <a:lnTo>
                    <a:pt x="289" y="30"/>
                  </a:lnTo>
                  <a:lnTo>
                    <a:pt x="301" y="34"/>
                  </a:lnTo>
                  <a:lnTo>
                    <a:pt x="308" y="38"/>
                  </a:lnTo>
                  <a:lnTo>
                    <a:pt x="313" y="42"/>
                  </a:lnTo>
                  <a:lnTo>
                    <a:pt x="316" y="44"/>
                  </a:lnTo>
                  <a:lnTo>
                    <a:pt x="316" y="47"/>
                  </a:lnTo>
                  <a:lnTo>
                    <a:pt x="316" y="47"/>
                  </a:lnTo>
                  <a:lnTo>
                    <a:pt x="316" y="48"/>
                  </a:lnTo>
                  <a:lnTo>
                    <a:pt x="315" y="51"/>
                  </a:lnTo>
                  <a:lnTo>
                    <a:pt x="306" y="55"/>
                  </a:lnTo>
                  <a:lnTo>
                    <a:pt x="296" y="61"/>
                  </a:lnTo>
                  <a:lnTo>
                    <a:pt x="278" y="66"/>
                  </a:lnTo>
                  <a:lnTo>
                    <a:pt x="258" y="70"/>
                  </a:lnTo>
                  <a:lnTo>
                    <a:pt x="233" y="74"/>
                  </a:lnTo>
                  <a:lnTo>
                    <a:pt x="202" y="77"/>
                  </a:lnTo>
                  <a:lnTo>
                    <a:pt x="168" y="77"/>
                  </a:lnTo>
                  <a:lnTo>
                    <a:pt x="168" y="77"/>
                  </a:lnTo>
                  <a:lnTo>
                    <a:pt x="133" y="77"/>
                  </a:lnTo>
                  <a:lnTo>
                    <a:pt x="104" y="74"/>
                  </a:lnTo>
                  <a:lnTo>
                    <a:pt x="78" y="70"/>
                  </a:lnTo>
                  <a:lnTo>
                    <a:pt x="56" y="66"/>
                  </a:lnTo>
                  <a:lnTo>
                    <a:pt x="40" y="61"/>
                  </a:lnTo>
                  <a:lnTo>
                    <a:pt x="28" y="55"/>
                  </a:lnTo>
                  <a:lnTo>
                    <a:pt x="22" y="51"/>
                  </a:lnTo>
                  <a:lnTo>
                    <a:pt x="19" y="48"/>
                  </a:lnTo>
                  <a:lnTo>
                    <a:pt x="19" y="47"/>
                  </a:lnTo>
                  <a:lnTo>
                    <a:pt x="19" y="47"/>
                  </a:lnTo>
                  <a:lnTo>
                    <a:pt x="20" y="44"/>
                  </a:lnTo>
                  <a:lnTo>
                    <a:pt x="22" y="42"/>
                  </a:lnTo>
                  <a:lnTo>
                    <a:pt x="27" y="38"/>
                  </a:lnTo>
                  <a:lnTo>
                    <a:pt x="35" y="34"/>
                  </a:lnTo>
                  <a:lnTo>
                    <a:pt x="46" y="30"/>
                  </a:lnTo>
                  <a:lnTo>
                    <a:pt x="60" y="26"/>
                  </a:lnTo>
                  <a:lnTo>
                    <a:pt x="81" y="22"/>
                  </a:lnTo>
                  <a:lnTo>
                    <a:pt x="106" y="19"/>
                  </a:lnTo>
                  <a:lnTo>
                    <a:pt x="105" y="0"/>
                  </a:lnTo>
                  <a:lnTo>
                    <a:pt x="105" y="0"/>
                  </a:lnTo>
                  <a:lnTo>
                    <a:pt x="74" y="4"/>
                  </a:lnTo>
                  <a:lnTo>
                    <a:pt x="56" y="7"/>
                  </a:lnTo>
                  <a:lnTo>
                    <a:pt x="39" y="12"/>
                  </a:lnTo>
                  <a:lnTo>
                    <a:pt x="24" y="18"/>
                  </a:lnTo>
                  <a:lnTo>
                    <a:pt x="17" y="22"/>
                  </a:lnTo>
                  <a:lnTo>
                    <a:pt x="11" y="26"/>
                  </a:lnTo>
                  <a:lnTo>
                    <a:pt x="7" y="31"/>
                  </a:lnTo>
                  <a:lnTo>
                    <a:pt x="3" y="35"/>
                  </a:lnTo>
                  <a:lnTo>
                    <a:pt x="0" y="42"/>
                  </a:lnTo>
                  <a:lnTo>
                    <a:pt x="0" y="47"/>
                  </a:lnTo>
                  <a:lnTo>
                    <a:pt x="0" y="47"/>
                  </a:lnTo>
                  <a:lnTo>
                    <a:pt x="0" y="54"/>
                  </a:lnTo>
                  <a:lnTo>
                    <a:pt x="3" y="59"/>
                  </a:lnTo>
                  <a:lnTo>
                    <a:pt x="8" y="65"/>
                  </a:lnTo>
                  <a:lnTo>
                    <a:pt x="15" y="69"/>
                  </a:lnTo>
                  <a:lnTo>
                    <a:pt x="22" y="74"/>
                  </a:lnTo>
                  <a:lnTo>
                    <a:pt x="31" y="78"/>
                  </a:lnTo>
                  <a:lnTo>
                    <a:pt x="54" y="85"/>
                  </a:lnTo>
                  <a:lnTo>
                    <a:pt x="79" y="90"/>
                  </a:lnTo>
                  <a:lnTo>
                    <a:pt x="108" y="94"/>
                  </a:lnTo>
                  <a:lnTo>
                    <a:pt x="137" y="96"/>
                  </a:lnTo>
                  <a:lnTo>
                    <a:pt x="168" y="97"/>
                  </a:lnTo>
                  <a:lnTo>
                    <a:pt x="168" y="97"/>
                  </a:lnTo>
                  <a:lnTo>
                    <a:pt x="198" y="96"/>
                  </a:lnTo>
                  <a:lnTo>
                    <a:pt x="228" y="94"/>
                  </a:lnTo>
                  <a:lnTo>
                    <a:pt x="257" y="90"/>
                  </a:lnTo>
                  <a:lnTo>
                    <a:pt x="282" y="85"/>
                  </a:lnTo>
                  <a:lnTo>
                    <a:pt x="304" y="78"/>
                  </a:lnTo>
                  <a:lnTo>
                    <a:pt x="313" y="74"/>
                  </a:lnTo>
                  <a:lnTo>
                    <a:pt x="321" y="69"/>
                  </a:lnTo>
                  <a:lnTo>
                    <a:pt x="327" y="65"/>
                  </a:lnTo>
                  <a:lnTo>
                    <a:pt x="332" y="59"/>
                  </a:lnTo>
                  <a:lnTo>
                    <a:pt x="335" y="54"/>
                  </a:lnTo>
                  <a:lnTo>
                    <a:pt x="336" y="47"/>
                  </a:lnTo>
                  <a:lnTo>
                    <a:pt x="336" y="47"/>
                  </a:lnTo>
                  <a:lnTo>
                    <a:pt x="335" y="42"/>
                  </a:lnTo>
                  <a:lnTo>
                    <a:pt x="332" y="35"/>
                  </a:lnTo>
                  <a:lnTo>
                    <a:pt x="329" y="31"/>
                  </a:lnTo>
                  <a:lnTo>
                    <a:pt x="324" y="26"/>
                  </a:lnTo>
                  <a:lnTo>
                    <a:pt x="319" y="22"/>
                  </a:lnTo>
                  <a:lnTo>
                    <a:pt x="312" y="18"/>
                  </a:lnTo>
                  <a:lnTo>
                    <a:pt x="296" y="12"/>
                  </a:lnTo>
                  <a:lnTo>
                    <a:pt x="278" y="7"/>
                  </a:lnTo>
                  <a:lnTo>
                    <a:pt x="261" y="4"/>
                  </a:lnTo>
                  <a:lnTo>
                    <a:pt x="230" y="0"/>
                  </a:lnTo>
                  <a:lnTo>
                    <a:pt x="23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rial" panose="020B0604020202020204" pitchFamily="34" charset="0"/>
                <a:cs typeface="Arial" panose="020B0604020202020204" pitchFamily="34" charset="0"/>
              </a:endParaRPr>
            </a:p>
          </p:txBody>
        </p:sp>
      </p:grpSp>
      <p:sp>
        <p:nvSpPr>
          <p:cNvPr id="45" name="Google Shape;492;p8">
            <a:extLst>
              <a:ext uri="{FF2B5EF4-FFF2-40B4-BE49-F238E27FC236}">
                <a16:creationId xmlns:a16="http://schemas.microsoft.com/office/drawing/2014/main" id="{50F1F7E2-6CE5-486B-A816-68A821532111}"/>
              </a:ext>
            </a:extLst>
          </p:cNvPr>
          <p:cNvSpPr txBox="1"/>
          <p:nvPr/>
        </p:nvSpPr>
        <p:spPr>
          <a:xfrm>
            <a:off x="8767767" y="5721560"/>
            <a:ext cx="2964713" cy="553998"/>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מניעת התדרדרות </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 תפקודית  והגדלת שנות החיים הבריאות</a:t>
            </a:r>
          </a:p>
        </p:txBody>
      </p:sp>
      <p:sp>
        <p:nvSpPr>
          <p:cNvPr id="42" name="Rectangle 41">
            <a:extLst>
              <a:ext uri="{FF2B5EF4-FFF2-40B4-BE49-F238E27FC236}">
                <a16:creationId xmlns:a16="http://schemas.microsoft.com/office/drawing/2014/main" id="{8F8652B8-2FFC-4D91-898F-406B32EEB388}"/>
              </a:ext>
            </a:extLst>
          </p:cNvPr>
          <p:cNvSpPr/>
          <p:nvPr/>
        </p:nvSpPr>
        <p:spPr>
          <a:xfrm>
            <a:off x="362992" y="1813109"/>
            <a:ext cx="3501831" cy="4927600"/>
          </a:xfrm>
          <a:prstGeom prst="rect">
            <a:avLst/>
          </a:prstGeom>
          <a:solidFill>
            <a:schemeClr val="bg1">
              <a:alpha val="58000"/>
            </a:schemeClr>
          </a:solidFill>
          <a:ln>
            <a:solidFill>
              <a:schemeClr val="bg1"/>
            </a:solidFill>
          </a:ln>
          <a:effectLst>
            <a:outerShdw blurRad="495300" dist="50800" dir="5400000" algn="ctr" rotWithShape="0">
              <a:schemeClr val="tx1">
                <a:lumMod val="85000"/>
                <a:lumOff val="15000"/>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1" name="Google Shape;492;p8">
            <a:extLst>
              <a:ext uri="{FF2B5EF4-FFF2-40B4-BE49-F238E27FC236}">
                <a16:creationId xmlns:a16="http://schemas.microsoft.com/office/drawing/2014/main" id="{4D4AE194-BC50-44F7-9EC6-B8B87519D04C}"/>
              </a:ext>
            </a:extLst>
          </p:cNvPr>
          <p:cNvSpPr txBox="1"/>
          <p:nvPr/>
        </p:nvSpPr>
        <p:spPr>
          <a:xfrm>
            <a:off x="557732" y="4899567"/>
            <a:ext cx="2842874"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מדידת </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תוצאות ואימפקט</a:t>
            </a:r>
            <a:endParaRPr kumimoji="0"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endParaRPr>
          </a:p>
        </p:txBody>
      </p:sp>
      <p:sp>
        <p:nvSpPr>
          <p:cNvPr id="12" name="Google Shape;492;p8">
            <a:extLst>
              <a:ext uri="{FF2B5EF4-FFF2-40B4-BE49-F238E27FC236}">
                <a16:creationId xmlns:a16="http://schemas.microsoft.com/office/drawing/2014/main" id="{BDE070DB-83EC-4E8E-9F66-FF86B4DB3A89}"/>
              </a:ext>
            </a:extLst>
          </p:cNvPr>
          <p:cNvSpPr txBox="1"/>
          <p:nvPr/>
        </p:nvSpPr>
        <p:spPr>
          <a:xfrm>
            <a:off x="275907" y="4308973"/>
            <a:ext cx="3124699"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התאמת מדיניות </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על בסיס נתונים</a:t>
            </a:r>
            <a:endParaRPr kumimoji="0"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endParaRPr>
          </a:p>
        </p:txBody>
      </p:sp>
      <p:sp>
        <p:nvSpPr>
          <p:cNvPr id="16" name="Google Shape;492;p8">
            <a:extLst>
              <a:ext uri="{FF2B5EF4-FFF2-40B4-BE49-F238E27FC236}">
                <a16:creationId xmlns:a16="http://schemas.microsoft.com/office/drawing/2014/main" id="{FA283C4A-E7EA-4B00-A132-D2F212D82741}"/>
              </a:ext>
            </a:extLst>
          </p:cNvPr>
          <p:cNvSpPr txBox="1"/>
          <p:nvPr/>
        </p:nvSpPr>
        <p:spPr>
          <a:xfrm>
            <a:off x="275907" y="5490160"/>
            <a:ext cx="3124699"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פתיחה ושיפור דינמיקת </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השוק</a:t>
            </a:r>
            <a:endParaRPr kumimoji="0"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endParaRPr>
          </a:p>
        </p:txBody>
      </p:sp>
      <p:sp>
        <p:nvSpPr>
          <p:cNvPr id="19" name="TextBox 18">
            <a:extLst>
              <a:ext uri="{FF2B5EF4-FFF2-40B4-BE49-F238E27FC236}">
                <a16:creationId xmlns:a16="http://schemas.microsoft.com/office/drawing/2014/main" id="{F06E3819-AD9E-463B-BCC6-A7D1BC63D840}"/>
              </a:ext>
            </a:extLst>
          </p:cNvPr>
          <p:cNvSpPr txBox="1"/>
          <p:nvPr/>
        </p:nvSpPr>
        <p:spPr>
          <a:xfrm>
            <a:off x="1190416" y="2792914"/>
            <a:ext cx="1774846"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rPr>
              <a:t>ניהול ואסטרטגיה</a:t>
            </a:r>
            <a:endParaRPr kumimoji="0" lang="en-IL" sz="18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endParaRPr>
          </a:p>
        </p:txBody>
      </p:sp>
      <p:grpSp>
        <p:nvGrpSpPr>
          <p:cNvPr id="35" name="Group 34">
            <a:extLst>
              <a:ext uri="{FF2B5EF4-FFF2-40B4-BE49-F238E27FC236}">
                <a16:creationId xmlns:a16="http://schemas.microsoft.com/office/drawing/2014/main" id="{C305210D-42E2-4A2E-9CDD-2A61C2593C71}"/>
              </a:ext>
            </a:extLst>
          </p:cNvPr>
          <p:cNvGrpSpPr>
            <a:grpSpLocks noChangeAspect="1"/>
          </p:cNvGrpSpPr>
          <p:nvPr/>
        </p:nvGrpSpPr>
        <p:grpSpPr>
          <a:xfrm>
            <a:off x="1891235" y="2172147"/>
            <a:ext cx="522288" cy="523875"/>
            <a:chOff x="7594601" y="824548"/>
            <a:chExt cx="522288" cy="523875"/>
          </a:xfrm>
          <a:solidFill>
            <a:schemeClr val="accent1"/>
          </a:solidFill>
        </p:grpSpPr>
        <p:sp>
          <p:nvSpPr>
            <p:cNvPr id="36" name="Freeform 14">
              <a:extLst>
                <a:ext uri="{FF2B5EF4-FFF2-40B4-BE49-F238E27FC236}">
                  <a16:creationId xmlns:a16="http://schemas.microsoft.com/office/drawing/2014/main" id="{B715D1DA-577F-45FC-957A-1E26AAD4D6D9}"/>
                </a:ext>
              </a:extLst>
            </p:cNvPr>
            <p:cNvSpPr>
              <a:spLocks noEditPoints="1"/>
            </p:cNvSpPr>
            <p:nvPr/>
          </p:nvSpPr>
          <p:spPr bwMode="auto">
            <a:xfrm>
              <a:off x="7594601" y="824548"/>
              <a:ext cx="522288" cy="523875"/>
            </a:xfrm>
            <a:custGeom>
              <a:avLst/>
              <a:gdLst>
                <a:gd name="T0" fmla="*/ 312 w 659"/>
                <a:gd name="T1" fmla="*/ 658 h 658"/>
                <a:gd name="T2" fmla="*/ 262 w 659"/>
                <a:gd name="T3" fmla="*/ 652 h 658"/>
                <a:gd name="T4" fmla="*/ 202 w 659"/>
                <a:gd name="T5" fmla="*/ 633 h 658"/>
                <a:gd name="T6" fmla="*/ 120 w 659"/>
                <a:gd name="T7" fmla="*/ 583 h 658"/>
                <a:gd name="T8" fmla="*/ 57 w 659"/>
                <a:gd name="T9" fmla="*/ 513 h 658"/>
                <a:gd name="T10" fmla="*/ 15 w 659"/>
                <a:gd name="T11" fmla="*/ 427 h 658"/>
                <a:gd name="T12" fmla="*/ 4 w 659"/>
                <a:gd name="T13" fmla="*/ 379 h 658"/>
                <a:gd name="T14" fmla="*/ 0 w 659"/>
                <a:gd name="T15" fmla="*/ 329 h 658"/>
                <a:gd name="T16" fmla="*/ 2 w 659"/>
                <a:gd name="T17" fmla="*/ 295 h 658"/>
                <a:gd name="T18" fmla="*/ 11 w 659"/>
                <a:gd name="T19" fmla="*/ 247 h 658"/>
                <a:gd name="T20" fmla="*/ 41 w 659"/>
                <a:gd name="T21" fmla="*/ 173 h 658"/>
                <a:gd name="T22" fmla="*/ 97 w 659"/>
                <a:gd name="T23" fmla="*/ 96 h 658"/>
                <a:gd name="T24" fmla="*/ 172 w 659"/>
                <a:gd name="T25" fmla="*/ 40 h 658"/>
                <a:gd name="T26" fmla="*/ 248 w 659"/>
                <a:gd name="T27" fmla="*/ 10 h 658"/>
                <a:gd name="T28" fmla="*/ 296 w 659"/>
                <a:gd name="T29" fmla="*/ 2 h 658"/>
                <a:gd name="T30" fmla="*/ 330 w 659"/>
                <a:gd name="T31" fmla="*/ 0 h 658"/>
                <a:gd name="T32" fmla="*/ 379 w 659"/>
                <a:gd name="T33" fmla="*/ 4 h 658"/>
                <a:gd name="T34" fmla="*/ 426 w 659"/>
                <a:gd name="T35" fmla="*/ 16 h 658"/>
                <a:gd name="T36" fmla="*/ 514 w 659"/>
                <a:gd name="T37" fmla="*/ 56 h 658"/>
                <a:gd name="T38" fmla="*/ 584 w 659"/>
                <a:gd name="T39" fmla="*/ 121 h 658"/>
                <a:gd name="T40" fmla="*/ 632 w 659"/>
                <a:gd name="T41" fmla="*/ 201 h 658"/>
                <a:gd name="T42" fmla="*/ 652 w 659"/>
                <a:gd name="T43" fmla="*/ 263 h 658"/>
                <a:gd name="T44" fmla="*/ 658 w 659"/>
                <a:gd name="T45" fmla="*/ 313 h 658"/>
                <a:gd name="T46" fmla="*/ 658 w 659"/>
                <a:gd name="T47" fmla="*/ 346 h 658"/>
                <a:gd name="T48" fmla="*/ 652 w 659"/>
                <a:gd name="T49" fmla="*/ 396 h 658"/>
                <a:gd name="T50" fmla="*/ 632 w 659"/>
                <a:gd name="T51" fmla="*/ 457 h 658"/>
                <a:gd name="T52" fmla="*/ 584 w 659"/>
                <a:gd name="T53" fmla="*/ 539 h 658"/>
                <a:gd name="T54" fmla="*/ 514 w 659"/>
                <a:gd name="T55" fmla="*/ 602 h 658"/>
                <a:gd name="T56" fmla="*/ 426 w 659"/>
                <a:gd name="T57" fmla="*/ 644 h 658"/>
                <a:gd name="T58" fmla="*/ 379 w 659"/>
                <a:gd name="T59" fmla="*/ 654 h 658"/>
                <a:gd name="T60" fmla="*/ 330 w 659"/>
                <a:gd name="T61" fmla="*/ 658 h 658"/>
                <a:gd name="T62" fmla="*/ 330 w 659"/>
                <a:gd name="T63" fmla="*/ 37 h 658"/>
                <a:gd name="T64" fmla="*/ 242 w 659"/>
                <a:gd name="T65" fmla="*/ 51 h 658"/>
                <a:gd name="T66" fmla="*/ 167 w 659"/>
                <a:gd name="T67" fmla="*/ 88 h 658"/>
                <a:gd name="T68" fmla="*/ 105 w 659"/>
                <a:gd name="T69" fmla="*/ 144 h 658"/>
                <a:gd name="T70" fmla="*/ 61 w 659"/>
                <a:gd name="T71" fmla="*/ 216 h 658"/>
                <a:gd name="T72" fmla="*/ 39 w 659"/>
                <a:gd name="T73" fmla="*/ 299 h 658"/>
                <a:gd name="T74" fmla="*/ 39 w 659"/>
                <a:gd name="T75" fmla="*/ 359 h 658"/>
                <a:gd name="T76" fmla="*/ 61 w 659"/>
                <a:gd name="T77" fmla="*/ 443 h 658"/>
                <a:gd name="T78" fmla="*/ 105 w 659"/>
                <a:gd name="T79" fmla="*/ 514 h 658"/>
                <a:gd name="T80" fmla="*/ 167 w 659"/>
                <a:gd name="T81" fmla="*/ 571 h 658"/>
                <a:gd name="T82" fmla="*/ 242 w 659"/>
                <a:gd name="T83" fmla="*/ 607 h 658"/>
                <a:gd name="T84" fmla="*/ 330 w 659"/>
                <a:gd name="T85" fmla="*/ 621 h 658"/>
                <a:gd name="T86" fmla="*/ 387 w 659"/>
                <a:gd name="T87" fmla="*/ 615 h 658"/>
                <a:gd name="T88" fmla="*/ 468 w 659"/>
                <a:gd name="T89" fmla="*/ 586 h 658"/>
                <a:gd name="T90" fmla="*/ 535 w 659"/>
                <a:gd name="T91" fmla="*/ 535 h 658"/>
                <a:gd name="T92" fmla="*/ 585 w 659"/>
                <a:gd name="T93" fmla="*/ 467 h 658"/>
                <a:gd name="T94" fmla="*/ 614 w 659"/>
                <a:gd name="T95" fmla="*/ 388 h 658"/>
                <a:gd name="T96" fmla="*/ 621 w 659"/>
                <a:gd name="T97" fmla="*/ 329 h 658"/>
                <a:gd name="T98" fmla="*/ 608 w 659"/>
                <a:gd name="T99" fmla="*/ 243 h 658"/>
                <a:gd name="T100" fmla="*/ 570 w 659"/>
                <a:gd name="T101" fmla="*/ 166 h 658"/>
                <a:gd name="T102" fmla="*/ 515 w 659"/>
                <a:gd name="T103" fmla="*/ 105 h 658"/>
                <a:gd name="T104" fmla="*/ 442 w 659"/>
                <a:gd name="T105" fmla="*/ 62 h 658"/>
                <a:gd name="T106" fmla="*/ 359 w 659"/>
                <a:gd name="T107" fmla="*/ 40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9" h="658">
                  <a:moveTo>
                    <a:pt x="330" y="658"/>
                  </a:moveTo>
                  <a:lnTo>
                    <a:pt x="330" y="658"/>
                  </a:lnTo>
                  <a:lnTo>
                    <a:pt x="312" y="658"/>
                  </a:lnTo>
                  <a:lnTo>
                    <a:pt x="296" y="657"/>
                  </a:lnTo>
                  <a:lnTo>
                    <a:pt x="280" y="654"/>
                  </a:lnTo>
                  <a:lnTo>
                    <a:pt x="262" y="652"/>
                  </a:lnTo>
                  <a:lnTo>
                    <a:pt x="248" y="648"/>
                  </a:lnTo>
                  <a:lnTo>
                    <a:pt x="231" y="644"/>
                  </a:lnTo>
                  <a:lnTo>
                    <a:pt x="202" y="633"/>
                  </a:lnTo>
                  <a:lnTo>
                    <a:pt x="172" y="618"/>
                  </a:lnTo>
                  <a:lnTo>
                    <a:pt x="145" y="602"/>
                  </a:lnTo>
                  <a:lnTo>
                    <a:pt x="120" y="583"/>
                  </a:lnTo>
                  <a:lnTo>
                    <a:pt x="97" y="562"/>
                  </a:lnTo>
                  <a:lnTo>
                    <a:pt x="76" y="539"/>
                  </a:lnTo>
                  <a:lnTo>
                    <a:pt x="57" y="513"/>
                  </a:lnTo>
                  <a:lnTo>
                    <a:pt x="41" y="486"/>
                  </a:lnTo>
                  <a:lnTo>
                    <a:pt x="26" y="457"/>
                  </a:lnTo>
                  <a:lnTo>
                    <a:pt x="15" y="427"/>
                  </a:lnTo>
                  <a:lnTo>
                    <a:pt x="11" y="411"/>
                  </a:lnTo>
                  <a:lnTo>
                    <a:pt x="7" y="396"/>
                  </a:lnTo>
                  <a:lnTo>
                    <a:pt x="4" y="379"/>
                  </a:lnTo>
                  <a:lnTo>
                    <a:pt x="2" y="363"/>
                  </a:lnTo>
                  <a:lnTo>
                    <a:pt x="0" y="346"/>
                  </a:lnTo>
                  <a:lnTo>
                    <a:pt x="0" y="329"/>
                  </a:lnTo>
                  <a:lnTo>
                    <a:pt x="0" y="329"/>
                  </a:lnTo>
                  <a:lnTo>
                    <a:pt x="0" y="313"/>
                  </a:lnTo>
                  <a:lnTo>
                    <a:pt x="2" y="295"/>
                  </a:lnTo>
                  <a:lnTo>
                    <a:pt x="4" y="279"/>
                  </a:lnTo>
                  <a:lnTo>
                    <a:pt x="7" y="263"/>
                  </a:lnTo>
                  <a:lnTo>
                    <a:pt x="11" y="247"/>
                  </a:lnTo>
                  <a:lnTo>
                    <a:pt x="15" y="232"/>
                  </a:lnTo>
                  <a:lnTo>
                    <a:pt x="26" y="201"/>
                  </a:lnTo>
                  <a:lnTo>
                    <a:pt x="41" y="173"/>
                  </a:lnTo>
                  <a:lnTo>
                    <a:pt x="57" y="145"/>
                  </a:lnTo>
                  <a:lnTo>
                    <a:pt x="76" y="121"/>
                  </a:lnTo>
                  <a:lnTo>
                    <a:pt x="97" y="96"/>
                  </a:lnTo>
                  <a:lnTo>
                    <a:pt x="120" y="75"/>
                  </a:lnTo>
                  <a:lnTo>
                    <a:pt x="145" y="56"/>
                  </a:lnTo>
                  <a:lnTo>
                    <a:pt x="172" y="40"/>
                  </a:lnTo>
                  <a:lnTo>
                    <a:pt x="202" y="27"/>
                  </a:lnTo>
                  <a:lnTo>
                    <a:pt x="231" y="16"/>
                  </a:lnTo>
                  <a:lnTo>
                    <a:pt x="248" y="10"/>
                  </a:lnTo>
                  <a:lnTo>
                    <a:pt x="262" y="6"/>
                  </a:lnTo>
                  <a:lnTo>
                    <a:pt x="280" y="4"/>
                  </a:lnTo>
                  <a:lnTo>
                    <a:pt x="296" y="2"/>
                  </a:lnTo>
                  <a:lnTo>
                    <a:pt x="312" y="1"/>
                  </a:lnTo>
                  <a:lnTo>
                    <a:pt x="330" y="0"/>
                  </a:lnTo>
                  <a:lnTo>
                    <a:pt x="330" y="0"/>
                  </a:lnTo>
                  <a:lnTo>
                    <a:pt x="346" y="1"/>
                  </a:lnTo>
                  <a:lnTo>
                    <a:pt x="363" y="2"/>
                  </a:lnTo>
                  <a:lnTo>
                    <a:pt x="379" y="4"/>
                  </a:lnTo>
                  <a:lnTo>
                    <a:pt x="395" y="6"/>
                  </a:lnTo>
                  <a:lnTo>
                    <a:pt x="412" y="10"/>
                  </a:lnTo>
                  <a:lnTo>
                    <a:pt x="426" y="16"/>
                  </a:lnTo>
                  <a:lnTo>
                    <a:pt x="457" y="27"/>
                  </a:lnTo>
                  <a:lnTo>
                    <a:pt x="485" y="40"/>
                  </a:lnTo>
                  <a:lnTo>
                    <a:pt x="514" y="56"/>
                  </a:lnTo>
                  <a:lnTo>
                    <a:pt x="538" y="75"/>
                  </a:lnTo>
                  <a:lnTo>
                    <a:pt x="562" y="96"/>
                  </a:lnTo>
                  <a:lnTo>
                    <a:pt x="584" y="121"/>
                  </a:lnTo>
                  <a:lnTo>
                    <a:pt x="602" y="145"/>
                  </a:lnTo>
                  <a:lnTo>
                    <a:pt x="619" y="173"/>
                  </a:lnTo>
                  <a:lnTo>
                    <a:pt x="632" y="201"/>
                  </a:lnTo>
                  <a:lnTo>
                    <a:pt x="644" y="232"/>
                  </a:lnTo>
                  <a:lnTo>
                    <a:pt x="648" y="247"/>
                  </a:lnTo>
                  <a:lnTo>
                    <a:pt x="652" y="263"/>
                  </a:lnTo>
                  <a:lnTo>
                    <a:pt x="655" y="279"/>
                  </a:lnTo>
                  <a:lnTo>
                    <a:pt x="656" y="295"/>
                  </a:lnTo>
                  <a:lnTo>
                    <a:pt x="658" y="313"/>
                  </a:lnTo>
                  <a:lnTo>
                    <a:pt x="659" y="329"/>
                  </a:lnTo>
                  <a:lnTo>
                    <a:pt x="659" y="329"/>
                  </a:lnTo>
                  <a:lnTo>
                    <a:pt x="658" y="346"/>
                  </a:lnTo>
                  <a:lnTo>
                    <a:pt x="656" y="363"/>
                  </a:lnTo>
                  <a:lnTo>
                    <a:pt x="655" y="379"/>
                  </a:lnTo>
                  <a:lnTo>
                    <a:pt x="652" y="396"/>
                  </a:lnTo>
                  <a:lnTo>
                    <a:pt x="648" y="411"/>
                  </a:lnTo>
                  <a:lnTo>
                    <a:pt x="644" y="427"/>
                  </a:lnTo>
                  <a:lnTo>
                    <a:pt x="632" y="457"/>
                  </a:lnTo>
                  <a:lnTo>
                    <a:pt x="619" y="486"/>
                  </a:lnTo>
                  <a:lnTo>
                    <a:pt x="602" y="513"/>
                  </a:lnTo>
                  <a:lnTo>
                    <a:pt x="584" y="539"/>
                  </a:lnTo>
                  <a:lnTo>
                    <a:pt x="562" y="562"/>
                  </a:lnTo>
                  <a:lnTo>
                    <a:pt x="538" y="583"/>
                  </a:lnTo>
                  <a:lnTo>
                    <a:pt x="514" y="602"/>
                  </a:lnTo>
                  <a:lnTo>
                    <a:pt x="485" y="618"/>
                  </a:lnTo>
                  <a:lnTo>
                    <a:pt x="457" y="633"/>
                  </a:lnTo>
                  <a:lnTo>
                    <a:pt x="426" y="644"/>
                  </a:lnTo>
                  <a:lnTo>
                    <a:pt x="412" y="648"/>
                  </a:lnTo>
                  <a:lnTo>
                    <a:pt x="395" y="652"/>
                  </a:lnTo>
                  <a:lnTo>
                    <a:pt x="379" y="654"/>
                  </a:lnTo>
                  <a:lnTo>
                    <a:pt x="363" y="657"/>
                  </a:lnTo>
                  <a:lnTo>
                    <a:pt x="346" y="658"/>
                  </a:lnTo>
                  <a:lnTo>
                    <a:pt x="330" y="658"/>
                  </a:lnTo>
                  <a:lnTo>
                    <a:pt x="330" y="658"/>
                  </a:lnTo>
                  <a:close/>
                  <a:moveTo>
                    <a:pt x="330" y="37"/>
                  </a:moveTo>
                  <a:lnTo>
                    <a:pt x="330" y="37"/>
                  </a:lnTo>
                  <a:lnTo>
                    <a:pt x="300" y="40"/>
                  </a:lnTo>
                  <a:lnTo>
                    <a:pt x="270" y="44"/>
                  </a:lnTo>
                  <a:lnTo>
                    <a:pt x="242" y="51"/>
                  </a:lnTo>
                  <a:lnTo>
                    <a:pt x="215" y="62"/>
                  </a:lnTo>
                  <a:lnTo>
                    <a:pt x="191" y="74"/>
                  </a:lnTo>
                  <a:lnTo>
                    <a:pt x="167" y="88"/>
                  </a:lnTo>
                  <a:lnTo>
                    <a:pt x="144" y="105"/>
                  </a:lnTo>
                  <a:lnTo>
                    <a:pt x="124" y="123"/>
                  </a:lnTo>
                  <a:lnTo>
                    <a:pt x="105" y="144"/>
                  </a:lnTo>
                  <a:lnTo>
                    <a:pt x="88" y="166"/>
                  </a:lnTo>
                  <a:lnTo>
                    <a:pt x="73" y="191"/>
                  </a:lnTo>
                  <a:lnTo>
                    <a:pt x="61" y="216"/>
                  </a:lnTo>
                  <a:lnTo>
                    <a:pt x="51" y="243"/>
                  </a:lnTo>
                  <a:lnTo>
                    <a:pt x="43" y="271"/>
                  </a:lnTo>
                  <a:lnTo>
                    <a:pt x="39" y="299"/>
                  </a:lnTo>
                  <a:lnTo>
                    <a:pt x="38" y="329"/>
                  </a:lnTo>
                  <a:lnTo>
                    <a:pt x="38" y="329"/>
                  </a:lnTo>
                  <a:lnTo>
                    <a:pt x="39" y="359"/>
                  </a:lnTo>
                  <a:lnTo>
                    <a:pt x="43" y="388"/>
                  </a:lnTo>
                  <a:lnTo>
                    <a:pt x="51" y="416"/>
                  </a:lnTo>
                  <a:lnTo>
                    <a:pt x="61" y="443"/>
                  </a:lnTo>
                  <a:lnTo>
                    <a:pt x="73" y="467"/>
                  </a:lnTo>
                  <a:lnTo>
                    <a:pt x="88" y="492"/>
                  </a:lnTo>
                  <a:lnTo>
                    <a:pt x="105" y="514"/>
                  </a:lnTo>
                  <a:lnTo>
                    <a:pt x="124" y="535"/>
                  </a:lnTo>
                  <a:lnTo>
                    <a:pt x="144" y="553"/>
                  </a:lnTo>
                  <a:lnTo>
                    <a:pt x="167" y="571"/>
                  </a:lnTo>
                  <a:lnTo>
                    <a:pt x="191" y="586"/>
                  </a:lnTo>
                  <a:lnTo>
                    <a:pt x="215" y="598"/>
                  </a:lnTo>
                  <a:lnTo>
                    <a:pt x="242" y="607"/>
                  </a:lnTo>
                  <a:lnTo>
                    <a:pt x="270" y="615"/>
                  </a:lnTo>
                  <a:lnTo>
                    <a:pt x="300" y="619"/>
                  </a:lnTo>
                  <a:lnTo>
                    <a:pt x="330" y="621"/>
                  </a:lnTo>
                  <a:lnTo>
                    <a:pt x="330" y="621"/>
                  </a:lnTo>
                  <a:lnTo>
                    <a:pt x="359" y="619"/>
                  </a:lnTo>
                  <a:lnTo>
                    <a:pt x="387" y="615"/>
                  </a:lnTo>
                  <a:lnTo>
                    <a:pt x="416" y="607"/>
                  </a:lnTo>
                  <a:lnTo>
                    <a:pt x="442" y="598"/>
                  </a:lnTo>
                  <a:lnTo>
                    <a:pt x="468" y="586"/>
                  </a:lnTo>
                  <a:lnTo>
                    <a:pt x="492" y="571"/>
                  </a:lnTo>
                  <a:lnTo>
                    <a:pt x="515" y="553"/>
                  </a:lnTo>
                  <a:lnTo>
                    <a:pt x="535" y="535"/>
                  </a:lnTo>
                  <a:lnTo>
                    <a:pt x="554" y="514"/>
                  </a:lnTo>
                  <a:lnTo>
                    <a:pt x="570" y="492"/>
                  </a:lnTo>
                  <a:lnTo>
                    <a:pt x="585" y="467"/>
                  </a:lnTo>
                  <a:lnTo>
                    <a:pt x="597" y="443"/>
                  </a:lnTo>
                  <a:lnTo>
                    <a:pt x="608" y="416"/>
                  </a:lnTo>
                  <a:lnTo>
                    <a:pt x="614" y="388"/>
                  </a:lnTo>
                  <a:lnTo>
                    <a:pt x="619" y="359"/>
                  </a:lnTo>
                  <a:lnTo>
                    <a:pt x="621" y="329"/>
                  </a:lnTo>
                  <a:lnTo>
                    <a:pt x="621" y="329"/>
                  </a:lnTo>
                  <a:lnTo>
                    <a:pt x="619" y="299"/>
                  </a:lnTo>
                  <a:lnTo>
                    <a:pt x="614" y="271"/>
                  </a:lnTo>
                  <a:lnTo>
                    <a:pt x="608" y="243"/>
                  </a:lnTo>
                  <a:lnTo>
                    <a:pt x="597" y="216"/>
                  </a:lnTo>
                  <a:lnTo>
                    <a:pt x="585" y="191"/>
                  </a:lnTo>
                  <a:lnTo>
                    <a:pt x="570" y="166"/>
                  </a:lnTo>
                  <a:lnTo>
                    <a:pt x="554" y="144"/>
                  </a:lnTo>
                  <a:lnTo>
                    <a:pt x="535" y="123"/>
                  </a:lnTo>
                  <a:lnTo>
                    <a:pt x="515" y="105"/>
                  </a:lnTo>
                  <a:lnTo>
                    <a:pt x="492" y="88"/>
                  </a:lnTo>
                  <a:lnTo>
                    <a:pt x="468" y="74"/>
                  </a:lnTo>
                  <a:lnTo>
                    <a:pt x="442" y="62"/>
                  </a:lnTo>
                  <a:lnTo>
                    <a:pt x="416" y="51"/>
                  </a:lnTo>
                  <a:lnTo>
                    <a:pt x="387" y="44"/>
                  </a:lnTo>
                  <a:lnTo>
                    <a:pt x="359" y="40"/>
                  </a:lnTo>
                  <a:lnTo>
                    <a:pt x="330" y="37"/>
                  </a:lnTo>
                  <a:lnTo>
                    <a:pt x="33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rial" panose="020B0604020202020204" pitchFamily="34" charset="0"/>
                <a:cs typeface="Arial" panose="020B0604020202020204" pitchFamily="34" charset="0"/>
              </a:endParaRPr>
            </a:p>
          </p:txBody>
        </p:sp>
        <p:sp>
          <p:nvSpPr>
            <p:cNvPr id="37" name="Freeform 122">
              <a:extLst>
                <a:ext uri="{FF2B5EF4-FFF2-40B4-BE49-F238E27FC236}">
                  <a16:creationId xmlns:a16="http://schemas.microsoft.com/office/drawing/2014/main" id="{CA49A426-FE0A-433C-9CF3-DEA99DEAC7A3}"/>
                </a:ext>
              </a:extLst>
            </p:cNvPr>
            <p:cNvSpPr>
              <a:spLocks/>
            </p:cNvSpPr>
            <p:nvPr/>
          </p:nvSpPr>
          <p:spPr bwMode="auto">
            <a:xfrm>
              <a:off x="7681913" y="1081723"/>
              <a:ext cx="296863" cy="125413"/>
            </a:xfrm>
            <a:custGeom>
              <a:avLst/>
              <a:gdLst>
                <a:gd name="T0" fmla="*/ 363 w 375"/>
                <a:gd name="T1" fmla="*/ 39 h 157"/>
                <a:gd name="T2" fmla="*/ 355 w 375"/>
                <a:gd name="T3" fmla="*/ 43 h 157"/>
                <a:gd name="T4" fmla="*/ 352 w 375"/>
                <a:gd name="T5" fmla="*/ 47 h 157"/>
                <a:gd name="T6" fmla="*/ 351 w 375"/>
                <a:gd name="T7" fmla="*/ 115 h 157"/>
                <a:gd name="T8" fmla="*/ 348 w 375"/>
                <a:gd name="T9" fmla="*/ 118 h 157"/>
                <a:gd name="T10" fmla="*/ 346 w 375"/>
                <a:gd name="T11" fmla="*/ 110 h 157"/>
                <a:gd name="T12" fmla="*/ 222 w 375"/>
                <a:gd name="T13" fmla="*/ 2 h 157"/>
                <a:gd name="T14" fmla="*/ 214 w 375"/>
                <a:gd name="T15" fmla="*/ 0 h 157"/>
                <a:gd name="T16" fmla="*/ 124 w 375"/>
                <a:gd name="T17" fmla="*/ 0 h 157"/>
                <a:gd name="T18" fmla="*/ 12 w 375"/>
                <a:gd name="T19" fmla="*/ 0 h 157"/>
                <a:gd name="T20" fmla="*/ 4 w 375"/>
                <a:gd name="T21" fmla="*/ 2 h 157"/>
                <a:gd name="T22" fmla="*/ 2 w 375"/>
                <a:gd name="T23" fmla="*/ 6 h 157"/>
                <a:gd name="T24" fmla="*/ 0 w 375"/>
                <a:gd name="T25" fmla="*/ 12 h 157"/>
                <a:gd name="T26" fmla="*/ 4 w 375"/>
                <a:gd name="T27" fmla="*/ 20 h 157"/>
                <a:gd name="T28" fmla="*/ 8 w 375"/>
                <a:gd name="T29" fmla="*/ 22 h 157"/>
                <a:gd name="T30" fmla="*/ 124 w 375"/>
                <a:gd name="T31" fmla="*/ 22 h 157"/>
                <a:gd name="T32" fmla="*/ 210 w 375"/>
                <a:gd name="T33" fmla="*/ 22 h 157"/>
                <a:gd name="T34" fmla="*/ 329 w 375"/>
                <a:gd name="T35" fmla="*/ 127 h 157"/>
                <a:gd name="T36" fmla="*/ 336 w 375"/>
                <a:gd name="T37" fmla="*/ 131 h 157"/>
                <a:gd name="T38" fmla="*/ 264 w 375"/>
                <a:gd name="T39" fmla="*/ 133 h 157"/>
                <a:gd name="T40" fmla="*/ 258 w 375"/>
                <a:gd name="T41" fmla="*/ 134 h 157"/>
                <a:gd name="T42" fmla="*/ 256 w 375"/>
                <a:gd name="T43" fmla="*/ 137 h 157"/>
                <a:gd name="T44" fmla="*/ 251 w 375"/>
                <a:gd name="T45" fmla="*/ 145 h 157"/>
                <a:gd name="T46" fmla="*/ 253 w 375"/>
                <a:gd name="T47" fmla="*/ 149 h 157"/>
                <a:gd name="T48" fmla="*/ 256 w 375"/>
                <a:gd name="T49" fmla="*/ 153 h 157"/>
                <a:gd name="T50" fmla="*/ 264 w 375"/>
                <a:gd name="T51" fmla="*/ 157 h 157"/>
                <a:gd name="T52" fmla="*/ 363 w 375"/>
                <a:gd name="T53" fmla="*/ 157 h 157"/>
                <a:gd name="T54" fmla="*/ 371 w 375"/>
                <a:gd name="T55" fmla="*/ 153 h 157"/>
                <a:gd name="T56" fmla="*/ 374 w 375"/>
                <a:gd name="T57" fmla="*/ 149 h 157"/>
                <a:gd name="T58" fmla="*/ 375 w 375"/>
                <a:gd name="T59" fmla="*/ 51 h 157"/>
                <a:gd name="T60" fmla="*/ 374 w 375"/>
                <a:gd name="T61" fmla="*/ 47 h 157"/>
                <a:gd name="T62" fmla="*/ 367 w 375"/>
                <a:gd name="T63" fmla="*/ 40 h 157"/>
                <a:gd name="T64" fmla="*/ 363 w 375"/>
                <a:gd name="T65" fmla="*/ 39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75" h="157">
                  <a:moveTo>
                    <a:pt x="363" y="39"/>
                  </a:moveTo>
                  <a:lnTo>
                    <a:pt x="363" y="39"/>
                  </a:lnTo>
                  <a:lnTo>
                    <a:pt x="358" y="40"/>
                  </a:lnTo>
                  <a:lnTo>
                    <a:pt x="355" y="43"/>
                  </a:lnTo>
                  <a:lnTo>
                    <a:pt x="355" y="43"/>
                  </a:lnTo>
                  <a:lnTo>
                    <a:pt x="352" y="47"/>
                  </a:lnTo>
                  <a:lnTo>
                    <a:pt x="351" y="51"/>
                  </a:lnTo>
                  <a:lnTo>
                    <a:pt x="351" y="115"/>
                  </a:lnTo>
                  <a:lnTo>
                    <a:pt x="348" y="118"/>
                  </a:lnTo>
                  <a:lnTo>
                    <a:pt x="348" y="118"/>
                  </a:lnTo>
                  <a:lnTo>
                    <a:pt x="348" y="114"/>
                  </a:lnTo>
                  <a:lnTo>
                    <a:pt x="346" y="110"/>
                  </a:lnTo>
                  <a:lnTo>
                    <a:pt x="222" y="2"/>
                  </a:lnTo>
                  <a:lnTo>
                    <a:pt x="222" y="2"/>
                  </a:lnTo>
                  <a:lnTo>
                    <a:pt x="219" y="0"/>
                  </a:lnTo>
                  <a:lnTo>
                    <a:pt x="214" y="0"/>
                  </a:lnTo>
                  <a:lnTo>
                    <a:pt x="153" y="0"/>
                  </a:lnTo>
                  <a:lnTo>
                    <a:pt x="124" y="0"/>
                  </a:lnTo>
                  <a:lnTo>
                    <a:pt x="12" y="0"/>
                  </a:lnTo>
                  <a:lnTo>
                    <a:pt x="12" y="0"/>
                  </a:lnTo>
                  <a:lnTo>
                    <a:pt x="8" y="0"/>
                  </a:lnTo>
                  <a:lnTo>
                    <a:pt x="4" y="2"/>
                  </a:lnTo>
                  <a:lnTo>
                    <a:pt x="4" y="2"/>
                  </a:lnTo>
                  <a:lnTo>
                    <a:pt x="2" y="6"/>
                  </a:lnTo>
                  <a:lnTo>
                    <a:pt x="0" y="12"/>
                  </a:lnTo>
                  <a:lnTo>
                    <a:pt x="0" y="12"/>
                  </a:lnTo>
                  <a:lnTo>
                    <a:pt x="2" y="16"/>
                  </a:lnTo>
                  <a:lnTo>
                    <a:pt x="4" y="20"/>
                  </a:lnTo>
                  <a:lnTo>
                    <a:pt x="4" y="20"/>
                  </a:lnTo>
                  <a:lnTo>
                    <a:pt x="8" y="22"/>
                  </a:lnTo>
                  <a:lnTo>
                    <a:pt x="12" y="22"/>
                  </a:lnTo>
                  <a:lnTo>
                    <a:pt x="124" y="22"/>
                  </a:lnTo>
                  <a:lnTo>
                    <a:pt x="124" y="22"/>
                  </a:lnTo>
                  <a:lnTo>
                    <a:pt x="210" y="22"/>
                  </a:lnTo>
                  <a:lnTo>
                    <a:pt x="329" y="127"/>
                  </a:lnTo>
                  <a:lnTo>
                    <a:pt x="329" y="127"/>
                  </a:lnTo>
                  <a:lnTo>
                    <a:pt x="332" y="130"/>
                  </a:lnTo>
                  <a:lnTo>
                    <a:pt x="336" y="131"/>
                  </a:lnTo>
                  <a:lnTo>
                    <a:pt x="333" y="133"/>
                  </a:lnTo>
                  <a:lnTo>
                    <a:pt x="264" y="133"/>
                  </a:lnTo>
                  <a:lnTo>
                    <a:pt x="264" y="133"/>
                  </a:lnTo>
                  <a:lnTo>
                    <a:pt x="258" y="134"/>
                  </a:lnTo>
                  <a:lnTo>
                    <a:pt x="256" y="137"/>
                  </a:lnTo>
                  <a:lnTo>
                    <a:pt x="256" y="137"/>
                  </a:lnTo>
                  <a:lnTo>
                    <a:pt x="253" y="139"/>
                  </a:lnTo>
                  <a:lnTo>
                    <a:pt x="251" y="145"/>
                  </a:lnTo>
                  <a:lnTo>
                    <a:pt x="251" y="145"/>
                  </a:lnTo>
                  <a:lnTo>
                    <a:pt x="253" y="149"/>
                  </a:lnTo>
                  <a:lnTo>
                    <a:pt x="256" y="153"/>
                  </a:lnTo>
                  <a:lnTo>
                    <a:pt x="256" y="153"/>
                  </a:lnTo>
                  <a:lnTo>
                    <a:pt x="258" y="156"/>
                  </a:lnTo>
                  <a:lnTo>
                    <a:pt x="264" y="157"/>
                  </a:lnTo>
                  <a:lnTo>
                    <a:pt x="363" y="157"/>
                  </a:lnTo>
                  <a:lnTo>
                    <a:pt x="363" y="157"/>
                  </a:lnTo>
                  <a:lnTo>
                    <a:pt x="367" y="156"/>
                  </a:lnTo>
                  <a:lnTo>
                    <a:pt x="371" y="153"/>
                  </a:lnTo>
                  <a:lnTo>
                    <a:pt x="371" y="153"/>
                  </a:lnTo>
                  <a:lnTo>
                    <a:pt x="374" y="149"/>
                  </a:lnTo>
                  <a:lnTo>
                    <a:pt x="375" y="145"/>
                  </a:lnTo>
                  <a:lnTo>
                    <a:pt x="375" y="51"/>
                  </a:lnTo>
                  <a:lnTo>
                    <a:pt x="375" y="51"/>
                  </a:lnTo>
                  <a:lnTo>
                    <a:pt x="374" y="47"/>
                  </a:lnTo>
                  <a:lnTo>
                    <a:pt x="371" y="43"/>
                  </a:lnTo>
                  <a:lnTo>
                    <a:pt x="367" y="40"/>
                  </a:lnTo>
                  <a:lnTo>
                    <a:pt x="363" y="39"/>
                  </a:lnTo>
                  <a:lnTo>
                    <a:pt x="363" y="3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rial" panose="020B0604020202020204" pitchFamily="34" charset="0"/>
                <a:cs typeface="Arial" panose="020B0604020202020204" pitchFamily="34" charset="0"/>
              </a:endParaRPr>
            </a:p>
          </p:txBody>
        </p:sp>
        <p:sp>
          <p:nvSpPr>
            <p:cNvPr id="38" name="Freeform 123">
              <a:extLst>
                <a:ext uri="{FF2B5EF4-FFF2-40B4-BE49-F238E27FC236}">
                  <a16:creationId xmlns:a16="http://schemas.microsoft.com/office/drawing/2014/main" id="{700E4FAC-A5A9-4AC0-8214-6748DF6C1091}"/>
                </a:ext>
              </a:extLst>
            </p:cNvPr>
            <p:cNvSpPr>
              <a:spLocks/>
            </p:cNvSpPr>
            <p:nvPr/>
          </p:nvSpPr>
          <p:spPr bwMode="auto">
            <a:xfrm>
              <a:off x="7867651" y="961073"/>
              <a:ext cx="114300" cy="114300"/>
            </a:xfrm>
            <a:custGeom>
              <a:avLst/>
              <a:gdLst>
                <a:gd name="T0" fmla="*/ 144 w 144"/>
                <a:gd name="T1" fmla="*/ 12 h 144"/>
                <a:gd name="T2" fmla="*/ 144 w 144"/>
                <a:gd name="T3" fmla="*/ 12 h 144"/>
                <a:gd name="T4" fmla="*/ 143 w 144"/>
                <a:gd name="T5" fmla="*/ 7 h 144"/>
                <a:gd name="T6" fmla="*/ 141 w 144"/>
                <a:gd name="T7" fmla="*/ 4 h 144"/>
                <a:gd name="T8" fmla="*/ 141 w 144"/>
                <a:gd name="T9" fmla="*/ 4 h 144"/>
                <a:gd name="T10" fmla="*/ 137 w 144"/>
                <a:gd name="T11" fmla="*/ 2 h 144"/>
                <a:gd name="T12" fmla="*/ 132 w 144"/>
                <a:gd name="T13" fmla="*/ 0 h 144"/>
                <a:gd name="T14" fmla="*/ 33 w 144"/>
                <a:gd name="T15" fmla="*/ 0 h 144"/>
                <a:gd name="T16" fmla="*/ 33 w 144"/>
                <a:gd name="T17" fmla="*/ 0 h 144"/>
                <a:gd name="T18" fmla="*/ 29 w 144"/>
                <a:gd name="T19" fmla="*/ 2 h 144"/>
                <a:gd name="T20" fmla="*/ 25 w 144"/>
                <a:gd name="T21" fmla="*/ 4 h 144"/>
                <a:gd name="T22" fmla="*/ 22 w 144"/>
                <a:gd name="T23" fmla="*/ 8 h 144"/>
                <a:gd name="T24" fmla="*/ 21 w 144"/>
                <a:gd name="T25" fmla="*/ 12 h 144"/>
                <a:gd name="T26" fmla="*/ 21 w 144"/>
                <a:gd name="T27" fmla="*/ 12 h 144"/>
                <a:gd name="T28" fmla="*/ 22 w 144"/>
                <a:gd name="T29" fmla="*/ 17 h 144"/>
                <a:gd name="T30" fmla="*/ 25 w 144"/>
                <a:gd name="T31" fmla="*/ 21 h 144"/>
                <a:gd name="T32" fmla="*/ 25 w 144"/>
                <a:gd name="T33" fmla="*/ 21 h 144"/>
                <a:gd name="T34" fmla="*/ 29 w 144"/>
                <a:gd name="T35" fmla="*/ 23 h 144"/>
                <a:gd name="T36" fmla="*/ 33 w 144"/>
                <a:gd name="T37" fmla="*/ 25 h 144"/>
                <a:gd name="T38" fmla="*/ 104 w 144"/>
                <a:gd name="T39" fmla="*/ 25 h 144"/>
                <a:gd name="T40" fmla="*/ 105 w 144"/>
                <a:gd name="T41" fmla="*/ 25 h 144"/>
                <a:gd name="T42" fmla="*/ 105 w 144"/>
                <a:gd name="T43" fmla="*/ 25 h 144"/>
                <a:gd name="T44" fmla="*/ 103 w 144"/>
                <a:gd name="T45" fmla="*/ 26 h 144"/>
                <a:gd name="T46" fmla="*/ 100 w 144"/>
                <a:gd name="T47" fmla="*/ 29 h 144"/>
                <a:gd name="T48" fmla="*/ 0 w 144"/>
                <a:gd name="T49" fmla="*/ 127 h 144"/>
                <a:gd name="T50" fmla="*/ 16 w 144"/>
                <a:gd name="T51" fmla="*/ 144 h 144"/>
                <a:gd name="T52" fmla="*/ 116 w 144"/>
                <a:gd name="T53" fmla="*/ 45 h 144"/>
                <a:gd name="T54" fmla="*/ 116 w 144"/>
                <a:gd name="T55" fmla="*/ 45 h 144"/>
                <a:gd name="T56" fmla="*/ 120 w 144"/>
                <a:gd name="T57" fmla="*/ 39 h 144"/>
                <a:gd name="T58" fmla="*/ 120 w 144"/>
                <a:gd name="T59" fmla="*/ 41 h 144"/>
                <a:gd name="T60" fmla="*/ 120 w 144"/>
                <a:gd name="T61" fmla="*/ 105 h 144"/>
                <a:gd name="T62" fmla="*/ 120 w 144"/>
                <a:gd name="T63" fmla="*/ 105 h 144"/>
                <a:gd name="T64" fmla="*/ 121 w 144"/>
                <a:gd name="T65" fmla="*/ 111 h 144"/>
                <a:gd name="T66" fmla="*/ 124 w 144"/>
                <a:gd name="T67" fmla="*/ 115 h 144"/>
                <a:gd name="T68" fmla="*/ 124 w 144"/>
                <a:gd name="T69" fmla="*/ 115 h 144"/>
                <a:gd name="T70" fmla="*/ 128 w 144"/>
                <a:gd name="T71" fmla="*/ 117 h 144"/>
                <a:gd name="T72" fmla="*/ 132 w 144"/>
                <a:gd name="T73" fmla="*/ 117 h 144"/>
                <a:gd name="T74" fmla="*/ 132 w 144"/>
                <a:gd name="T75" fmla="*/ 117 h 144"/>
                <a:gd name="T76" fmla="*/ 137 w 144"/>
                <a:gd name="T77" fmla="*/ 117 h 144"/>
                <a:gd name="T78" fmla="*/ 141 w 144"/>
                <a:gd name="T79" fmla="*/ 115 h 144"/>
                <a:gd name="T80" fmla="*/ 141 w 144"/>
                <a:gd name="T81" fmla="*/ 115 h 144"/>
                <a:gd name="T82" fmla="*/ 144 w 144"/>
                <a:gd name="T83" fmla="*/ 111 h 144"/>
                <a:gd name="T84" fmla="*/ 144 w 144"/>
                <a:gd name="T85" fmla="*/ 105 h 144"/>
                <a:gd name="T86" fmla="*/ 144 w 144"/>
                <a:gd name="T87" fmla="*/ 1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44" h="144">
                  <a:moveTo>
                    <a:pt x="144" y="12"/>
                  </a:moveTo>
                  <a:lnTo>
                    <a:pt x="144" y="12"/>
                  </a:lnTo>
                  <a:lnTo>
                    <a:pt x="143" y="7"/>
                  </a:lnTo>
                  <a:lnTo>
                    <a:pt x="141" y="4"/>
                  </a:lnTo>
                  <a:lnTo>
                    <a:pt x="141" y="4"/>
                  </a:lnTo>
                  <a:lnTo>
                    <a:pt x="137" y="2"/>
                  </a:lnTo>
                  <a:lnTo>
                    <a:pt x="132" y="0"/>
                  </a:lnTo>
                  <a:lnTo>
                    <a:pt x="33" y="0"/>
                  </a:lnTo>
                  <a:lnTo>
                    <a:pt x="33" y="0"/>
                  </a:lnTo>
                  <a:lnTo>
                    <a:pt x="29" y="2"/>
                  </a:lnTo>
                  <a:lnTo>
                    <a:pt x="25" y="4"/>
                  </a:lnTo>
                  <a:lnTo>
                    <a:pt x="22" y="8"/>
                  </a:lnTo>
                  <a:lnTo>
                    <a:pt x="21" y="12"/>
                  </a:lnTo>
                  <a:lnTo>
                    <a:pt x="21" y="12"/>
                  </a:lnTo>
                  <a:lnTo>
                    <a:pt x="22" y="17"/>
                  </a:lnTo>
                  <a:lnTo>
                    <a:pt x="25" y="21"/>
                  </a:lnTo>
                  <a:lnTo>
                    <a:pt x="25" y="21"/>
                  </a:lnTo>
                  <a:lnTo>
                    <a:pt x="29" y="23"/>
                  </a:lnTo>
                  <a:lnTo>
                    <a:pt x="33" y="25"/>
                  </a:lnTo>
                  <a:lnTo>
                    <a:pt x="104" y="25"/>
                  </a:lnTo>
                  <a:lnTo>
                    <a:pt x="105" y="25"/>
                  </a:lnTo>
                  <a:lnTo>
                    <a:pt x="105" y="25"/>
                  </a:lnTo>
                  <a:lnTo>
                    <a:pt x="103" y="26"/>
                  </a:lnTo>
                  <a:lnTo>
                    <a:pt x="100" y="29"/>
                  </a:lnTo>
                  <a:lnTo>
                    <a:pt x="0" y="127"/>
                  </a:lnTo>
                  <a:lnTo>
                    <a:pt x="16" y="144"/>
                  </a:lnTo>
                  <a:lnTo>
                    <a:pt x="116" y="45"/>
                  </a:lnTo>
                  <a:lnTo>
                    <a:pt x="116" y="45"/>
                  </a:lnTo>
                  <a:lnTo>
                    <a:pt x="120" y="39"/>
                  </a:lnTo>
                  <a:lnTo>
                    <a:pt x="120" y="41"/>
                  </a:lnTo>
                  <a:lnTo>
                    <a:pt x="120" y="105"/>
                  </a:lnTo>
                  <a:lnTo>
                    <a:pt x="120" y="105"/>
                  </a:lnTo>
                  <a:lnTo>
                    <a:pt x="121" y="111"/>
                  </a:lnTo>
                  <a:lnTo>
                    <a:pt x="124" y="115"/>
                  </a:lnTo>
                  <a:lnTo>
                    <a:pt x="124" y="115"/>
                  </a:lnTo>
                  <a:lnTo>
                    <a:pt x="128" y="117"/>
                  </a:lnTo>
                  <a:lnTo>
                    <a:pt x="132" y="117"/>
                  </a:lnTo>
                  <a:lnTo>
                    <a:pt x="132" y="117"/>
                  </a:lnTo>
                  <a:lnTo>
                    <a:pt x="137" y="117"/>
                  </a:lnTo>
                  <a:lnTo>
                    <a:pt x="141" y="115"/>
                  </a:lnTo>
                  <a:lnTo>
                    <a:pt x="141" y="115"/>
                  </a:lnTo>
                  <a:lnTo>
                    <a:pt x="144" y="111"/>
                  </a:lnTo>
                  <a:lnTo>
                    <a:pt x="144" y="105"/>
                  </a:lnTo>
                  <a:lnTo>
                    <a:pt x="144"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rial" panose="020B0604020202020204" pitchFamily="34" charset="0"/>
                <a:cs typeface="Arial" panose="020B0604020202020204" pitchFamily="34" charset="0"/>
              </a:endParaRPr>
            </a:p>
          </p:txBody>
        </p:sp>
      </p:grpSp>
      <p:sp>
        <p:nvSpPr>
          <p:cNvPr id="40" name="Google Shape;492;p8">
            <a:extLst>
              <a:ext uri="{FF2B5EF4-FFF2-40B4-BE49-F238E27FC236}">
                <a16:creationId xmlns:a16="http://schemas.microsoft.com/office/drawing/2014/main" id="{AB537D19-AFA9-43D7-B566-B30C929A9B8F}"/>
              </a:ext>
            </a:extLst>
          </p:cNvPr>
          <p:cNvSpPr txBox="1"/>
          <p:nvPr/>
        </p:nvSpPr>
        <p:spPr>
          <a:xfrm>
            <a:off x="557732" y="3718379"/>
            <a:ext cx="2842874"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גיבוש תמונת מצב </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מדויקת</a:t>
            </a:r>
            <a:endParaRPr kumimoji="0"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endParaRPr>
          </a:p>
        </p:txBody>
      </p:sp>
      <p:sp>
        <p:nvSpPr>
          <p:cNvPr id="41" name="Rectangle 40">
            <a:extLst>
              <a:ext uri="{FF2B5EF4-FFF2-40B4-BE49-F238E27FC236}">
                <a16:creationId xmlns:a16="http://schemas.microsoft.com/office/drawing/2014/main" id="{64A75A5F-C9A4-44FD-A65F-0C0EE3EB4F97}"/>
              </a:ext>
            </a:extLst>
          </p:cNvPr>
          <p:cNvSpPr/>
          <p:nvPr/>
        </p:nvSpPr>
        <p:spPr>
          <a:xfrm>
            <a:off x="4380671" y="1813109"/>
            <a:ext cx="3505001" cy="4927600"/>
          </a:xfrm>
          <a:prstGeom prst="rect">
            <a:avLst/>
          </a:prstGeom>
          <a:solidFill>
            <a:schemeClr val="bg1">
              <a:alpha val="57000"/>
            </a:schemeClr>
          </a:solidFill>
          <a:ln>
            <a:solidFill>
              <a:schemeClr val="bg1"/>
            </a:solidFill>
          </a:ln>
          <a:effectLst>
            <a:outerShdw blurRad="495300" dist="50800" dir="5400000" algn="ctr" rotWithShape="0">
              <a:schemeClr val="tx1">
                <a:lumMod val="85000"/>
                <a:lumOff val="15000"/>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 name="Google Shape;496;p8">
            <a:extLst>
              <a:ext uri="{FF2B5EF4-FFF2-40B4-BE49-F238E27FC236}">
                <a16:creationId xmlns:a16="http://schemas.microsoft.com/office/drawing/2014/main" id="{0492CB5A-DC3B-424D-9033-9AE321A05CAE}"/>
              </a:ext>
            </a:extLst>
          </p:cNvPr>
          <p:cNvSpPr txBox="1"/>
          <p:nvPr/>
        </p:nvSpPr>
        <p:spPr>
          <a:xfrm>
            <a:off x="4497341" y="4729494"/>
            <a:ext cx="2910520"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iw-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ייעול</a:t>
            </a:r>
            <a:r>
              <a:rPr kumimoji="0" lang="iw-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 הטיפול באירועי חירום</a:t>
            </a:r>
            <a:endParaRPr kumimoji="0"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endParaRPr>
          </a:p>
        </p:txBody>
      </p:sp>
      <p:sp>
        <p:nvSpPr>
          <p:cNvPr id="6" name="Google Shape;499;p8">
            <a:extLst>
              <a:ext uri="{FF2B5EF4-FFF2-40B4-BE49-F238E27FC236}">
                <a16:creationId xmlns:a16="http://schemas.microsoft.com/office/drawing/2014/main" id="{B3936054-5D32-4E6B-81FB-2561E862FC17}"/>
              </a:ext>
            </a:extLst>
          </p:cNvPr>
          <p:cNvSpPr txBox="1"/>
          <p:nvPr/>
        </p:nvSpPr>
        <p:spPr>
          <a:xfrm>
            <a:off x="4715383" y="4193876"/>
            <a:ext cx="2692478" cy="553998"/>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זיהוי</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 </a:t>
            </a:r>
            <a:r>
              <a:rPr kumimoji="0" lang="iw-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תחזי</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ו</a:t>
            </a:r>
            <a:r>
              <a:rPr kumimoji="0" lang="iw-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ת</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 </a:t>
            </a: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והערכת סיכונים</a:t>
            </a:r>
            <a:r>
              <a:rPr kumimoji="0" lang="iw-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 </a:t>
            </a:r>
            <a:endParaRPr kumimoji="0" sz="2000" b="1" i="0" u="none" strike="noStrike" kern="1200" cap="none" spc="0" normalizeH="0" baseline="0" noProof="0" dirty="0">
              <a:ln>
                <a:noFill/>
              </a:ln>
              <a:solidFill>
                <a:srgbClr val="DBEFF9">
                  <a:lumMod val="10000"/>
                </a:srgbClr>
              </a:solidFill>
              <a:effectLst/>
              <a:uLnTx/>
              <a:uFillTx/>
              <a:latin typeface="Arial" panose="020B0604020202020204" pitchFamily="34" charset="0"/>
              <a:cs typeface="Arial" panose="020B0604020202020204" pitchFamily="34" charset="0"/>
            </a:endParaRPr>
          </a:p>
        </p:txBody>
      </p:sp>
      <p:sp>
        <p:nvSpPr>
          <p:cNvPr id="10" name="Google Shape;496;p8">
            <a:extLst>
              <a:ext uri="{FF2B5EF4-FFF2-40B4-BE49-F238E27FC236}">
                <a16:creationId xmlns:a16="http://schemas.microsoft.com/office/drawing/2014/main" id="{CABBB0B1-E68F-4B21-8F2B-75CE2539A5D5}"/>
              </a:ext>
            </a:extLst>
          </p:cNvPr>
          <p:cNvSpPr txBox="1"/>
          <p:nvPr/>
        </p:nvSpPr>
        <p:spPr>
          <a:xfrm>
            <a:off x="4749011" y="5320578"/>
            <a:ext cx="2658850"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ניהול יעיל וחסכון </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במשאבים</a:t>
            </a:r>
            <a:endParaRPr kumimoji="0"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endParaRPr>
          </a:p>
        </p:txBody>
      </p:sp>
      <p:sp>
        <p:nvSpPr>
          <p:cNvPr id="18" name="TextBox 17">
            <a:extLst>
              <a:ext uri="{FF2B5EF4-FFF2-40B4-BE49-F238E27FC236}">
                <a16:creationId xmlns:a16="http://schemas.microsoft.com/office/drawing/2014/main" id="{D2CA590F-C9F0-4BC8-AB58-B8C2D063A8E5}"/>
              </a:ext>
            </a:extLst>
          </p:cNvPr>
          <p:cNvSpPr txBox="1"/>
          <p:nvPr/>
        </p:nvSpPr>
        <p:spPr>
          <a:xfrm>
            <a:off x="5532907" y="2776824"/>
            <a:ext cx="1207382"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rPr>
              <a:t>אפקטיביות</a:t>
            </a:r>
            <a:endParaRPr kumimoji="0" lang="en-IL" sz="18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endParaRPr>
          </a:p>
        </p:txBody>
      </p:sp>
      <p:grpSp>
        <p:nvGrpSpPr>
          <p:cNvPr id="25" name="Group 24">
            <a:extLst>
              <a:ext uri="{FF2B5EF4-FFF2-40B4-BE49-F238E27FC236}">
                <a16:creationId xmlns:a16="http://schemas.microsoft.com/office/drawing/2014/main" id="{07D59023-F7CB-48D5-9B1C-7BAC446CEC52}"/>
              </a:ext>
            </a:extLst>
          </p:cNvPr>
          <p:cNvGrpSpPr>
            <a:grpSpLocks noChangeAspect="1"/>
          </p:cNvGrpSpPr>
          <p:nvPr/>
        </p:nvGrpSpPr>
        <p:grpSpPr>
          <a:xfrm>
            <a:off x="5872027" y="2156850"/>
            <a:ext cx="522288" cy="522288"/>
            <a:chOff x="6716713" y="4183698"/>
            <a:chExt cx="522288" cy="522288"/>
          </a:xfrm>
          <a:solidFill>
            <a:schemeClr val="accent1"/>
          </a:solidFill>
        </p:grpSpPr>
        <p:sp>
          <p:nvSpPr>
            <p:cNvPr id="26" name="Freeform 73">
              <a:extLst>
                <a:ext uri="{FF2B5EF4-FFF2-40B4-BE49-F238E27FC236}">
                  <a16:creationId xmlns:a16="http://schemas.microsoft.com/office/drawing/2014/main" id="{4A4EB02C-DCF5-45C0-906A-282084E2A3DB}"/>
                </a:ext>
              </a:extLst>
            </p:cNvPr>
            <p:cNvSpPr>
              <a:spLocks noEditPoints="1"/>
            </p:cNvSpPr>
            <p:nvPr/>
          </p:nvSpPr>
          <p:spPr bwMode="auto">
            <a:xfrm>
              <a:off x="6716713" y="4183698"/>
              <a:ext cx="522288" cy="522288"/>
            </a:xfrm>
            <a:custGeom>
              <a:avLst/>
              <a:gdLst>
                <a:gd name="T0" fmla="*/ 312 w 657"/>
                <a:gd name="T1" fmla="*/ 657 h 657"/>
                <a:gd name="T2" fmla="*/ 262 w 657"/>
                <a:gd name="T3" fmla="*/ 650 h 657"/>
                <a:gd name="T4" fmla="*/ 200 w 657"/>
                <a:gd name="T5" fmla="*/ 632 h 657"/>
                <a:gd name="T6" fmla="*/ 120 w 657"/>
                <a:gd name="T7" fmla="*/ 582 h 657"/>
                <a:gd name="T8" fmla="*/ 57 w 657"/>
                <a:gd name="T9" fmla="*/ 512 h 657"/>
                <a:gd name="T10" fmla="*/ 15 w 657"/>
                <a:gd name="T11" fmla="*/ 426 h 657"/>
                <a:gd name="T12" fmla="*/ 4 w 657"/>
                <a:gd name="T13" fmla="*/ 379 h 657"/>
                <a:gd name="T14" fmla="*/ 0 w 657"/>
                <a:gd name="T15" fmla="*/ 328 h 657"/>
                <a:gd name="T16" fmla="*/ 2 w 657"/>
                <a:gd name="T17" fmla="*/ 294 h 657"/>
                <a:gd name="T18" fmla="*/ 10 w 657"/>
                <a:gd name="T19" fmla="*/ 246 h 657"/>
                <a:gd name="T20" fmla="*/ 39 w 657"/>
                <a:gd name="T21" fmla="*/ 172 h 657"/>
                <a:gd name="T22" fmla="*/ 96 w 657"/>
                <a:gd name="T23" fmla="*/ 95 h 657"/>
                <a:gd name="T24" fmla="*/ 172 w 657"/>
                <a:gd name="T25" fmla="*/ 39 h 657"/>
                <a:gd name="T26" fmla="*/ 246 w 657"/>
                <a:gd name="T27" fmla="*/ 9 h 657"/>
                <a:gd name="T28" fmla="*/ 295 w 657"/>
                <a:gd name="T29" fmla="*/ 1 h 657"/>
                <a:gd name="T30" fmla="*/ 328 w 657"/>
                <a:gd name="T31" fmla="*/ 0 h 657"/>
                <a:gd name="T32" fmla="*/ 379 w 657"/>
                <a:gd name="T33" fmla="*/ 4 h 657"/>
                <a:gd name="T34" fmla="*/ 426 w 657"/>
                <a:gd name="T35" fmla="*/ 15 h 657"/>
                <a:gd name="T36" fmla="*/ 512 w 657"/>
                <a:gd name="T37" fmla="*/ 56 h 657"/>
                <a:gd name="T38" fmla="*/ 582 w 657"/>
                <a:gd name="T39" fmla="*/ 119 h 657"/>
                <a:gd name="T40" fmla="*/ 632 w 657"/>
                <a:gd name="T41" fmla="*/ 200 h 657"/>
                <a:gd name="T42" fmla="*/ 651 w 657"/>
                <a:gd name="T43" fmla="*/ 262 h 657"/>
                <a:gd name="T44" fmla="*/ 657 w 657"/>
                <a:gd name="T45" fmla="*/ 312 h 657"/>
                <a:gd name="T46" fmla="*/ 657 w 657"/>
                <a:gd name="T47" fmla="*/ 345 h 657"/>
                <a:gd name="T48" fmla="*/ 651 w 657"/>
                <a:gd name="T49" fmla="*/ 395 h 657"/>
                <a:gd name="T50" fmla="*/ 632 w 657"/>
                <a:gd name="T51" fmla="*/ 457 h 657"/>
                <a:gd name="T52" fmla="*/ 582 w 657"/>
                <a:gd name="T53" fmla="*/ 537 h 657"/>
                <a:gd name="T54" fmla="*/ 512 w 657"/>
                <a:gd name="T55" fmla="*/ 601 h 657"/>
                <a:gd name="T56" fmla="*/ 426 w 657"/>
                <a:gd name="T57" fmla="*/ 642 h 657"/>
                <a:gd name="T58" fmla="*/ 379 w 657"/>
                <a:gd name="T59" fmla="*/ 653 h 657"/>
                <a:gd name="T60" fmla="*/ 328 w 657"/>
                <a:gd name="T61" fmla="*/ 657 h 657"/>
                <a:gd name="T62" fmla="*/ 328 w 657"/>
                <a:gd name="T63" fmla="*/ 37 h 657"/>
                <a:gd name="T64" fmla="*/ 242 w 657"/>
                <a:gd name="T65" fmla="*/ 50 h 657"/>
                <a:gd name="T66" fmla="*/ 166 w 657"/>
                <a:gd name="T67" fmla="*/ 87 h 657"/>
                <a:gd name="T68" fmla="*/ 104 w 657"/>
                <a:gd name="T69" fmla="*/ 144 h 657"/>
                <a:gd name="T70" fmla="*/ 61 w 657"/>
                <a:gd name="T71" fmla="*/ 215 h 657"/>
                <a:gd name="T72" fmla="*/ 39 w 657"/>
                <a:gd name="T73" fmla="*/ 298 h 657"/>
                <a:gd name="T74" fmla="*/ 39 w 657"/>
                <a:gd name="T75" fmla="*/ 359 h 657"/>
                <a:gd name="T76" fmla="*/ 61 w 657"/>
                <a:gd name="T77" fmla="*/ 442 h 657"/>
                <a:gd name="T78" fmla="*/ 104 w 657"/>
                <a:gd name="T79" fmla="*/ 513 h 657"/>
                <a:gd name="T80" fmla="*/ 166 w 657"/>
                <a:gd name="T81" fmla="*/ 570 h 657"/>
                <a:gd name="T82" fmla="*/ 242 w 657"/>
                <a:gd name="T83" fmla="*/ 606 h 657"/>
                <a:gd name="T84" fmla="*/ 328 w 657"/>
                <a:gd name="T85" fmla="*/ 619 h 657"/>
                <a:gd name="T86" fmla="*/ 387 w 657"/>
                <a:gd name="T87" fmla="*/ 614 h 657"/>
                <a:gd name="T88" fmla="*/ 468 w 657"/>
                <a:gd name="T89" fmla="*/ 585 h 657"/>
                <a:gd name="T90" fmla="*/ 535 w 657"/>
                <a:gd name="T91" fmla="*/ 535 h 657"/>
                <a:gd name="T92" fmla="*/ 585 w 657"/>
                <a:gd name="T93" fmla="*/ 468 h 657"/>
                <a:gd name="T94" fmla="*/ 614 w 657"/>
                <a:gd name="T95" fmla="*/ 387 h 657"/>
                <a:gd name="T96" fmla="*/ 620 w 657"/>
                <a:gd name="T97" fmla="*/ 328 h 657"/>
                <a:gd name="T98" fmla="*/ 606 w 657"/>
                <a:gd name="T99" fmla="*/ 242 h 657"/>
                <a:gd name="T100" fmla="*/ 570 w 657"/>
                <a:gd name="T101" fmla="*/ 165 h 657"/>
                <a:gd name="T102" fmla="*/ 514 w 657"/>
                <a:gd name="T103" fmla="*/ 103 h 657"/>
                <a:gd name="T104" fmla="*/ 442 w 657"/>
                <a:gd name="T105" fmla="*/ 60 h 657"/>
                <a:gd name="T106" fmla="*/ 359 w 657"/>
                <a:gd name="T107" fmla="*/ 39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7" h="657">
                  <a:moveTo>
                    <a:pt x="328" y="657"/>
                  </a:moveTo>
                  <a:lnTo>
                    <a:pt x="328" y="657"/>
                  </a:lnTo>
                  <a:lnTo>
                    <a:pt x="312" y="657"/>
                  </a:lnTo>
                  <a:lnTo>
                    <a:pt x="295" y="656"/>
                  </a:lnTo>
                  <a:lnTo>
                    <a:pt x="278" y="653"/>
                  </a:lnTo>
                  <a:lnTo>
                    <a:pt x="262" y="650"/>
                  </a:lnTo>
                  <a:lnTo>
                    <a:pt x="246" y="646"/>
                  </a:lnTo>
                  <a:lnTo>
                    <a:pt x="231" y="642"/>
                  </a:lnTo>
                  <a:lnTo>
                    <a:pt x="200" y="632"/>
                  </a:lnTo>
                  <a:lnTo>
                    <a:pt x="172" y="618"/>
                  </a:lnTo>
                  <a:lnTo>
                    <a:pt x="145" y="601"/>
                  </a:lnTo>
                  <a:lnTo>
                    <a:pt x="120" y="582"/>
                  </a:lnTo>
                  <a:lnTo>
                    <a:pt x="96" y="560"/>
                  </a:lnTo>
                  <a:lnTo>
                    <a:pt x="75" y="537"/>
                  </a:lnTo>
                  <a:lnTo>
                    <a:pt x="57" y="512"/>
                  </a:lnTo>
                  <a:lnTo>
                    <a:pt x="39" y="485"/>
                  </a:lnTo>
                  <a:lnTo>
                    <a:pt x="26" y="457"/>
                  </a:lnTo>
                  <a:lnTo>
                    <a:pt x="15" y="426"/>
                  </a:lnTo>
                  <a:lnTo>
                    <a:pt x="10" y="411"/>
                  </a:lnTo>
                  <a:lnTo>
                    <a:pt x="7" y="395"/>
                  </a:lnTo>
                  <a:lnTo>
                    <a:pt x="4" y="379"/>
                  </a:lnTo>
                  <a:lnTo>
                    <a:pt x="2" y="361"/>
                  </a:lnTo>
                  <a:lnTo>
                    <a:pt x="0" y="345"/>
                  </a:lnTo>
                  <a:lnTo>
                    <a:pt x="0" y="328"/>
                  </a:lnTo>
                  <a:lnTo>
                    <a:pt x="0" y="328"/>
                  </a:lnTo>
                  <a:lnTo>
                    <a:pt x="0" y="312"/>
                  </a:lnTo>
                  <a:lnTo>
                    <a:pt x="2" y="294"/>
                  </a:lnTo>
                  <a:lnTo>
                    <a:pt x="4" y="278"/>
                  </a:lnTo>
                  <a:lnTo>
                    <a:pt x="7" y="262"/>
                  </a:lnTo>
                  <a:lnTo>
                    <a:pt x="10" y="246"/>
                  </a:lnTo>
                  <a:lnTo>
                    <a:pt x="15" y="231"/>
                  </a:lnTo>
                  <a:lnTo>
                    <a:pt x="26" y="200"/>
                  </a:lnTo>
                  <a:lnTo>
                    <a:pt x="39" y="172"/>
                  </a:lnTo>
                  <a:lnTo>
                    <a:pt x="57" y="145"/>
                  </a:lnTo>
                  <a:lnTo>
                    <a:pt x="75" y="119"/>
                  </a:lnTo>
                  <a:lnTo>
                    <a:pt x="96" y="95"/>
                  </a:lnTo>
                  <a:lnTo>
                    <a:pt x="120" y="75"/>
                  </a:lnTo>
                  <a:lnTo>
                    <a:pt x="145" y="56"/>
                  </a:lnTo>
                  <a:lnTo>
                    <a:pt x="172" y="39"/>
                  </a:lnTo>
                  <a:lnTo>
                    <a:pt x="200" y="25"/>
                  </a:lnTo>
                  <a:lnTo>
                    <a:pt x="231" y="15"/>
                  </a:lnTo>
                  <a:lnTo>
                    <a:pt x="246" y="9"/>
                  </a:lnTo>
                  <a:lnTo>
                    <a:pt x="262" y="7"/>
                  </a:lnTo>
                  <a:lnTo>
                    <a:pt x="278" y="4"/>
                  </a:lnTo>
                  <a:lnTo>
                    <a:pt x="295" y="1"/>
                  </a:lnTo>
                  <a:lnTo>
                    <a:pt x="312" y="0"/>
                  </a:lnTo>
                  <a:lnTo>
                    <a:pt x="328" y="0"/>
                  </a:lnTo>
                  <a:lnTo>
                    <a:pt x="328" y="0"/>
                  </a:lnTo>
                  <a:lnTo>
                    <a:pt x="346" y="0"/>
                  </a:lnTo>
                  <a:lnTo>
                    <a:pt x="362" y="1"/>
                  </a:lnTo>
                  <a:lnTo>
                    <a:pt x="379" y="4"/>
                  </a:lnTo>
                  <a:lnTo>
                    <a:pt x="395" y="7"/>
                  </a:lnTo>
                  <a:lnTo>
                    <a:pt x="411" y="9"/>
                  </a:lnTo>
                  <a:lnTo>
                    <a:pt x="426" y="15"/>
                  </a:lnTo>
                  <a:lnTo>
                    <a:pt x="457" y="25"/>
                  </a:lnTo>
                  <a:lnTo>
                    <a:pt x="485" y="39"/>
                  </a:lnTo>
                  <a:lnTo>
                    <a:pt x="512" y="56"/>
                  </a:lnTo>
                  <a:lnTo>
                    <a:pt x="538" y="75"/>
                  </a:lnTo>
                  <a:lnTo>
                    <a:pt x="561" y="95"/>
                  </a:lnTo>
                  <a:lnTo>
                    <a:pt x="582" y="119"/>
                  </a:lnTo>
                  <a:lnTo>
                    <a:pt x="601" y="145"/>
                  </a:lnTo>
                  <a:lnTo>
                    <a:pt x="618" y="172"/>
                  </a:lnTo>
                  <a:lnTo>
                    <a:pt x="632" y="200"/>
                  </a:lnTo>
                  <a:lnTo>
                    <a:pt x="643" y="231"/>
                  </a:lnTo>
                  <a:lnTo>
                    <a:pt x="648" y="246"/>
                  </a:lnTo>
                  <a:lnTo>
                    <a:pt x="651" y="262"/>
                  </a:lnTo>
                  <a:lnTo>
                    <a:pt x="653" y="278"/>
                  </a:lnTo>
                  <a:lnTo>
                    <a:pt x="656" y="294"/>
                  </a:lnTo>
                  <a:lnTo>
                    <a:pt x="657" y="312"/>
                  </a:lnTo>
                  <a:lnTo>
                    <a:pt x="657" y="328"/>
                  </a:lnTo>
                  <a:lnTo>
                    <a:pt x="657" y="328"/>
                  </a:lnTo>
                  <a:lnTo>
                    <a:pt x="657" y="345"/>
                  </a:lnTo>
                  <a:lnTo>
                    <a:pt x="656" y="361"/>
                  </a:lnTo>
                  <a:lnTo>
                    <a:pt x="653" y="379"/>
                  </a:lnTo>
                  <a:lnTo>
                    <a:pt x="651" y="395"/>
                  </a:lnTo>
                  <a:lnTo>
                    <a:pt x="648" y="411"/>
                  </a:lnTo>
                  <a:lnTo>
                    <a:pt x="643" y="426"/>
                  </a:lnTo>
                  <a:lnTo>
                    <a:pt x="632" y="457"/>
                  </a:lnTo>
                  <a:lnTo>
                    <a:pt x="618" y="485"/>
                  </a:lnTo>
                  <a:lnTo>
                    <a:pt x="601" y="512"/>
                  </a:lnTo>
                  <a:lnTo>
                    <a:pt x="582" y="537"/>
                  </a:lnTo>
                  <a:lnTo>
                    <a:pt x="561" y="560"/>
                  </a:lnTo>
                  <a:lnTo>
                    <a:pt x="538" y="582"/>
                  </a:lnTo>
                  <a:lnTo>
                    <a:pt x="512" y="601"/>
                  </a:lnTo>
                  <a:lnTo>
                    <a:pt x="485" y="618"/>
                  </a:lnTo>
                  <a:lnTo>
                    <a:pt x="457" y="632"/>
                  </a:lnTo>
                  <a:lnTo>
                    <a:pt x="426" y="642"/>
                  </a:lnTo>
                  <a:lnTo>
                    <a:pt x="411" y="646"/>
                  </a:lnTo>
                  <a:lnTo>
                    <a:pt x="395" y="650"/>
                  </a:lnTo>
                  <a:lnTo>
                    <a:pt x="379" y="653"/>
                  </a:lnTo>
                  <a:lnTo>
                    <a:pt x="362" y="656"/>
                  </a:lnTo>
                  <a:lnTo>
                    <a:pt x="346" y="657"/>
                  </a:lnTo>
                  <a:lnTo>
                    <a:pt x="328" y="657"/>
                  </a:lnTo>
                  <a:lnTo>
                    <a:pt x="328" y="657"/>
                  </a:lnTo>
                  <a:close/>
                  <a:moveTo>
                    <a:pt x="328" y="37"/>
                  </a:moveTo>
                  <a:lnTo>
                    <a:pt x="328" y="37"/>
                  </a:lnTo>
                  <a:lnTo>
                    <a:pt x="299" y="39"/>
                  </a:lnTo>
                  <a:lnTo>
                    <a:pt x="270" y="43"/>
                  </a:lnTo>
                  <a:lnTo>
                    <a:pt x="242" y="50"/>
                  </a:lnTo>
                  <a:lnTo>
                    <a:pt x="215" y="60"/>
                  </a:lnTo>
                  <a:lnTo>
                    <a:pt x="190" y="72"/>
                  </a:lnTo>
                  <a:lnTo>
                    <a:pt x="166" y="87"/>
                  </a:lnTo>
                  <a:lnTo>
                    <a:pt x="144" y="103"/>
                  </a:lnTo>
                  <a:lnTo>
                    <a:pt x="123" y="122"/>
                  </a:lnTo>
                  <a:lnTo>
                    <a:pt x="104" y="144"/>
                  </a:lnTo>
                  <a:lnTo>
                    <a:pt x="88" y="165"/>
                  </a:lnTo>
                  <a:lnTo>
                    <a:pt x="73" y="189"/>
                  </a:lnTo>
                  <a:lnTo>
                    <a:pt x="61" y="215"/>
                  </a:lnTo>
                  <a:lnTo>
                    <a:pt x="50" y="242"/>
                  </a:lnTo>
                  <a:lnTo>
                    <a:pt x="43" y="270"/>
                  </a:lnTo>
                  <a:lnTo>
                    <a:pt x="39" y="298"/>
                  </a:lnTo>
                  <a:lnTo>
                    <a:pt x="38" y="328"/>
                  </a:lnTo>
                  <a:lnTo>
                    <a:pt x="38" y="328"/>
                  </a:lnTo>
                  <a:lnTo>
                    <a:pt x="39" y="359"/>
                  </a:lnTo>
                  <a:lnTo>
                    <a:pt x="43" y="387"/>
                  </a:lnTo>
                  <a:lnTo>
                    <a:pt x="50" y="415"/>
                  </a:lnTo>
                  <a:lnTo>
                    <a:pt x="61" y="442"/>
                  </a:lnTo>
                  <a:lnTo>
                    <a:pt x="73" y="468"/>
                  </a:lnTo>
                  <a:lnTo>
                    <a:pt x="88" y="492"/>
                  </a:lnTo>
                  <a:lnTo>
                    <a:pt x="104" y="513"/>
                  </a:lnTo>
                  <a:lnTo>
                    <a:pt x="123" y="535"/>
                  </a:lnTo>
                  <a:lnTo>
                    <a:pt x="144" y="554"/>
                  </a:lnTo>
                  <a:lnTo>
                    <a:pt x="166" y="570"/>
                  </a:lnTo>
                  <a:lnTo>
                    <a:pt x="190" y="585"/>
                  </a:lnTo>
                  <a:lnTo>
                    <a:pt x="215" y="597"/>
                  </a:lnTo>
                  <a:lnTo>
                    <a:pt x="242" y="606"/>
                  </a:lnTo>
                  <a:lnTo>
                    <a:pt x="270" y="614"/>
                  </a:lnTo>
                  <a:lnTo>
                    <a:pt x="299" y="618"/>
                  </a:lnTo>
                  <a:lnTo>
                    <a:pt x="328" y="619"/>
                  </a:lnTo>
                  <a:lnTo>
                    <a:pt x="328" y="619"/>
                  </a:lnTo>
                  <a:lnTo>
                    <a:pt x="359" y="618"/>
                  </a:lnTo>
                  <a:lnTo>
                    <a:pt x="387" y="614"/>
                  </a:lnTo>
                  <a:lnTo>
                    <a:pt x="415" y="606"/>
                  </a:lnTo>
                  <a:lnTo>
                    <a:pt x="442" y="597"/>
                  </a:lnTo>
                  <a:lnTo>
                    <a:pt x="468" y="585"/>
                  </a:lnTo>
                  <a:lnTo>
                    <a:pt x="492" y="570"/>
                  </a:lnTo>
                  <a:lnTo>
                    <a:pt x="514" y="554"/>
                  </a:lnTo>
                  <a:lnTo>
                    <a:pt x="535" y="535"/>
                  </a:lnTo>
                  <a:lnTo>
                    <a:pt x="554" y="513"/>
                  </a:lnTo>
                  <a:lnTo>
                    <a:pt x="570" y="492"/>
                  </a:lnTo>
                  <a:lnTo>
                    <a:pt x="585" y="468"/>
                  </a:lnTo>
                  <a:lnTo>
                    <a:pt x="597" y="442"/>
                  </a:lnTo>
                  <a:lnTo>
                    <a:pt x="606" y="415"/>
                  </a:lnTo>
                  <a:lnTo>
                    <a:pt x="614" y="387"/>
                  </a:lnTo>
                  <a:lnTo>
                    <a:pt x="618" y="359"/>
                  </a:lnTo>
                  <a:lnTo>
                    <a:pt x="620" y="328"/>
                  </a:lnTo>
                  <a:lnTo>
                    <a:pt x="620" y="328"/>
                  </a:lnTo>
                  <a:lnTo>
                    <a:pt x="618" y="298"/>
                  </a:lnTo>
                  <a:lnTo>
                    <a:pt x="614" y="270"/>
                  </a:lnTo>
                  <a:lnTo>
                    <a:pt x="606" y="242"/>
                  </a:lnTo>
                  <a:lnTo>
                    <a:pt x="597" y="215"/>
                  </a:lnTo>
                  <a:lnTo>
                    <a:pt x="585" y="189"/>
                  </a:lnTo>
                  <a:lnTo>
                    <a:pt x="570" y="165"/>
                  </a:lnTo>
                  <a:lnTo>
                    <a:pt x="554" y="144"/>
                  </a:lnTo>
                  <a:lnTo>
                    <a:pt x="535" y="122"/>
                  </a:lnTo>
                  <a:lnTo>
                    <a:pt x="514" y="103"/>
                  </a:lnTo>
                  <a:lnTo>
                    <a:pt x="492" y="87"/>
                  </a:lnTo>
                  <a:lnTo>
                    <a:pt x="468" y="72"/>
                  </a:lnTo>
                  <a:lnTo>
                    <a:pt x="442" y="60"/>
                  </a:lnTo>
                  <a:lnTo>
                    <a:pt x="415" y="50"/>
                  </a:lnTo>
                  <a:lnTo>
                    <a:pt x="387" y="43"/>
                  </a:lnTo>
                  <a:lnTo>
                    <a:pt x="359" y="39"/>
                  </a:lnTo>
                  <a:lnTo>
                    <a:pt x="328" y="37"/>
                  </a:lnTo>
                  <a:lnTo>
                    <a:pt x="328"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rial" panose="020B0604020202020204" pitchFamily="34" charset="0"/>
                <a:cs typeface="Arial" panose="020B0604020202020204" pitchFamily="34" charset="0"/>
              </a:endParaRPr>
            </a:p>
          </p:txBody>
        </p:sp>
        <p:sp>
          <p:nvSpPr>
            <p:cNvPr id="27" name="Freeform 216">
              <a:extLst>
                <a:ext uri="{FF2B5EF4-FFF2-40B4-BE49-F238E27FC236}">
                  <a16:creationId xmlns:a16="http://schemas.microsoft.com/office/drawing/2014/main" id="{00A7B78C-623C-4CED-9FA4-FDF2744B22A9}"/>
                </a:ext>
              </a:extLst>
            </p:cNvPr>
            <p:cNvSpPr>
              <a:spLocks noEditPoints="1"/>
            </p:cNvSpPr>
            <p:nvPr/>
          </p:nvSpPr>
          <p:spPr bwMode="auto">
            <a:xfrm>
              <a:off x="6831013" y="4294823"/>
              <a:ext cx="296863" cy="298450"/>
            </a:xfrm>
            <a:custGeom>
              <a:avLst/>
              <a:gdLst>
                <a:gd name="T0" fmla="*/ 321 w 374"/>
                <a:gd name="T1" fmla="*/ 151 h 375"/>
                <a:gd name="T2" fmla="*/ 336 w 374"/>
                <a:gd name="T3" fmla="*/ 81 h 375"/>
                <a:gd name="T4" fmla="*/ 336 w 374"/>
                <a:gd name="T5" fmla="*/ 73 h 375"/>
                <a:gd name="T6" fmla="*/ 298 w 374"/>
                <a:gd name="T7" fmla="*/ 36 h 375"/>
                <a:gd name="T8" fmla="*/ 255 w 374"/>
                <a:gd name="T9" fmla="*/ 67 h 375"/>
                <a:gd name="T10" fmla="*/ 216 w 374"/>
                <a:gd name="T11" fmla="*/ 5 h 375"/>
                <a:gd name="T12" fmla="*/ 211 w 374"/>
                <a:gd name="T13" fmla="*/ 0 h 375"/>
                <a:gd name="T14" fmla="*/ 159 w 374"/>
                <a:gd name="T15" fmla="*/ 1 h 375"/>
                <a:gd name="T16" fmla="*/ 151 w 374"/>
                <a:gd name="T17" fmla="*/ 54 h 375"/>
                <a:gd name="T18" fmla="*/ 79 w 374"/>
                <a:gd name="T19" fmla="*/ 38 h 375"/>
                <a:gd name="T20" fmla="*/ 71 w 374"/>
                <a:gd name="T21" fmla="*/ 38 h 375"/>
                <a:gd name="T22" fmla="*/ 35 w 374"/>
                <a:gd name="T23" fmla="*/ 77 h 375"/>
                <a:gd name="T24" fmla="*/ 66 w 374"/>
                <a:gd name="T25" fmla="*/ 118 h 375"/>
                <a:gd name="T26" fmla="*/ 5 w 374"/>
                <a:gd name="T27" fmla="*/ 157 h 375"/>
                <a:gd name="T28" fmla="*/ 0 w 374"/>
                <a:gd name="T29" fmla="*/ 163 h 375"/>
                <a:gd name="T30" fmla="*/ 1 w 374"/>
                <a:gd name="T31" fmla="*/ 215 h 375"/>
                <a:gd name="T32" fmla="*/ 52 w 374"/>
                <a:gd name="T33" fmla="*/ 224 h 375"/>
                <a:gd name="T34" fmla="*/ 36 w 374"/>
                <a:gd name="T35" fmla="*/ 294 h 375"/>
                <a:gd name="T36" fmla="*/ 38 w 374"/>
                <a:gd name="T37" fmla="*/ 302 h 375"/>
                <a:gd name="T38" fmla="*/ 74 w 374"/>
                <a:gd name="T39" fmla="*/ 339 h 375"/>
                <a:gd name="T40" fmla="*/ 79 w 374"/>
                <a:gd name="T41" fmla="*/ 337 h 375"/>
                <a:gd name="T42" fmla="*/ 133 w 374"/>
                <a:gd name="T43" fmla="*/ 316 h 375"/>
                <a:gd name="T44" fmla="*/ 156 w 374"/>
                <a:gd name="T45" fmla="*/ 370 h 375"/>
                <a:gd name="T46" fmla="*/ 211 w 374"/>
                <a:gd name="T47" fmla="*/ 375 h 375"/>
                <a:gd name="T48" fmla="*/ 216 w 374"/>
                <a:gd name="T49" fmla="*/ 370 h 375"/>
                <a:gd name="T50" fmla="*/ 239 w 374"/>
                <a:gd name="T51" fmla="*/ 316 h 375"/>
                <a:gd name="T52" fmla="*/ 294 w 374"/>
                <a:gd name="T53" fmla="*/ 337 h 375"/>
                <a:gd name="T54" fmla="*/ 300 w 374"/>
                <a:gd name="T55" fmla="*/ 339 h 375"/>
                <a:gd name="T56" fmla="*/ 336 w 374"/>
                <a:gd name="T57" fmla="*/ 302 h 375"/>
                <a:gd name="T58" fmla="*/ 308 w 374"/>
                <a:gd name="T59" fmla="*/ 257 h 375"/>
                <a:gd name="T60" fmla="*/ 321 w 374"/>
                <a:gd name="T61" fmla="*/ 224 h 375"/>
                <a:gd name="T62" fmla="*/ 372 w 374"/>
                <a:gd name="T63" fmla="*/ 215 h 375"/>
                <a:gd name="T64" fmla="*/ 374 w 374"/>
                <a:gd name="T65" fmla="*/ 163 h 375"/>
                <a:gd name="T66" fmla="*/ 368 w 374"/>
                <a:gd name="T67" fmla="*/ 157 h 375"/>
                <a:gd name="T68" fmla="*/ 179 w 374"/>
                <a:gd name="T69" fmla="*/ 266 h 375"/>
                <a:gd name="T70" fmla="*/ 142 w 374"/>
                <a:gd name="T71" fmla="*/ 254 h 375"/>
                <a:gd name="T72" fmla="*/ 113 w 374"/>
                <a:gd name="T73" fmla="*/ 219 h 375"/>
                <a:gd name="T74" fmla="*/ 108 w 374"/>
                <a:gd name="T75" fmla="*/ 187 h 375"/>
                <a:gd name="T76" fmla="*/ 109 w 374"/>
                <a:gd name="T77" fmla="*/ 171 h 375"/>
                <a:gd name="T78" fmla="*/ 130 w 374"/>
                <a:gd name="T79" fmla="*/ 132 h 375"/>
                <a:gd name="T80" fmla="*/ 171 w 374"/>
                <a:gd name="T81" fmla="*/ 109 h 375"/>
                <a:gd name="T82" fmla="*/ 187 w 374"/>
                <a:gd name="T83" fmla="*/ 108 h 375"/>
                <a:gd name="T84" fmla="*/ 218 w 374"/>
                <a:gd name="T85" fmla="*/ 114 h 375"/>
                <a:gd name="T86" fmla="*/ 253 w 374"/>
                <a:gd name="T87" fmla="*/ 142 h 375"/>
                <a:gd name="T88" fmla="*/ 266 w 374"/>
                <a:gd name="T89" fmla="*/ 179 h 375"/>
                <a:gd name="T90" fmla="*/ 266 w 374"/>
                <a:gd name="T91" fmla="*/ 196 h 375"/>
                <a:gd name="T92" fmla="*/ 253 w 374"/>
                <a:gd name="T93" fmla="*/ 233 h 375"/>
                <a:gd name="T94" fmla="*/ 218 w 374"/>
                <a:gd name="T95" fmla="*/ 261 h 375"/>
                <a:gd name="T96" fmla="*/ 187 w 374"/>
                <a:gd name="T97" fmla="*/ 267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74" h="375">
                  <a:moveTo>
                    <a:pt x="368" y="157"/>
                  </a:moveTo>
                  <a:lnTo>
                    <a:pt x="321" y="151"/>
                  </a:lnTo>
                  <a:lnTo>
                    <a:pt x="321" y="151"/>
                  </a:lnTo>
                  <a:lnTo>
                    <a:pt x="314" y="134"/>
                  </a:lnTo>
                  <a:lnTo>
                    <a:pt x="308" y="118"/>
                  </a:lnTo>
                  <a:lnTo>
                    <a:pt x="336" y="81"/>
                  </a:lnTo>
                  <a:lnTo>
                    <a:pt x="336" y="81"/>
                  </a:lnTo>
                  <a:lnTo>
                    <a:pt x="337" y="77"/>
                  </a:lnTo>
                  <a:lnTo>
                    <a:pt x="336" y="73"/>
                  </a:lnTo>
                  <a:lnTo>
                    <a:pt x="302" y="38"/>
                  </a:lnTo>
                  <a:lnTo>
                    <a:pt x="302" y="38"/>
                  </a:lnTo>
                  <a:lnTo>
                    <a:pt x="298" y="36"/>
                  </a:lnTo>
                  <a:lnTo>
                    <a:pt x="294" y="38"/>
                  </a:lnTo>
                  <a:lnTo>
                    <a:pt x="255" y="67"/>
                  </a:lnTo>
                  <a:lnTo>
                    <a:pt x="255" y="67"/>
                  </a:lnTo>
                  <a:lnTo>
                    <a:pt x="239" y="59"/>
                  </a:lnTo>
                  <a:lnTo>
                    <a:pt x="223" y="54"/>
                  </a:lnTo>
                  <a:lnTo>
                    <a:pt x="216" y="5"/>
                  </a:lnTo>
                  <a:lnTo>
                    <a:pt x="216" y="5"/>
                  </a:lnTo>
                  <a:lnTo>
                    <a:pt x="215" y="1"/>
                  </a:lnTo>
                  <a:lnTo>
                    <a:pt x="211" y="0"/>
                  </a:lnTo>
                  <a:lnTo>
                    <a:pt x="163" y="0"/>
                  </a:lnTo>
                  <a:lnTo>
                    <a:pt x="163" y="0"/>
                  </a:lnTo>
                  <a:lnTo>
                    <a:pt x="159" y="1"/>
                  </a:lnTo>
                  <a:lnTo>
                    <a:pt x="156" y="5"/>
                  </a:lnTo>
                  <a:lnTo>
                    <a:pt x="151" y="54"/>
                  </a:lnTo>
                  <a:lnTo>
                    <a:pt x="151" y="54"/>
                  </a:lnTo>
                  <a:lnTo>
                    <a:pt x="133" y="59"/>
                  </a:lnTo>
                  <a:lnTo>
                    <a:pt x="118" y="67"/>
                  </a:lnTo>
                  <a:lnTo>
                    <a:pt x="79" y="38"/>
                  </a:lnTo>
                  <a:lnTo>
                    <a:pt x="79" y="38"/>
                  </a:lnTo>
                  <a:lnTo>
                    <a:pt x="75" y="36"/>
                  </a:lnTo>
                  <a:lnTo>
                    <a:pt x="71" y="38"/>
                  </a:lnTo>
                  <a:lnTo>
                    <a:pt x="38" y="73"/>
                  </a:lnTo>
                  <a:lnTo>
                    <a:pt x="38" y="73"/>
                  </a:lnTo>
                  <a:lnTo>
                    <a:pt x="35" y="77"/>
                  </a:lnTo>
                  <a:lnTo>
                    <a:pt x="36" y="81"/>
                  </a:lnTo>
                  <a:lnTo>
                    <a:pt x="66" y="118"/>
                  </a:lnTo>
                  <a:lnTo>
                    <a:pt x="66" y="118"/>
                  </a:lnTo>
                  <a:lnTo>
                    <a:pt x="58" y="134"/>
                  </a:lnTo>
                  <a:lnTo>
                    <a:pt x="52" y="151"/>
                  </a:lnTo>
                  <a:lnTo>
                    <a:pt x="5" y="157"/>
                  </a:lnTo>
                  <a:lnTo>
                    <a:pt x="5" y="157"/>
                  </a:lnTo>
                  <a:lnTo>
                    <a:pt x="1" y="160"/>
                  </a:lnTo>
                  <a:lnTo>
                    <a:pt x="0" y="163"/>
                  </a:lnTo>
                  <a:lnTo>
                    <a:pt x="0" y="211"/>
                  </a:lnTo>
                  <a:lnTo>
                    <a:pt x="0" y="211"/>
                  </a:lnTo>
                  <a:lnTo>
                    <a:pt x="1" y="215"/>
                  </a:lnTo>
                  <a:lnTo>
                    <a:pt x="5" y="218"/>
                  </a:lnTo>
                  <a:lnTo>
                    <a:pt x="52" y="224"/>
                  </a:lnTo>
                  <a:lnTo>
                    <a:pt x="52" y="224"/>
                  </a:lnTo>
                  <a:lnTo>
                    <a:pt x="58" y="241"/>
                  </a:lnTo>
                  <a:lnTo>
                    <a:pt x="66" y="257"/>
                  </a:lnTo>
                  <a:lnTo>
                    <a:pt x="36" y="294"/>
                  </a:lnTo>
                  <a:lnTo>
                    <a:pt x="36" y="294"/>
                  </a:lnTo>
                  <a:lnTo>
                    <a:pt x="35" y="298"/>
                  </a:lnTo>
                  <a:lnTo>
                    <a:pt x="38" y="302"/>
                  </a:lnTo>
                  <a:lnTo>
                    <a:pt x="71" y="337"/>
                  </a:lnTo>
                  <a:lnTo>
                    <a:pt x="71" y="337"/>
                  </a:lnTo>
                  <a:lnTo>
                    <a:pt x="74" y="339"/>
                  </a:lnTo>
                  <a:lnTo>
                    <a:pt x="75" y="339"/>
                  </a:lnTo>
                  <a:lnTo>
                    <a:pt x="75" y="339"/>
                  </a:lnTo>
                  <a:lnTo>
                    <a:pt x="79" y="337"/>
                  </a:lnTo>
                  <a:lnTo>
                    <a:pt x="118" y="308"/>
                  </a:lnTo>
                  <a:lnTo>
                    <a:pt x="118" y="308"/>
                  </a:lnTo>
                  <a:lnTo>
                    <a:pt x="133" y="316"/>
                  </a:lnTo>
                  <a:lnTo>
                    <a:pt x="151" y="321"/>
                  </a:lnTo>
                  <a:lnTo>
                    <a:pt x="156" y="370"/>
                  </a:lnTo>
                  <a:lnTo>
                    <a:pt x="156" y="370"/>
                  </a:lnTo>
                  <a:lnTo>
                    <a:pt x="159" y="374"/>
                  </a:lnTo>
                  <a:lnTo>
                    <a:pt x="163" y="375"/>
                  </a:lnTo>
                  <a:lnTo>
                    <a:pt x="211" y="375"/>
                  </a:lnTo>
                  <a:lnTo>
                    <a:pt x="211" y="375"/>
                  </a:lnTo>
                  <a:lnTo>
                    <a:pt x="215" y="374"/>
                  </a:lnTo>
                  <a:lnTo>
                    <a:pt x="216" y="370"/>
                  </a:lnTo>
                  <a:lnTo>
                    <a:pt x="223" y="321"/>
                  </a:lnTo>
                  <a:lnTo>
                    <a:pt x="223" y="321"/>
                  </a:lnTo>
                  <a:lnTo>
                    <a:pt x="239" y="316"/>
                  </a:lnTo>
                  <a:lnTo>
                    <a:pt x="255" y="308"/>
                  </a:lnTo>
                  <a:lnTo>
                    <a:pt x="294" y="337"/>
                  </a:lnTo>
                  <a:lnTo>
                    <a:pt x="294" y="337"/>
                  </a:lnTo>
                  <a:lnTo>
                    <a:pt x="297" y="339"/>
                  </a:lnTo>
                  <a:lnTo>
                    <a:pt x="297" y="339"/>
                  </a:lnTo>
                  <a:lnTo>
                    <a:pt x="300" y="339"/>
                  </a:lnTo>
                  <a:lnTo>
                    <a:pt x="302" y="337"/>
                  </a:lnTo>
                  <a:lnTo>
                    <a:pt x="336" y="302"/>
                  </a:lnTo>
                  <a:lnTo>
                    <a:pt x="336" y="302"/>
                  </a:lnTo>
                  <a:lnTo>
                    <a:pt x="337" y="298"/>
                  </a:lnTo>
                  <a:lnTo>
                    <a:pt x="336" y="294"/>
                  </a:lnTo>
                  <a:lnTo>
                    <a:pt x="308" y="257"/>
                  </a:lnTo>
                  <a:lnTo>
                    <a:pt x="308" y="257"/>
                  </a:lnTo>
                  <a:lnTo>
                    <a:pt x="314" y="241"/>
                  </a:lnTo>
                  <a:lnTo>
                    <a:pt x="321" y="224"/>
                  </a:lnTo>
                  <a:lnTo>
                    <a:pt x="368" y="218"/>
                  </a:lnTo>
                  <a:lnTo>
                    <a:pt x="368" y="218"/>
                  </a:lnTo>
                  <a:lnTo>
                    <a:pt x="372" y="215"/>
                  </a:lnTo>
                  <a:lnTo>
                    <a:pt x="374" y="211"/>
                  </a:lnTo>
                  <a:lnTo>
                    <a:pt x="374" y="163"/>
                  </a:lnTo>
                  <a:lnTo>
                    <a:pt x="374" y="163"/>
                  </a:lnTo>
                  <a:lnTo>
                    <a:pt x="372" y="160"/>
                  </a:lnTo>
                  <a:lnTo>
                    <a:pt x="368" y="157"/>
                  </a:lnTo>
                  <a:lnTo>
                    <a:pt x="368" y="157"/>
                  </a:lnTo>
                  <a:close/>
                  <a:moveTo>
                    <a:pt x="187" y="267"/>
                  </a:moveTo>
                  <a:lnTo>
                    <a:pt x="187" y="267"/>
                  </a:lnTo>
                  <a:lnTo>
                    <a:pt x="179" y="266"/>
                  </a:lnTo>
                  <a:lnTo>
                    <a:pt x="171" y="266"/>
                  </a:lnTo>
                  <a:lnTo>
                    <a:pt x="156" y="261"/>
                  </a:lnTo>
                  <a:lnTo>
                    <a:pt x="142" y="254"/>
                  </a:lnTo>
                  <a:lnTo>
                    <a:pt x="130" y="243"/>
                  </a:lnTo>
                  <a:lnTo>
                    <a:pt x="121" y="233"/>
                  </a:lnTo>
                  <a:lnTo>
                    <a:pt x="113" y="219"/>
                  </a:lnTo>
                  <a:lnTo>
                    <a:pt x="109" y="203"/>
                  </a:lnTo>
                  <a:lnTo>
                    <a:pt x="108" y="196"/>
                  </a:lnTo>
                  <a:lnTo>
                    <a:pt x="108" y="187"/>
                  </a:lnTo>
                  <a:lnTo>
                    <a:pt x="108" y="187"/>
                  </a:lnTo>
                  <a:lnTo>
                    <a:pt x="108" y="179"/>
                  </a:lnTo>
                  <a:lnTo>
                    <a:pt x="109" y="171"/>
                  </a:lnTo>
                  <a:lnTo>
                    <a:pt x="113" y="156"/>
                  </a:lnTo>
                  <a:lnTo>
                    <a:pt x="121" y="142"/>
                  </a:lnTo>
                  <a:lnTo>
                    <a:pt x="130" y="132"/>
                  </a:lnTo>
                  <a:lnTo>
                    <a:pt x="142" y="121"/>
                  </a:lnTo>
                  <a:lnTo>
                    <a:pt x="156" y="114"/>
                  </a:lnTo>
                  <a:lnTo>
                    <a:pt x="171" y="109"/>
                  </a:lnTo>
                  <a:lnTo>
                    <a:pt x="179" y="108"/>
                  </a:lnTo>
                  <a:lnTo>
                    <a:pt x="187" y="108"/>
                  </a:lnTo>
                  <a:lnTo>
                    <a:pt x="187" y="108"/>
                  </a:lnTo>
                  <a:lnTo>
                    <a:pt x="195" y="108"/>
                  </a:lnTo>
                  <a:lnTo>
                    <a:pt x="203" y="109"/>
                  </a:lnTo>
                  <a:lnTo>
                    <a:pt x="218" y="114"/>
                  </a:lnTo>
                  <a:lnTo>
                    <a:pt x="231" y="121"/>
                  </a:lnTo>
                  <a:lnTo>
                    <a:pt x="243" y="132"/>
                  </a:lnTo>
                  <a:lnTo>
                    <a:pt x="253" y="142"/>
                  </a:lnTo>
                  <a:lnTo>
                    <a:pt x="259" y="156"/>
                  </a:lnTo>
                  <a:lnTo>
                    <a:pt x="265" y="171"/>
                  </a:lnTo>
                  <a:lnTo>
                    <a:pt x="266" y="179"/>
                  </a:lnTo>
                  <a:lnTo>
                    <a:pt x="266" y="187"/>
                  </a:lnTo>
                  <a:lnTo>
                    <a:pt x="266" y="187"/>
                  </a:lnTo>
                  <a:lnTo>
                    <a:pt x="266" y="196"/>
                  </a:lnTo>
                  <a:lnTo>
                    <a:pt x="265" y="203"/>
                  </a:lnTo>
                  <a:lnTo>
                    <a:pt x="259" y="219"/>
                  </a:lnTo>
                  <a:lnTo>
                    <a:pt x="253" y="233"/>
                  </a:lnTo>
                  <a:lnTo>
                    <a:pt x="243" y="243"/>
                  </a:lnTo>
                  <a:lnTo>
                    <a:pt x="231" y="254"/>
                  </a:lnTo>
                  <a:lnTo>
                    <a:pt x="218" y="261"/>
                  </a:lnTo>
                  <a:lnTo>
                    <a:pt x="203" y="266"/>
                  </a:lnTo>
                  <a:lnTo>
                    <a:pt x="195" y="266"/>
                  </a:lnTo>
                  <a:lnTo>
                    <a:pt x="187" y="267"/>
                  </a:lnTo>
                  <a:lnTo>
                    <a:pt x="187" y="2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rial" panose="020B0604020202020204" pitchFamily="34" charset="0"/>
                <a:cs typeface="Arial" panose="020B0604020202020204" pitchFamily="34" charset="0"/>
              </a:endParaRPr>
            </a:p>
          </p:txBody>
        </p:sp>
      </p:grpSp>
      <p:sp>
        <p:nvSpPr>
          <p:cNvPr id="39" name="Google Shape;496;p8">
            <a:extLst>
              <a:ext uri="{FF2B5EF4-FFF2-40B4-BE49-F238E27FC236}">
                <a16:creationId xmlns:a16="http://schemas.microsoft.com/office/drawing/2014/main" id="{91E116E7-1447-4AD0-A4B1-20C7B5C7D4E0}"/>
              </a:ext>
            </a:extLst>
          </p:cNvPr>
          <p:cNvSpPr txBox="1"/>
          <p:nvPr/>
        </p:nvSpPr>
        <p:spPr>
          <a:xfrm>
            <a:off x="4749011" y="3688979"/>
            <a:ext cx="2658850"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שיפור תהליכים </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ממשלתיים</a:t>
            </a:r>
            <a:endParaRPr kumimoji="0"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endParaRPr>
          </a:p>
        </p:txBody>
      </p:sp>
      <p:sp>
        <p:nvSpPr>
          <p:cNvPr id="3" name="Google Shape;496;p8">
            <a:extLst>
              <a:ext uri="{FF2B5EF4-FFF2-40B4-BE49-F238E27FC236}">
                <a16:creationId xmlns:a16="http://schemas.microsoft.com/office/drawing/2014/main" id="{59324849-B753-D400-0188-BBF28B40FC1C}"/>
              </a:ext>
            </a:extLst>
          </p:cNvPr>
          <p:cNvSpPr txBox="1"/>
          <p:nvPr/>
        </p:nvSpPr>
        <p:spPr>
          <a:xfrm>
            <a:off x="4791246" y="5870428"/>
            <a:ext cx="2658850"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err="1">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תמרוץ</a:t>
            </a: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 </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שירותים מועילים</a:t>
            </a:r>
            <a:endParaRPr kumimoji="0"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endParaRPr>
          </a:p>
        </p:txBody>
      </p:sp>
      <p:sp>
        <p:nvSpPr>
          <p:cNvPr id="17" name="Google Shape;492;p8">
            <a:extLst>
              <a:ext uri="{FF2B5EF4-FFF2-40B4-BE49-F238E27FC236}">
                <a16:creationId xmlns:a16="http://schemas.microsoft.com/office/drawing/2014/main" id="{26535DF0-52C8-83F3-BF5A-1677C119EB62}"/>
              </a:ext>
            </a:extLst>
          </p:cNvPr>
          <p:cNvSpPr txBox="1"/>
          <p:nvPr/>
        </p:nvSpPr>
        <p:spPr>
          <a:xfrm>
            <a:off x="8436258" y="3718379"/>
            <a:ext cx="3296222" cy="553998"/>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lang="he-IL" dirty="0">
                <a:solidFill>
                  <a:srgbClr val="DBEFF9">
                    <a:lumMod val="10000"/>
                  </a:srgbClr>
                </a:solidFill>
                <a:latin typeface="Arial" panose="020B0604020202020204" pitchFamily="34" charset="0"/>
                <a:ea typeface="Heebo Black"/>
                <a:cs typeface="Arial" panose="020B0604020202020204" pitchFamily="34" charset="0"/>
                <a:sym typeface="Heebo Black"/>
              </a:rPr>
              <a:t>הרחבת</a:t>
            </a:r>
            <a:r>
              <a:rPr lang="he-IL" b="1" dirty="0">
                <a:solidFill>
                  <a:srgbClr val="DBEFF9">
                    <a:lumMod val="10000"/>
                  </a:srgbClr>
                </a:solidFill>
                <a:latin typeface="Arial" panose="020B0604020202020204" pitchFamily="34" charset="0"/>
                <a:ea typeface="Heebo Black"/>
                <a:cs typeface="Arial" panose="020B0604020202020204" pitchFamily="34" charset="0"/>
                <a:sym typeface="Heebo Black"/>
              </a:rPr>
              <a:t> עצמאות ובחירה, השתתפות, </a:t>
            </a:r>
            <a:r>
              <a:rPr lang="he-IL" dirty="0">
                <a:solidFill>
                  <a:srgbClr val="DBEFF9">
                    <a:lumMod val="10000"/>
                  </a:srgbClr>
                </a:solidFill>
                <a:latin typeface="Arial" panose="020B0604020202020204" pitchFamily="34" charset="0"/>
                <a:ea typeface="Heebo Black"/>
                <a:cs typeface="Arial" panose="020B0604020202020204" pitchFamily="34" charset="0"/>
                <a:sym typeface="Heebo Black"/>
              </a:rPr>
              <a:t>וקידום </a:t>
            </a:r>
            <a:r>
              <a:rPr lang="he-IL" b="1" dirty="0">
                <a:solidFill>
                  <a:srgbClr val="DBEFF9">
                    <a:lumMod val="10000"/>
                  </a:srgbClr>
                </a:solidFill>
                <a:latin typeface="Arial" panose="020B0604020202020204" pitchFamily="34" charset="0"/>
                <a:ea typeface="Heebo Black"/>
                <a:cs typeface="Arial" panose="020B0604020202020204" pitchFamily="34" charset="0"/>
                <a:sym typeface="Heebo Black"/>
              </a:rPr>
              <a:t>שייכות ומשמעות</a:t>
            </a:r>
            <a:endParaRPr kumimoji="0"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endParaRPr>
          </a:p>
        </p:txBody>
      </p:sp>
    </p:spTree>
    <p:extLst>
      <p:ext uri="{BB962C8B-B14F-4D97-AF65-F5344CB8AC3E}">
        <p14:creationId xmlns:p14="http://schemas.microsoft.com/office/powerpoint/2010/main" val="24860751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B5738-B40D-E6A2-9278-2096AEB03ADD}"/>
            </a:ext>
          </a:extLst>
        </p:cNvPr>
        <p:cNvGrpSpPr/>
        <p:nvPr/>
      </p:nvGrpSpPr>
      <p:grpSpPr>
        <a:xfrm>
          <a:off x="0" y="0"/>
          <a:ext cx="0" cy="0"/>
          <a:chOff x="0" y="0"/>
          <a:chExt cx="0" cy="0"/>
        </a:xfrm>
      </p:grpSpPr>
      <p:pic>
        <p:nvPicPr>
          <p:cNvPr id="7" name="Picture 3" descr="קובץ:Ministry of Labor, Social Affairs and Social Services ...">
            <a:extLst>
              <a:ext uri="{FF2B5EF4-FFF2-40B4-BE49-F238E27FC236}">
                <a16:creationId xmlns:a16="http://schemas.microsoft.com/office/drawing/2014/main" id="{2721335C-DA9F-9C13-F3B5-191AF4AEECEF}"/>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619882" y="6318588"/>
            <a:ext cx="1742734" cy="47516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6">
            <a:extLst>
              <a:ext uri="{FF2B5EF4-FFF2-40B4-BE49-F238E27FC236}">
                <a16:creationId xmlns:a16="http://schemas.microsoft.com/office/drawing/2014/main" id="{6FF0E3CB-1CDB-A36F-9C0B-FF9CF7B29702}"/>
              </a:ext>
            </a:extLst>
          </p:cNvPr>
          <p:cNvPicPr>
            <a:picLocks noChangeAspect="1"/>
          </p:cNvPicPr>
          <p:nvPr/>
        </p:nvPicPr>
        <p:blipFill>
          <a:blip r:embed="rId4"/>
          <a:stretch>
            <a:fillRect/>
          </a:stretch>
        </p:blipFill>
        <p:spPr>
          <a:xfrm>
            <a:off x="377624" y="6219077"/>
            <a:ext cx="1118350" cy="612431"/>
          </a:xfrm>
          <a:prstGeom prst="rect">
            <a:avLst/>
          </a:prstGeom>
          <a:ln>
            <a:noFill/>
          </a:ln>
        </p:spPr>
      </p:pic>
      <p:sp>
        <p:nvSpPr>
          <p:cNvPr id="2" name="Rectangle 1">
            <a:extLst>
              <a:ext uri="{FF2B5EF4-FFF2-40B4-BE49-F238E27FC236}">
                <a16:creationId xmlns:a16="http://schemas.microsoft.com/office/drawing/2014/main" id="{9F82E449-138F-F083-1B4B-2E3EEF887D31}"/>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he-IL"/>
          </a:p>
        </p:txBody>
      </p:sp>
      <p:sp>
        <p:nvSpPr>
          <p:cNvPr id="6" name="כותרת 1">
            <a:extLst>
              <a:ext uri="{FF2B5EF4-FFF2-40B4-BE49-F238E27FC236}">
                <a16:creationId xmlns:a16="http://schemas.microsoft.com/office/drawing/2014/main" id="{85E20E37-4F27-81CF-686B-39E176678710}"/>
              </a:ext>
            </a:extLst>
          </p:cNvPr>
          <p:cNvSpPr txBox="1">
            <a:spLocks/>
          </p:cNvSpPr>
          <p:nvPr/>
        </p:nvSpPr>
        <p:spPr>
          <a:xfrm>
            <a:off x="1047579" y="186742"/>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a:lstStyle>
          <a:p>
            <a:pPr algn="r" rtl="1"/>
            <a:r>
              <a:rPr lang="he-IL" sz="3200" b="1" dirty="0">
                <a:solidFill>
                  <a:srgbClr val="002060"/>
                </a:solidFill>
                <a:cs typeface="+mn-cs"/>
              </a:rPr>
              <a:t>רפורמה עם חסכון תקציבי?!</a:t>
            </a:r>
          </a:p>
        </p:txBody>
      </p:sp>
      <p:sp>
        <p:nvSpPr>
          <p:cNvPr id="9" name="תיבת טקסט 8">
            <a:extLst>
              <a:ext uri="{FF2B5EF4-FFF2-40B4-BE49-F238E27FC236}">
                <a16:creationId xmlns:a16="http://schemas.microsoft.com/office/drawing/2014/main" id="{256E6DB2-2556-CD46-5E4C-FE3FFAA7027D}"/>
              </a:ext>
            </a:extLst>
          </p:cNvPr>
          <p:cNvSpPr txBox="1"/>
          <p:nvPr/>
        </p:nvSpPr>
        <p:spPr>
          <a:xfrm>
            <a:off x="628821" y="304800"/>
            <a:ext cx="3810832" cy="2123658"/>
          </a:xfrm>
          <a:prstGeom prst="rect">
            <a:avLst/>
          </a:prstGeom>
          <a:solidFill>
            <a:schemeClr val="bg1">
              <a:lumMod val="95000"/>
            </a:schemeClr>
          </a:solidFill>
          <a:ln/>
        </p:spPr>
        <p:style>
          <a:lnRef idx="2">
            <a:schemeClr val="accent1"/>
          </a:lnRef>
          <a:fillRef idx="1">
            <a:schemeClr val="lt1"/>
          </a:fillRef>
          <a:effectRef idx="0">
            <a:schemeClr val="accent1"/>
          </a:effectRef>
          <a:fontRef idx="minor">
            <a:schemeClr val="dk1"/>
          </a:fontRef>
        </p:style>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במידה ונדחה בממוצע כ-3 חודשים בעלייה ברמות סיעוד 0-2 =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מעל מיליארד ₪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חסכון למשק לשנה</a:t>
            </a:r>
            <a:r>
              <a:rPr kumimoji="0" lang="he-IL" sz="28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r>
              <a:rPr kumimoji="0" lang="he-IL" sz="14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(לא כולל ביטוחי סיעוד)</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(חצי מהתקציב יושקע ברשויות שיצליחו למנוע?)</a:t>
            </a: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graphicFrame>
        <p:nvGraphicFramePr>
          <p:cNvPr id="10" name="תרשים 9">
            <a:extLst>
              <a:ext uri="{FF2B5EF4-FFF2-40B4-BE49-F238E27FC236}">
                <a16:creationId xmlns:a16="http://schemas.microsoft.com/office/drawing/2014/main" id="{44E8D2AE-2BBF-C972-7588-215A931ADAAA}"/>
              </a:ext>
            </a:extLst>
          </p:cNvPr>
          <p:cNvGraphicFramePr>
            <a:graphicFrameLocks/>
          </p:cNvGraphicFramePr>
          <p:nvPr>
            <p:extLst>
              <p:ext uri="{D42A27DB-BD31-4B8C-83A1-F6EECF244321}">
                <p14:modId xmlns:p14="http://schemas.microsoft.com/office/powerpoint/2010/main" val="183517463"/>
              </p:ext>
            </p:extLst>
          </p:nvPr>
        </p:nvGraphicFramePr>
        <p:xfrm>
          <a:off x="5356046" y="1961692"/>
          <a:ext cx="6354617" cy="4257385"/>
        </p:xfrm>
        <a:graphic>
          <a:graphicData uri="http://schemas.openxmlformats.org/drawingml/2006/chart">
            <c:chart xmlns:c="http://schemas.openxmlformats.org/drawingml/2006/chart" xmlns:r="http://schemas.openxmlformats.org/officeDocument/2006/relationships" r:id="rId5"/>
          </a:graphicData>
        </a:graphic>
      </p:graphicFrame>
      <p:sp>
        <p:nvSpPr>
          <p:cNvPr id="11" name="תיבת טקסט 10">
            <a:extLst>
              <a:ext uri="{FF2B5EF4-FFF2-40B4-BE49-F238E27FC236}">
                <a16:creationId xmlns:a16="http://schemas.microsoft.com/office/drawing/2014/main" id="{3392F381-E91F-9856-3D51-352F240316A6}"/>
              </a:ext>
            </a:extLst>
          </p:cNvPr>
          <p:cNvSpPr txBox="1"/>
          <p:nvPr/>
        </p:nvSpPr>
        <p:spPr>
          <a:xfrm>
            <a:off x="628821" y="5337511"/>
            <a:ext cx="3061550" cy="646331"/>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*מבוסס על עלויות הגמלה ועלויות בריאות בקופ"ח מאוחדת</a:t>
            </a:r>
          </a:p>
        </p:txBody>
      </p:sp>
    </p:spTree>
    <p:extLst>
      <p:ext uri="{BB962C8B-B14F-4D97-AF65-F5344CB8AC3E}">
        <p14:creationId xmlns:p14="http://schemas.microsoft.com/office/powerpoint/2010/main" val="30616992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026378" y="4859813"/>
            <a:ext cx="3989224" cy="3989224"/>
          </a:xfrm>
          <a:custGeom>
            <a:avLst/>
            <a:gdLst/>
            <a:ahLst/>
            <a:cxnLst/>
            <a:rect l="l" t="t" r="r" b="b"/>
            <a:pathLst>
              <a:path w="5983836" h="5983836">
                <a:moveTo>
                  <a:pt x="0" y="0"/>
                </a:moveTo>
                <a:lnTo>
                  <a:pt x="5983836" y="0"/>
                </a:lnTo>
                <a:lnTo>
                  <a:pt x="5983836" y="5983836"/>
                </a:lnTo>
                <a:lnTo>
                  <a:pt x="0" y="598383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L"/>
          </a:p>
        </p:txBody>
      </p:sp>
      <p:sp>
        <p:nvSpPr>
          <p:cNvPr id="3" name="Freeform 3"/>
          <p:cNvSpPr/>
          <p:nvPr/>
        </p:nvSpPr>
        <p:spPr>
          <a:xfrm>
            <a:off x="11223324" y="-1801252"/>
            <a:ext cx="3989224" cy="3989224"/>
          </a:xfrm>
          <a:custGeom>
            <a:avLst/>
            <a:gdLst/>
            <a:ahLst/>
            <a:cxnLst/>
            <a:rect l="l" t="t" r="r" b="b"/>
            <a:pathLst>
              <a:path w="5983836" h="5983836">
                <a:moveTo>
                  <a:pt x="0" y="0"/>
                </a:moveTo>
                <a:lnTo>
                  <a:pt x="5983836" y="0"/>
                </a:lnTo>
                <a:lnTo>
                  <a:pt x="5983836" y="5983836"/>
                </a:lnTo>
                <a:lnTo>
                  <a:pt x="0" y="598383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L"/>
          </a:p>
        </p:txBody>
      </p:sp>
      <p:sp>
        <p:nvSpPr>
          <p:cNvPr id="4" name="Freeform 4"/>
          <p:cNvSpPr/>
          <p:nvPr/>
        </p:nvSpPr>
        <p:spPr>
          <a:xfrm>
            <a:off x="685800" y="3240311"/>
            <a:ext cx="10820400" cy="1393127"/>
          </a:xfrm>
          <a:custGeom>
            <a:avLst/>
            <a:gdLst/>
            <a:ahLst/>
            <a:cxnLst/>
            <a:rect l="l" t="t" r="r" b="b"/>
            <a:pathLst>
              <a:path w="16230600" h="2089690">
                <a:moveTo>
                  <a:pt x="0" y="0"/>
                </a:moveTo>
                <a:lnTo>
                  <a:pt x="16230600" y="0"/>
                </a:lnTo>
                <a:lnTo>
                  <a:pt x="16230600" y="2089690"/>
                </a:lnTo>
                <a:lnTo>
                  <a:pt x="0" y="2089690"/>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IL"/>
          </a:p>
        </p:txBody>
      </p:sp>
      <p:sp>
        <p:nvSpPr>
          <p:cNvPr id="5" name="Freeform 5"/>
          <p:cNvSpPr/>
          <p:nvPr/>
        </p:nvSpPr>
        <p:spPr>
          <a:xfrm>
            <a:off x="1369586" y="2660048"/>
            <a:ext cx="1726521" cy="1726521"/>
          </a:xfrm>
          <a:custGeom>
            <a:avLst/>
            <a:gdLst/>
            <a:ahLst/>
            <a:cxnLst/>
            <a:rect l="l" t="t" r="r" b="b"/>
            <a:pathLst>
              <a:path w="2589782" h="2589782">
                <a:moveTo>
                  <a:pt x="0" y="0"/>
                </a:moveTo>
                <a:lnTo>
                  <a:pt x="2589782" y="0"/>
                </a:lnTo>
                <a:lnTo>
                  <a:pt x="2589782" y="2589782"/>
                </a:lnTo>
                <a:lnTo>
                  <a:pt x="0" y="2589782"/>
                </a:lnTo>
                <a:lnTo>
                  <a:pt x="0" y="0"/>
                </a:lnTo>
                <a:close/>
              </a:path>
            </a:pathLst>
          </a:custGeom>
          <a:blipFill>
            <a:blip r:embed="rId6">
              <a:alphaModFix amt="16000"/>
              <a:extLst>
                <a:ext uri="{96DAC541-7B7A-43D3-8B79-37D633B846F1}">
                  <asvg:svgBlip xmlns:asvg="http://schemas.microsoft.com/office/drawing/2016/SVG/main" r:embed="rId7"/>
                </a:ext>
              </a:extLst>
            </a:blip>
            <a:stretch>
              <a:fillRect/>
            </a:stretch>
          </a:blipFill>
        </p:spPr>
        <p:txBody>
          <a:bodyPr/>
          <a:lstStyle/>
          <a:p>
            <a:endParaRPr lang="en-IL"/>
          </a:p>
        </p:txBody>
      </p:sp>
      <p:sp>
        <p:nvSpPr>
          <p:cNvPr id="6" name="Freeform 6"/>
          <p:cNvSpPr/>
          <p:nvPr/>
        </p:nvSpPr>
        <p:spPr>
          <a:xfrm>
            <a:off x="2918624" y="3523286"/>
            <a:ext cx="1726565" cy="1726565"/>
          </a:xfrm>
          <a:custGeom>
            <a:avLst/>
            <a:gdLst/>
            <a:ahLst/>
            <a:cxnLst/>
            <a:rect l="l" t="t" r="r" b="b"/>
            <a:pathLst>
              <a:path w="2589847" h="2589848">
                <a:moveTo>
                  <a:pt x="0" y="0"/>
                </a:moveTo>
                <a:lnTo>
                  <a:pt x="2589848" y="0"/>
                </a:lnTo>
                <a:lnTo>
                  <a:pt x="2589848" y="2589848"/>
                </a:lnTo>
                <a:lnTo>
                  <a:pt x="0" y="2589848"/>
                </a:lnTo>
                <a:lnTo>
                  <a:pt x="0" y="0"/>
                </a:lnTo>
                <a:close/>
              </a:path>
            </a:pathLst>
          </a:custGeom>
          <a:blipFill>
            <a:blip r:embed="rId8">
              <a:alphaModFix amt="16000"/>
              <a:extLst>
                <a:ext uri="{96DAC541-7B7A-43D3-8B79-37D633B846F1}">
                  <asvg:svgBlip xmlns:asvg="http://schemas.microsoft.com/office/drawing/2016/SVG/main" r:embed="rId9"/>
                </a:ext>
              </a:extLst>
            </a:blip>
            <a:stretch>
              <a:fillRect/>
            </a:stretch>
          </a:blipFill>
          <a:ln cap="sq">
            <a:noFill/>
            <a:prstDash val="solid"/>
            <a:miter/>
          </a:ln>
        </p:spPr>
        <p:txBody>
          <a:bodyPr/>
          <a:lstStyle/>
          <a:p>
            <a:endParaRPr lang="en-IL"/>
          </a:p>
        </p:txBody>
      </p:sp>
      <p:sp>
        <p:nvSpPr>
          <p:cNvPr id="7" name="Freeform 7"/>
          <p:cNvSpPr/>
          <p:nvPr/>
        </p:nvSpPr>
        <p:spPr>
          <a:xfrm>
            <a:off x="6007878" y="3523330"/>
            <a:ext cx="1726565" cy="1726565"/>
          </a:xfrm>
          <a:custGeom>
            <a:avLst/>
            <a:gdLst/>
            <a:ahLst/>
            <a:cxnLst/>
            <a:rect l="l" t="t" r="r" b="b"/>
            <a:pathLst>
              <a:path w="2589847" h="2589847">
                <a:moveTo>
                  <a:pt x="0" y="0"/>
                </a:moveTo>
                <a:lnTo>
                  <a:pt x="2589847" y="0"/>
                </a:lnTo>
                <a:lnTo>
                  <a:pt x="2589847" y="2589848"/>
                </a:lnTo>
                <a:lnTo>
                  <a:pt x="0" y="2589848"/>
                </a:lnTo>
                <a:lnTo>
                  <a:pt x="0" y="0"/>
                </a:lnTo>
                <a:close/>
              </a:path>
            </a:pathLst>
          </a:custGeom>
          <a:blipFill>
            <a:blip r:embed="rId10">
              <a:alphaModFix amt="1600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IL"/>
          </a:p>
        </p:txBody>
      </p:sp>
      <p:sp>
        <p:nvSpPr>
          <p:cNvPr id="8" name="Freeform 8"/>
          <p:cNvSpPr/>
          <p:nvPr/>
        </p:nvSpPr>
        <p:spPr>
          <a:xfrm>
            <a:off x="9103373" y="3523330"/>
            <a:ext cx="1726565" cy="1726565"/>
          </a:xfrm>
          <a:custGeom>
            <a:avLst/>
            <a:gdLst/>
            <a:ahLst/>
            <a:cxnLst/>
            <a:rect l="l" t="t" r="r" b="b"/>
            <a:pathLst>
              <a:path w="2589847" h="2589847">
                <a:moveTo>
                  <a:pt x="0" y="0"/>
                </a:moveTo>
                <a:lnTo>
                  <a:pt x="2589848" y="0"/>
                </a:lnTo>
                <a:lnTo>
                  <a:pt x="2589848" y="2589848"/>
                </a:lnTo>
                <a:lnTo>
                  <a:pt x="0" y="2589848"/>
                </a:lnTo>
                <a:lnTo>
                  <a:pt x="0" y="0"/>
                </a:lnTo>
                <a:close/>
              </a:path>
            </a:pathLst>
          </a:custGeom>
          <a:blipFill>
            <a:blip r:embed="rId10">
              <a:alphaModFix amt="1600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IL"/>
          </a:p>
        </p:txBody>
      </p:sp>
      <p:sp>
        <p:nvSpPr>
          <p:cNvPr id="9" name="Freeform 9"/>
          <p:cNvSpPr/>
          <p:nvPr/>
        </p:nvSpPr>
        <p:spPr>
          <a:xfrm>
            <a:off x="4458818" y="2660048"/>
            <a:ext cx="1726565" cy="1726565"/>
          </a:xfrm>
          <a:custGeom>
            <a:avLst/>
            <a:gdLst/>
            <a:ahLst/>
            <a:cxnLst/>
            <a:rect l="l" t="t" r="r" b="b"/>
            <a:pathLst>
              <a:path w="2589847" h="2589848">
                <a:moveTo>
                  <a:pt x="0" y="0"/>
                </a:moveTo>
                <a:lnTo>
                  <a:pt x="2589847" y="0"/>
                </a:lnTo>
                <a:lnTo>
                  <a:pt x="2589847" y="2589847"/>
                </a:lnTo>
                <a:lnTo>
                  <a:pt x="0" y="2589847"/>
                </a:lnTo>
                <a:lnTo>
                  <a:pt x="0" y="0"/>
                </a:lnTo>
                <a:close/>
              </a:path>
            </a:pathLst>
          </a:custGeom>
          <a:blipFill>
            <a:blip r:embed="rId12">
              <a:alphaModFix amt="16000"/>
              <a:extLst>
                <a:ext uri="{96DAC541-7B7A-43D3-8B79-37D633B846F1}">
                  <asvg:svgBlip xmlns:asvg="http://schemas.microsoft.com/office/drawing/2016/SVG/main" r:embed="rId13"/>
                </a:ext>
              </a:extLst>
            </a:blip>
            <a:stretch>
              <a:fillRect/>
            </a:stretch>
          </a:blipFill>
          <a:ln cap="sq">
            <a:noFill/>
            <a:prstDash val="solid"/>
            <a:miter/>
          </a:ln>
        </p:spPr>
        <p:txBody>
          <a:bodyPr/>
          <a:lstStyle/>
          <a:p>
            <a:endParaRPr lang="en-IL"/>
          </a:p>
        </p:txBody>
      </p:sp>
      <p:sp>
        <p:nvSpPr>
          <p:cNvPr id="10" name="Freeform 10"/>
          <p:cNvSpPr/>
          <p:nvPr/>
        </p:nvSpPr>
        <p:spPr>
          <a:xfrm>
            <a:off x="7554312" y="2660048"/>
            <a:ext cx="1726565" cy="1726565"/>
          </a:xfrm>
          <a:custGeom>
            <a:avLst/>
            <a:gdLst/>
            <a:ahLst/>
            <a:cxnLst/>
            <a:rect l="l" t="t" r="r" b="b"/>
            <a:pathLst>
              <a:path w="2589848" h="2589848">
                <a:moveTo>
                  <a:pt x="0" y="0"/>
                </a:moveTo>
                <a:lnTo>
                  <a:pt x="2589848" y="0"/>
                </a:lnTo>
                <a:lnTo>
                  <a:pt x="2589848" y="2589847"/>
                </a:lnTo>
                <a:lnTo>
                  <a:pt x="0" y="2589847"/>
                </a:lnTo>
                <a:lnTo>
                  <a:pt x="0" y="0"/>
                </a:lnTo>
                <a:close/>
              </a:path>
            </a:pathLst>
          </a:custGeom>
          <a:blipFill>
            <a:blip r:embed="rId12">
              <a:alphaModFix amt="16000"/>
              <a:extLst>
                <a:ext uri="{96DAC541-7B7A-43D3-8B79-37D633B846F1}">
                  <asvg:svgBlip xmlns:asvg="http://schemas.microsoft.com/office/drawing/2016/SVG/main" r:embed="rId13"/>
                </a:ext>
              </a:extLst>
            </a:blip>
            <a:stretch>
              <a:fillRect/>
            </a:stretch>
          </a:blipFill>
          <a:ln cap="sq">
            <a:noFill/>
            <a:prstDash val="solid"/>
            <a:miter/>
          </a:ln>
        </p:spPr>
        <p:txBody>
          <a:bodyPr/>
          <a:lstStyle/>
          <a:p>
            <a:endParaRPr lang="en-IL"/>
          </a:p>
        </p:txBody>
      </p:sp>
      <p:grpSp>
        <p:nvGrpSpPr>
          <p:cNvPr id="11" name="Group 11"/>
          <p:cNvGrpSpPr/>
          <p:nvPr/>
        </p:nvGrpSpPr>
        <p:grpSpPr>
          <a:xfrm>
            <a:off x="1733844" y="3024306"/>
            <a:ext cx="998004" cy="998004"/>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FBD7D"/>
            </a:solidFill>
            <a:ln cap="sq">
              <a:noFill/>
              <a:prstDash val="solid"/>
              <a:miter/>
            </a:ln>
          </p:spPr>
          <p:txBody>
            <a:bodyPr/>
            <a:lstStyle/>
            <a:p>
              <a:endParaRPr lang="en-IL"/>
            </a:p>
          </p:txBody>
        </p:sp>
        <p:sp>
          <p:nvSpPr>
            <p:cNvPr id="13" name="TextBox 13"/>
            <p:cNvSpPr txBox="1"/>
            <p:nvPr/>
          </p:nvSpPr>
          <p:spPr>
            <a:xfrm>
              <a:off x="76200" y="38100"/>
              <a:ext cx="660400" cy="698500"/>
            </a:xfrm>
            <a:prstGeom prst="rect">
              <a:avLst/>
            </a:prstGeom>
          </p:spPr>
          <p:txBody>
            <a:bodyPr lIns="33867" tIns="33867" rIns="33867" bIns="33867" rtlCol="0" anchor="ctr"/>
            <a:lstStyle/>
            <a:p>
              <a:pPr marL="0" marR="0" lvl="0" indent="0" algn="ctr" defTabSz="609630" rtl="0" eaLnBrk="1" fontAlgn="auto" latinLnBrk="0" hangingPunct="1">
                <a:lnSpc>
                  <a:spcPts val="2239"/>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grpSp>
      <p:grpSp>
        <p:nvGrpSpPr>
          <p:cNvPr id="14" name="Group 14"/>
          <p:cNvGrpSpPr/>
          <p:nvPr/>
        </p:nvGrpSpPr>
        <p:grpSpPr>
          <a:xfrm>
            <a:off x="3282905" y="3861809"/>
            <a:ext cx="998004" cy="998004"/>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882"/>
            </a:solidFill>
            <a:ln cap="sq">
              <a:noFill/>
              <a:prstDash val="solid"/>
              <a:miter/>
            </a:ln>
          </p:spPr>
          <p:txBody>
            <a:bodyPr/>
            <a:lstStyle/>
            <a:p>
              <a:endParaRPr lang="en-IL"/>
            </a:p>
          </p:txBody>
        </p:sp>
        <p:sp>
          <p:nvSpPr>
            <p:cNvPr id="16" name="TextBox 16"/>
            <p:cNvSpPr txBox="1"/>
            <p:nvPr/>
          </p:nvSpPr>
          <p:spPr>
            <a:xfrm>
              <a:off x="76200" y="38100"/>
              <a:ext cx="660400" cy="698500"/>
            </a:xfrm>
            <a:prstGeom prst="rect">
              <a:avLst/>
            </a:prstGeom>
          </p:spPr>
          <p:txBody>
            <a:bodyPr lIns="33867" tIns="33867" rIns="33867" bIns="33867" rtlCol="0" anchor="ctr"/>
            <a:lstStyle/>
            <a:p>
              <a:pPr marL="0" marR="0" lvl="0" indent="0" algn="ctr" defTabSz="609630" rtl="0" eaLnBrk="1" fontAlgn="auto" latinLnBrk="0" hangingPunct="1">
                <a:lnSpc>
                  <a:spcPts val="2239"/>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grpSp>
      <p:grpSp>
        <p:nvGrpSpPr>
          <p:cNvPr id="17" name="Group 17"/>
          <p:cNvGrpSpPr/>
          <p:nvPr/>
        </p:nvGrpSpPr>
        <p:grpSpPr>
          <a:xfrm>
            <a:off x="4823097" y="3024306"/>
            <a:ext cx="998004" cy="998004"/>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A986"/>
            </a:solidFill>
            <a:ln cap="sq">
              <a:noFill/>
              <a:prstDash val="solid"/>
              <a:miter/>
            </a:ln>
          </p:spPr>
          <p:txBody>
            <a:bodyPr/>
            <a:lstStyle/>
            <a:p>
              <a:endParaRPr lang="en-IL"/>
            </a:p>
          </p:txBody>
        </p:sp>
        <p:sp>
          <p:nvSpPr>
            <p:cNvPr id="19" name="TextBox 19"/>
            <p:cNvSpPr txBox="1"/>
            <p:nvPr/>
          </p:nvSpPr>
          <p:spPr>
            <a:xfrm>
              <a:off x="76200" y="38100"/>
              <a:ext cx="660400" cy="698500"/>
            </a:xfrm>
            <a:prstGeom prst="rect">
              <a:avLst/>
            </a:prstGeom>
          </p:spPr>
          <p:txBody>
            <a:bodyPr lIns="33867" tIns="33867" rIns="33867" bIns="33867" rtlCol="0" anchor="ctr"/>
            <a:lstStyle/>
            <a:p>
              <a:pPr marL="0" marR="0" lvl="0" indent="0" algn="ctr" defTabSz="609630" rtl="0" eaLnBrk="1" fontAlgn="auto" latinLnBrk="0" hangingPunct="1">
                <a:lnSpc>
                  <a:spcPts val="2239"/>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grpSp>
      <p:grpSp>
        <p:nvGrpSpPr>
          <p:cNvPr id="20" name="Group 20"/>
          <p:cNvGrpSpPr/>
          <p:nvPr/>
        </p:nvGrpSpPr>
        <p:grpSpPr>
          <a:xfrm>
            <a:off x="6372158" y="3861809"/>
            <a:ext cx="998004" cy="998004"/>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26071"/>
            </a:solidFill>
            <a:ln cap="sq">
              <a:noFill/>
              <a:prstDash val="solid"/>
              <a:miter/>
            </a:ln>
          </p:spPr>
          <p:txBody>
            <a:bodyPr/>
            <a:lstStyle/>
            <a:p>
              <a:endParaRPr lang="en-IL"/>
            </a:p>
          </p:txBody>
        </p:sp>
        <p:sp>
          <p:nvSpPr>
            <p:cNvPr id="22" name="TextBox 22"/>
            <p:cNvSpPr txBox="1"/>
            <p:nvPr/>
          </p:nvSpPr>
          <p:spPr>
            <a:xfrm>
              <a:off x="76200" y="38100"/>
              <a:ext cx="660400" cy="698500"/>
            </a:xfrm>
            <a:prstGeom prst="rect">
              <a:avLst/>
            </a:prstGeom>
          </p:spPr>
          <p:txBody>
            <a:bodyPr lIns="33867" tIns="33867" rIns="33867" bIns="33867" rtlCol="0" anchor="ctr"/>
            <a:lstStyle/>
            <a:p>
              <a:pPr marL="0" marR="0" lvl="0" indent="0" algn="ctr" defTabSz="609630" rtl="0" eaLnBrk="1" fontAlgn="auto" latinLnBrk="0" hangingPunct="1">
                <a:lnSpc>
                  <a:spcPts val="2239"/>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grpSp>
      <p:grpSp>
        <p:nvGrpSpPr>
          <p:cNvPr id="23" name="Group 23"/>
          <p:cNvGrpSpPr/>
          <p:nvPr/>
        </p:nvGrpSpPr>
        <p:grpSpPr>
          <a:xfrm>
            <a:off x="7912351" y="3024306"/>
            <a:ext cx="998004" cy="998004"/>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9189"/>
            </a:solidFill>
            <a:ln cap="sq">
              <a:noFill/>
              <a:prstDash val="solid"/>
              <a:miter/>
            </a:ln>
          </p:spPr>
          <p:txBody>
            <a:bodyPr/>
            <a:lstStyle/>
            <a:p>
              <a:endParaRPr lang="en-IL"/>
            </a:p>
          </p:txBody>
        </p:sp>
        <p:sp>
          <p:nvSpPr>
            <p:cNvPr id="25" name="TextBox 25"/>
            <p:cNvSpPr txBox="1"/>
            <p:nvPr/>
          </p:nvSpPr>
          <p:spPr>
            <a:xfrm>
              <a:off x="76200" y="38100"/>
              <a:ext cx="660400" cy="698500"/>
            </a:xfrm>
            <a:prstGeom prst="rect">
              <a:avLst/>
            </a:prstGeom>
          </p:spPr>
          <p:txBody>
            <a:bodyPr lIns="33867" tIns="33867" rIns="33867" bIns="33867" rtlCol="0" anchor="ctr"/>
            <a:lstStyle/>
            <a:p>
              <a:pPr marL="0" marR="0" lvl="0" indent="0" algn="ctr" defTabSz="609630" rtl="0" eaLnBrk="1" fontAlgn="auto" latinLnBrk="0" hangingPunct="1">
                <a:lnSpc>
                  <a:spcPts val="2239"/>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grpSp>
      <p:grpSp>
        <p:nvGrpSpPr>
          <p:cNvPr id="26" name="Group 26"/>
          <p:cNvGrpSpPr/>
          <p:nvPr/>
        </p:nvGrpSpPr>
        <p:grpSpPr>
          <a:xfrm>
            <a:off x="9461412" y="3861809"/>
            <a:ext cx="998004" cy="998004"/>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4858"/>
            </a:solidFill>
            <a:ln cap="sq">
              <a:noFill/>
              <a:prstDash val="solid"/>
              <a:miter/>
            </a:ln>
          </p:spPr>
          <p:txBody>
            <a:bodyPr/>
            <a:lstStyle/>
            <a:p>
              <a:endParaRPr lang="en-IL"/>
            </a:p>
          </p:txBody>
        </p:sp>
        <p:sp>
          <p:nvSpPr>
            <p:cNvPr id="28" name="TextBox 28"/>
            <p:cNvSpPr txBox="1"/>
            <p:nvPr/>
          </p:nvSpPr>
          <p:spPr>
            <a:xfrm>
              <a:off x="76200" y="38100"/>
              <a:ext cx="660400" cy="698500"/>
            </a:xfrm>
            <a:prstGeom prst="rect">
              <a:avLst/>
            </a:prstGeom>
          </p:spPr>
          <p:txBody>
            <a:bodyPr lIns="33867" tIns="33867" rIns="33867" bIns="33867" rtlCol="0" anchor="ctr"/>
            <a:lstStyle/>
            <a:p>
              <a:pPr marL="0" marR="0" lvl="0" indent="0" algn="ctr" defTabSz="609630" rtl="0" eaLnBrk="1" fontAlgn="auto" latinLnBrk="0" hangingPunct="1">
                <a:lnSpc>
                  <a:spcPts val="2239"/>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grpSp>
      <p:sp>
        <p:nvSpPr>
          <p:cNvPr id="29" name="Freeform 29"/>
          <p:cNvSpPr/>
          <p:nvPr/>
        </p:nvSpPr>
        <p:spPr>
          <a:xfrm>
            <a:off x="1956462" y="3221661"/>
            <a:ext cx="552768" cy="603294"/>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IL"/>
          </a:p>
        </p:txBody>
      </p:sp>
      <p:sp>
        <p:nvSpPr>
          <p:cNvPr id="30" name="Freeform 30"/>
          <p:cNvSpPr/>
          <p:nvPr/>
        </p:nvSpPr>
        <p:spPr>
          <a:xfrm>
            <a:off x="5080601" y="3257560"/>
            <a:ext cx="482996" cy="531495"/>
          </a:xfrm>
          <a:custGeom>
            <a:avLst/>
            <a:gdLst/>
            <a:ahLst/>
            <a:cxnLst/>
            <a:rect l="l" t="t" r="r" b="b"/>
            <a:pathLst>
              <a:path w="724494" h="797242">
                <a:moveTo>
                  <a:pt x="0" y="0"/>
                </a:moveTo>
                <a:lnTo>
                  <a:pt x="724494" y="0"/>
                </a:lnTo>
                <a:lnTo>
                  <a:pt x="724494" y="797243"/>
                </a:lnTo>
                <a:lnTo>
                  <a:pt x="0" y="797243"/>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IL"/>
          </a:p>
        </p:txBody>
      </p:sp>
      <p:sp>
        <p:nvSpPr>
          <p:cNvPr id="31" name="Freeform 31"/>
          <p:cNvSpPr/>
          <p:nvPr/>
        </p:nvSpPr>
        <p:spPr>
          <a:xfrm>
            <a:off x="6605413" y="4113665"/>
            <a:ext cx="531495" cy="494291"/>
          </a:xfrm>
          <a:custGeom>
            <a:avLst/>
            <a:gdLst/>
            <a:ahLst/>
            <a:cxnLst/>
            <a:rect l="l" t="t" r="r" b="b"/>
            <a:pathLst>
              <a:path w="797242" h="741436">
                <a:moveTo>
                  <a:pt x="0" y="0"/>
                </a:moveTo>
                <a:lnTo>
                  <a:pt x="797243" y="0"/>
                </a:lnTo>
                <a:lnTo>
                  <a:pt x="797243" y="741436"/>
                </a:lnTo>
                <a:lnTo>
                  <a:pt x="0" y="741436"/>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IL"/>
          </a:p>
        </p:txBody>
      </p:sp>
      <p:sp>
        <p:nvSpPr>
          <p:cNvPr id="32" name="Freeform 32"/>
          <p:cNvSpPr/>
          <p:nvPr/>
        </p:nvSpPr>
        <p:spPr>
          <a:xfrm>
            <a:off x="8145606" y="3274834"/>
            <a:ext cx="531495" cy="496948"/>
          </a:xfrm>
          <a:custGeom>
            <a:avLst/>
            <a:gdLst/>
            <a:ahLst/>
            <a:cxnLst/>
            <a:rect l="l" t="t" r="r" b="b"/>
            <a:pathLst>
              <a:path w="797242" h="745422">
                <a:moveTo>
                  <a:pt x="0" y="0"/>
                </a:moveTo>
                <a:lnTo>
                  <a:pt x="797242" y="0"/>
                </a:lnTo>
                <a:lnTo>
                  <a:pt x="797242" y="745422"/>
                </a:lnTo>
                <a:lnTo>
                  <a:pt x="0" y="74542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IL"/>
          </a:p>
        </p:txBody>
      </p:sp>
      <p:sp>
        <p:nvSpPr>
          <p:cNvPr id="33" name="Freeform 33"/>
          <p:cNvSpPr/>
          <p:nvPr/>
        </p:nvSpPr>
        <p:spPr>
          <a:xfrm>
            <a:off x="3518382" y="4099921"/>
            <a:ext cx="527050" cy="521779"/>
          </a:xfrm>
          <a:custGeom>
            <a:avLst/>
            <a:gdLst/>
            <a:ahLst/>
            <a:cxnLst/>
            <a:rect l="l" t="t" r="r" b="b"/>
            <a:pathLst>
              <a:path w="790575" h="782669">
                <a:moveTo>
                  <a:pt x="0" y="0"/>
                </a:moveTo>
                <a:lnTo>
                  <a:pt x="790575" y="0"/>
                </a:lnTo>
                <a:lnTo>
                  <a:pt x="790575" y="782670"/>
                </a:lnTo>
                <a:lnTo>
                  <a:pt x="0" y="782670"/>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IL"/>
          </a:p>
        </p:txBody>
      </p:sp>
      <p:sp>
        <p:nvSpPr>
          <p:cNvPr id="34" name="Freeform 34"/>
          <p:cNvSpPr/>
          <p:nvPr/>
        </p:nvSpPr>
        <p:spPr>
          <a:xfrm>
            <a:off x="207914" y="193361"/>
            <a:ext cx="893513" cy="830967"/>
          </a:xfrm>
          <a:custGeom>
            <a:avLst/>
            <a:gdLst/>
            <a:ahLst/>
            <a:cxnLst/>
            <a:rect l="l" t="t" r="r" b="b"/>
            <a:pathLst>
              <a:path w="1340270" h="1246451">
                <a:moveTo>
                  <a:pt x="0" y="0"/>
                </a:moveTo>
                <a:lnTo>
                  <a:pt x="1340269" y="0"/>
                </a:lnTo>
                <a:lnTo>
                  <a:pt x="1340269" y="1246451"/>
                </a:lnTo>
                <a:lnTo>
                  <a:pt x="0" y="1246451"/>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txBody>
          <a:bodyPr/>
          <a:lstStyle/>
          <a:p>
            <a:endParaRPr lang="en-IL"/>
          </a:p>
        </p:txBody>
      </p:sp>
      <p:sp>
        <p:nvSpPr>
          <p:cNvPr id="35" name="Freeform 35"/>
          <p:cNvSpPr/>
          <p:nvPr/>
        </p:nvSpPr>
        <p:spPr>
          <a:xfrm>
            <a:off x="10555969" y="6121620"/>
            <a:ext cx="2970135" cy="1317997"/>
          </a:xfrm>
          <a:custGeom>
            <a:avLst/>
            <a:gdLst/>
            <a:ahLst/>
            <a:cxnLst/>
            <a:rect l="l" t="t" r="r" b="b"/>
            <a:pathLst>
              <a:path w="4455202" h="1976996">
                <a:moveTo>
                  <a:pt x="0" y="0"/>
                </a:moveTo>
                <a:lnTo>
                  <a:pt x="4455202" y="0"/>
                </a:lnTo>
                <a:lnTo>
                  <a:pt x="4455202" y="1976996"/>
                </a:lnTo>
                <a:lnTo>
                  <a:pt x="0" y="1976996"/>
                </a:lnTo>
                <a:lnTo>
                  <a:pt x="0" y="0"/>
                </a:lnTo>
                <a:close/>
              </a:path>
            </a:pathLst>
          </a:custGeom>
          <a:blipFill>
            <a:blip r:embed="rId26">
              <a:extLst>
                <a:ext uri="{96DAC541-7B7A-43D3-8B79-37D633B846F1}">
                  <asvg:svgBlip xmlns:asvg="http://schemas.microsoft.com/office/drawing/2016/SVG/main" r:embed="rId27"/>
                </a:ext>
              </a:extLst>
            </a:blip>
            <a:stretch>
              <a:fillRect/>
            </a:stretch>
          </a:blipFill>
        </p:spPr>
        <p:txBody>
          <a:bodyPr/>
          <a:lstStyle/>
          <a:p>
            <a:endParaRPr lang="en-IL"/>
          </a:p>
        </p:txBody>
      </p:sp>
      <p:sp>
        <p:nvSpPr>
          <p:cNvPr id="36" name="Freeform 36"/>
          <p:cNvSpPr/>
          <p:nvPr/>
        </p:nvSpPr>
        <p:spPr>
          <a:xfrm>
            <a:off x="10732515" y="-136201"/>
            <a:ext cx="1547371" cy="1160529"/>
          </a:xfrm>
          <a:custGeom>
            <a:avLst/>
            <a:gdLst/>
            <a:ahLst/>
            <a:cxnLst/>
            <a:rect l="l" t="t" r="r" b="b"/>
            <a:pathLst>
              <a:path w="2321057" h="1740793">
                <a:moveTo>
                  <a:pt x="0" y="0"/>
                </a:moveTo>
                <a:lnTo>
                  <a:pt x="2321056" y="0"/>
                </a:lnTo>
                <a:lnTo>
                  <a:pt x="2321056" y="1740793"/>
                </a:lnTo>
                <a:lnTo>
                  <a:pt x="0" y="1740793"/>
                </a:lnTo>
                <a:lnTo>
                  <a:pt x="0" y="0"/>
                </a:lnTo>
                <a:close/>
              </a:path>
            </a:pathLst>
          </a:custGeom>
          <a:blipFill>
            <a:blip r:embed="rId28">
              <a:extLst>
                <a:ext uri="{96DAC541-7B7A-43D3-8B79-37D633B846F1}">
                  <asvg:svgBlip xmlns:asvg="http://schemas.microsoft.com/office/drawing/2016/SVG/main" r:embed="rId29"/>
                </a:ext>
              </a:extLst>
            </a:blip>
            <a:stretch>
              <a:fillRect/>
            </a:stretch>
          </a:blipFill>
        </p:spPr>
        <p:txBody>
          <a:bodyPr/>
          <a:lstStyle/>
          <a:p>
            <a:endParaRPr lang="en-IL"/>
          </a:p>
        </p:txBody>
      </p:sp>
      <p:sp>
        <p:nvSpPr>
          <p:cNvPr id="37" name="Freeform 37"/>
          <p:cNvSpPr/>
          <p:nvPr/>
        </p:nvSpPr>
        <p:spPr>
          <a:xfrm flipH="1">
            <a:off x="-195911" y="5791993"/>
            <a:ext cx="1701164" cy="1456621"/>
          </a:xfrm>
          <a:custGeom>
            <a:avLst/>
            <a:gdLst/>
            <a:ahLst/>
            <a:cxnLst/>
            <a:rect l="l" t="t" r="r" b="b"/>
            <a:pathLst>
              <a:path w="2551746" h="2184932">
                <a:moveTo>
                  <a:pt x="2551745" y="0"/>
                </a:moveTo>
                <a:lnTo>
                  <a:pt x="0" y="0"/>
                </a:lnTo>
                <a:lnTo>
                  <a:pt x="0" y="2184932"/>
                </a:lnTo>
                <a:lnTo>
                  <a:pt x="2551745" y="2184932"/>
                </a:lnTo>
                <a:lnTo>
                  <a:pt x="2551745" y="0"/>
                </a:lnTo>
                <a:close/>
              </a:path>
            </a:pathLst>
          </a:custGeom>
          <a:blipFill>
            <a:blip r:embed="rId30">
              <a:extLst>
                <a:ext uri="{96DAC541-7B7A-43D3-8B79-37D633B846F1}">
                  <asvg:svgBlip xmlns:asvg="http://schemas.microsoft.com/office/drawing/2016/SVG/main" r:embed="rId31"/>
                </a:ext>
              </a:extLst>
            </a:blip>
            <a:stretch>
              <a:fillRect/>
            </a:stretch>
          </a:blipFill>
        </p:spPr>
        <p:txBody>
          <a:bodyPr/>
          <a:lstStyle/>
          <a:p>
            <a:endParaRPr lang="en-IL"/>
          </a:p>
        </p:txBody>
      </p:sp>
      <p:sp>
        <p:nvSpPr>
          <p:cNvPr id="38" name="Freeform 38"/>
          <p:cNvSpPr/>
          <p:nvPr/>
        </p:nvSpPr>
        <p:spPr>
          <a:xfrm flipV="1">
            <a:off x="2232846" y="4464697"/>
            <a:ext cx="662336" cy="469431"/>
          </a:xfrm>
          <a:custGeom>
            <a:avLst/>
            <a:gdLst/>
            <a:ahLst/>
            <a:cxnLst/>
            <a:rect l="l" t="t" r="r" b="b"/>
            <a:pathLst>
              <a:path w="993504" h="704146">
                <a:moveTo>
                  <a:pt x="0" y="704145"/>
                </a:moveTo>
                <a:lnTo>
                  <a:pt x="993503" y="704145"/>
                </a:lnTo>
                <a:lnTo>
                  <a:pt x="993503" y="0"/>
                </a:lnTo>
                <a:lnTo>
                  <a:pt x="0" y="0"/>
                </a:lnTo>
                <a:lnTo>
                  <a:pt x="0" y="704145"/>
                </a:lnTo>
                <a:close/>
              </a:path>
            </a:pathLst>
          </a:custGeom>
          <a:blipFill>
            <a:blip r:embed="rId32">
              <a:extLst>
                <a:ext uri="{96DAC541-7B7A-43D3-8B79-37D633B846F1}">
                  <asvg:svgBlip xmlns:asvg="http://schemas.microsoft.com/office/drawing/2016/SVG/main" r:embed="rId33"/>
                </a:ext>
              </a:extLst>
            </a:blip>
            <a:stretch>
              <a:fillRect/>
            </a:stretch>
          </a:blipFill>
          <a:ln cap="sq">
            <a:noFill/>
            <a:prstDash val="solid"/>
            <a:miter/>
          </a:ln>
        </p:spPr>
        <p:txBody>
          <a:bodyPr/>
          <a:lstStyle/>
          <a:p>
            <a:endParaRPr lang="en-IL"/>
          </a:p>
        </p:txBody>
      </p:sp>
      <p:sp>
        <p:nvSpPr>
          <p:cNvPr id="39" name="Freeform 39"/>
          <p:cNvSpPr/>
          <p:nvPr/>
        </p:nvSpPr>
        <p:spPr>
          <a:xfrm flipV="1">
            <a:off x="5322099" y="4464697"/>
            <a:ext cx="662336" cy="469431"/>
          </a:xfrm>
          <a:custGeom>
            <a:avLst/>
            <a:gdLst/>
            <a:ahLst/>
            <a:cxnLst/>
            <a:rect l="l" t="t" r="r" b="b"/>
            <a:pathLst>
              <a:path w="993504" h="704146">
                <a:moveTo>
                  <a:pt x="0" y="704145"/>
                </a:moveTo>
                <a:lnTo>
                  <a:pt x="993504" y="704145"/>
                </a:lnTo>
                <a:lnTo>
                  <a:pt x="993504" y="0"/>
                </a:lnTo>
                <a:lnTo>
                  <a:pt x="0" y="0"/>
                </a:lnTo>
                <a:lnTo>
                  <a:pt x="0" y="704145"/>
                </a:lnTo>
                <a:close/>
              </a:path>
            </a:pathLst>
          </a:custGeom>
          <a:blipFill>
            <a:blip r:embed="rId32">
              <a:extLst>
                <a:ext uri="{96DAC541-7B7A-43D3-8B79-37D633B846F1}">
                  <asvg:svgBlip xmlns:asvg="http://schemas.microsoft.com/office/drawing/2016/SVG/main" r:embed="rId33"/>
                </a:ext>
              </a:extLst>
            </a:blip>
            <a:stretch>
              <a:fillRect/>
            </a:stretch>
          </a:blipFill>
          <a:ln cap="sq">
            <a:noFill/>
            <a:prstDash val="solid"/>
            <a:miter/>
          </a:ln>
        </p:spPr>
        <p:txBody>
          <a:bodyPr/>
          <a:lstStyle/>
          <a:p>
            <a:endParaRPr lang="en-IL"/>
          </a:p>
        </p:txBody>
      </p:sp>
      <p:sp>
        <p:nvSpPr>
          <p:cNvPr id="40" name="Freeform 40"/>
          <p:cNvSpPr/>
          <p:nvPr/>
        </p:nvSpPr>
        <p:spPr>
          <a:xfrm>
            <a:off x="3781907" y="2986945"/>
            <a:ext cx="662336" cy="469431"/>
          </a:xfrm>
          <a:custGeom>
            <a:avLst/>
            <a:gdLst/>
            <a:ahLst/>
            <a:cxnLst/>
            <a:rect l="l" t="t" r="r" b="b"/>
            <a:pathLst>
              <a:path w="993504" h="704146">
                <a:moveTo>
                  <a:pt x="0" y="0"/>
                </a:moveTo>
                <a:lnTo>
                  <a:pt x="993503" y="0"/>
                </a:lnTo>
                <a:lnTo>
                  <a:pt x="993503" y="704146"/>
                </a:lnTo>
                <a:lnTo>
                  <a:pt x="0" y="704146"/>
                </a:lnTo>
                <a:lnTo>
                  <a:pt x="0" y="0"/>
                </a:lnTo>
                <a:close/>
              </a:path>
            </a:pathLst>
          </a:custGeom>
          <a:blipFill>
            <a:blip r:embed="rId32">
              <a:extLst>
                <a:ext uri="{96DAC541-7B7A-43D3-8B79-37D633B846F1}">
                  <asvg:svgBlip xmlns:asvg="http://schemas.microsoft.com/office/drawing/2016/SVG/main" r:embed="rId33"/>
                </a:ext>
              </a:extLst>
            </a:blip>
            <a:stretch>
              <a:fillRect/>
            </a:stretch>
          </a:blipFill>
          <a:ln cap="sq">
            <a:noFill/>
            <a:prstDash val="solid"/>
            <a:miter/>
          </a:ln>
        </p:spPr>
        <p:txBody>
          <a:bodyPr/>
          <a:lstStyle/>
          <a:p>
            <a:endParaRPr lang="en-IL"/>
          </a:p>
        </p:txBody>
      </p:sp>
      <p:sp>
        <p:nvSpPr>
          <p:cNvPr id="41" name="Freeform 41"/>
          <p:cNvSpPr/>
          <p:nvPr/>
        </p:nvSpPr>
        <p:spPr>
          <a:xfrm>
            <a:off x="6917566" y="2837879"/>
            <a:ext cx="923626" cy="654620"/>
          </a:xfrm>
          <a:custGeom>
            <a:avLst/>
            <a:gdLst/>
            <a:ahLst/>
            <a:cxnLst/>
            <a:rect l="l" t="t" r="r" b="b"/>
            <a:pathLst>
              <a:path w="1385439" h="981930">
                <a:moveTo>
                  <a:pt x="0" y="0"/>
                </a:moveTo>
                <a:lnTo>
                  <a:pt x="1385439" y="0"/>
                </a:lnTo>
                <a:lnTo>
                  <a:pt x="1385439" y="981930"/>
                </a:lnTo>
                <a:lnTo>
                  <a:pt x="0" y="981930"/>
                </a:lnTo>
                <a:lnTo>
                  <a:pt x="0" y="0"/>
                </a:lnTo>
                <a:close/>
              </a:path>
            </a:pathLst>
          </a:custGeom>
          <a:blipFill>
            <a:blip r:embed="rId34">
              <a:extLst>
                <a:ext uri="{96DAC541-7B7A-43D3-8B79-37D633B846F1}">
                  <asvg:svgBlip xmlns:asvg="http://schemas.microsoft.com/office/drawing/2016/SVG/main" r:embed="rId35"/>
                </a:ext>
              </a:extLst>
            </a:blip>
            <a:stretch>
              <a:fillRect/>
            </a:stretch>
          </a:blipFill>
          <a:ln cap="sq">
            <a:noFill/>
            <a:prstDash val="solid"/>
            <a:miter/>
          </a:ln>
        </p:spPr>
        <p:txBody>
          <a:bodyPr/>
          <a:lstStyle/>
          <a:p>
            <a:endParaRPr lang="en-IL"/>
          </a:p>
        </p:txBody>
      </p:sp>
      <p:sp>
        <p:nvSpPr>
          <p:cNvPr id="42" name="Freeform 42"/>
          <p:cNvSpPr/>
          <p:nvPr/>
        </p:nvSpPr>
        <p:spPr>
          <a:xfrm flipV="1">
            <a:off x="8395511" y="4464697"/>
            <a:ext cx="662336" cy="469431"/>
          </a:xfrm>
          <a:custGeom>
            <a:avLst/>
            <a:gdLst/>
            <a:ahLst/>
            <a:cxnLst/>
            <a:rect l="l" t="t" r="r" b="b"/>
            <a:pathLst>
              <a:path w="993504" h="704146">
                <a:moveTo>
                  <a:pt x="0" y="704145"/>
                </a:moveTo>
                <a:lnTo>
                  <a:pt x="993504" y="704145"/>
                </a:lnTo>
                <a:lnTo>
                  <a:pt x="993504" y="0"/>
                </a:lnTo>
                <a:lnTo>
                  <a:pt x="0" y="0"/>
                </a:lnTo>
                <a:lnTo>
                  <a:pt x="0" y="704145"/>
                </a:lnTo>
                <a:close/>
              </a:path>
            </a:pathLst>
          </a:custGeom>
          <a:blipFill>
            <a:blip r:embed="rId32">
              <a:extLst>
                <a:ext uri="{96DAC541-7B7A-43D3-8B79-37D633B846F1}">
                  <asvg:svgBlip xmlns:asvg="http://schemas.microsoft.com/office/drawing/2016/SVG/main" r:embed="rId33"/>
                </a:ext>
              </a:extLst>
            </a:blip>
            <a:stretch>
              <a:fillRect/>
            </a:stretch>
          </a:blipFill>
          <a:ln cap="sq">
            <a:noFill/>
            <a:prstDash val="solid"/>
            <a:miter/>
          </a:ln>
        </p:spPr>
        <p:txBody>
          <a:bodyPr/>
          <a:lstStyle/>
          <a:p>
            <a:endParaRPr lang="en-IL"/>
          </a:p>
        </p:txBody>
      </p:sp>
      <p:sp>
        <p:nvSpPr>
          <p:cNvPr id="43" name="Freeform 43"/>
          <p:cNvSpPr/>
          <p:nvPr/>
        </p:nvSpPr>
        <p:spPr>
          <a:xfrm>
            <a:off x="11506200" y="6112001"/>
            <a:ext cx="534837" cy="324022"/>
          </a:xfrm>
          <a:custGeom>
            <a:avLst/>
            <a:gdLst/>
            <a:ahLst/>
            <a:cxnLst/>
            <a:rect l="l" t="t" r="r" b="b"/>
            <a:pathLst>
              <a:path w="802255" h="486033">
                <a:moveTo>
                  <a:pt x="0" y="0"/>
                </a:moveTo>
                <a:lnTo>
                  <a:pt x="802255" y="0"/>
                </a:lnTo>
                <a:lnTo>
                  <a:pt x="802255" y="486033"/>
                </a:lnTo>
                <a:lnTo>
                  <a:pt x="0" y="486033"/>
                </a:lnTo>
                <a:lnTo>
                  <a:pt x="0" y="0"/>
                </a:lnTo>
                <a:close/>
              </a:path>
            </a:pathLst>
          </a:custGeom>
          <a:blipFill>
            <a:blip r:embed="rId36">
              <a:extLst>
                <a:ext uri="{96DAC541-7B7A-43D3-8B79-37D633B846F1}">
                  <asvg:svgBlip xmlns:asvg="http://schemas.microsoft.com/office/drawing/2016/SVG/main" r:embed="rId37"/>
                </a:ext>
              </a:extLst>
            </a:blip>
            <a:stretch>
              <a:fillRect/>
            </a:stretch>
          </a:blipFill>
        </p:spPr>
        <p:txBody>
          <a:bodyPr/>
          <a:lstStyle/>
          <a:p>
            <a:endParaRPr lang="en-IL"/>
          </a:p>
        </p:txBody>
      </p:sp>
      <p:sp>
        <p:nvSpPr>
          <p:cNvPr id="44" name="Freeform 44"/>
          <p:cNvSpPr/>
          <p:nvPr/>
        </p:nvSpPr>
        <p:spPr>
          <a:xfrm>
            <a:off x="9598099" y="3992255"/>
            <a:ext cx="737112" cy="737112"/>
          </a:xfrm>
          <a:custGeom>
            <a:avLst/>
            <a:gdLst/>
            <a:ahLst/>
            <a:cxnLst/>
            <a:rect l="l" t="t" r="r" b="b"/>
            <a:pathLst>
              <a:path w="1105668" h="1105668">
                <a:moveTo>
                  <a:pt x="0" y="0"/>
                </a:moveTo>
                <a:lnTo>
                  <a:pt x="1105668" y="0"/>
                </a:lnTo>
                <a:lnTo>
                  <a:pt x="1105668" y="1105668"/>
                </a:lnTo>
                <a:lnTo>
                  <a:pt x="0" y="1105668"/>
                </a:lnTo>
                <a:lnTo>
                  <a:pt x="0" y="0"/>
                </a:lnTo>
                <a:close/>
              </a:path>
            </a:pathLst>
          </a:custGeom>
          <a:blipFill>
            <a:blip r:embed="rId38">
              <a:extLst>
                <a:ext uri="{96DAC541-7B7A-43D3-8B79-37D633B846F1}">
                  <asvg:svgBlip xmlns:asvg="http://schemas.microsoft.com/office/drawing/2016/SVG/main" r:embed="rId39"/>
                </a:ext>
              </a:extLst>
            </a:blip>
            <a:stretch>
              <a:fillRect/>
            </a:stretch>
          </a:blipFill>
        </p:spPr>
        <p:txBody>
          <a:bodyPr/>
          <a:lstStyle/>
          <a:p>
            <a:endParaRPr lang="en-IL"/>
          </a:p>
        </p:txBody>
      </p:sp>
      <p:sp>
        <p:nvSpPr>
          <p:cNvPr id="45" name="Freeform 45"/>
          <p:cNvSpPr/>
          <p:nvPr/>
        </p:nvSpPr>
        <p:spPr>
          <a:xfrm>
            <a:off x="6509331" y="2400500"/>
            <a:ext cx="637485" cy="1055877"/>
          </a:xfrm>
          <a:custGeom>
            <a:avLst/>
            <a:gdLst/>
            <a:ahLst/>
            <a:cxnLst/>
            <a:rect l="l" t="t" r="r" b="b"/>
            <a:pathLst>
              <a:path w="956228" h="1583815">
                <a:moveTo>
                  <a:pt x="0" y="0"/>
                </a:moveTo>
                <a:lnTo>
                  <a:pt x="956228" y="0"/>
                </a:lnTo>
                <a:lnTo>
                  <a:pt x="956228" y="1583815"/>
                </a:lnTo>
                <a:lnTo>
                  <a:pt x="0" y="1583815"/>
                </a:lnTo>
                <a:lnTo>
                  <a:pt x="0" y="0"/>
                </a:lnTo>
                <a:close/>
              </a:path>
            </a:pathLst>
          </a:custGeom>
          <a:blipFill>
            <a:blip r:embed="rId40"/>
            <a:stretch>
              <a:fillRect/>
            </a:stretch>
          </a:blipFill>
        </p:spPr>
        <p:txBody>
          <a:bodyPr/>
          <a:lstStyle/>
          <a:p>
            <a:endParaRPr lang="en-IL"/>
          </a:p>
        </p:txBody>
      </p:sp>
      <p:sp>
        <p:nvSpPr>
          <p:cNvPr id="46" name="Freeform 46"/>
          <p:cNvSpPr/>
          <p:nvPr/>
        </p:nvSpPr>
        <p:spPr>
          <a:xfrm>
            <a:off x="11274438" y="3551012"/>
            <a:ext cx="642144" cy="942597"/>
          </a:xfrm>
          <a:custGeom>
            <a:avLst/>
            <a:gdLst/>
            <a:ahLst/>
            <a:cxnLst/>
            <a:rect l="l" t="t" r="r" b="b"/>
            <a:pathLst>
              <a:path w="963216" h="1413895">
                <a:moveTo>
                  <a:pt x="0" y="0"/>
                </a:moveTo>
                <a:lnTo>
                  <a:pt x="963216" y="0"/>
                </a:lnTo>
                <a:lnTo>
                  <a:pt x="963216" y="1413895"/>
                </a:lnTo>
                <a:lnTo>
                  <a:pt x="0" y="1413895"/>
                </a:lnTo>
                <a:lnTo>
                  <a:pt x="0" y="0"/>
                </a:lnTo>
                <a:close/>
              </a:path>
            </a:pathLst>
          </a:custGeom>
          <a:blipFill>
            <a:blip r:embed="rId41">
              <a:extLst>
                <a:ext uri="{96DAC541-7B7A-43D3-8B79-37D633B846F1}">
                  <asvg:svgBlip xmlns:asvg="http://schemas.microsoft.com/office/drawing/2016/SVG/main" r:embed="rId42"/>
                </a:ext>
              </a:extLst>
            </a:blip>
            <a:stretch>
              <a:fillRect/>
            </a:stretch>
          </a:blipFill>
        </p:spPr>
        <p:txBody>
          <a:bodyPr/>
          <a:lstStyle/>
          <a:p>
            <a:endParaRPr lang="en-IL"/>
          </a:p>
        </p:txBody>
      </p:sp>
      <p:sp>
        <p:nvSpPr>
          <p:cNvPr id="47" name="TextBox 47"/>
          <p:cNvSpPr txBox="1"/>
          <p:nvPr/>
        </p:nvSpPr>
        <p:spPr>
          <a:xfrm>
            <a:off x="3781907" y="216909"/>
            <a:ext cx="4320531" cy="607218"/>
          </a:xfrm>
          <a:prstGeom prst="rect">
            <a:avLst/>
          </a:prstGeom>
        </p:spPr>
        <p:txBody>
          <a:bodyPr wrap="square" lIns="0" tIns="0" rIns="0" bIns="0" rtlCol="0" anchor="t">
            <a:spAutoFit/>
          </a:bodyPr>
          <a:lstStyle/>
          <a:p>
            <a:pPr marL="0" marR="0" lvl="0" indent="0" algn="ctr" defTabSz="609630" rtl="1" eaLnBrk="1" fontAlgn="auto" latinLnBrk="0" hangingPunct="1">
              <a:lnSpc>
                <a:spcPts val="4946"/>
              </a:lnSpc>
              <a:spcBef>
                <a:spcPts val="0"/>
              </a:spcBef>
              <a:spcAft>
                <a:spcPts val="0"/>
              </a:spcAft>
              <a:buClrTx/>
              <a:buSzTx/>
              <a:buFontTx/>
              <a:buNone/>
              <a:tabLst/>
              <a:defRPr/>
            </a:pPr>
            <a:r>
              <a:rPr kumimoji="0" lang="he-IL" sz="3533" b="1" i="0" u="none" strike="noStrike" kern="1200" cap="none" spc="0" normalizeH="0" baseline="0" noProof="0" dirty="0">
                <a:ln>
                  <a:noFill/>
                </a:ln>
                <a:solidFill>
                  <a:srgbClr val="151857"/>
                </a:solidFill>
                <a:effectLst/>
                <a:uLnTx/>
                <a:uFillTx/>
                <a:latin typeface="Calibri Light" panose="020F0302020204030204"/>
                <a:ea typeface="Heebo Bold"/>
                <a:cs typeface="Arial" panose="020B0604020202020204" pitchFamily="34" charset="0"/>
                <a:sym typeface="Heebo Bold"/>
                <a:rtl/>
              </a:rPr>
              <a:t>המסע לסל האישי </a:t>
            </a:r>
            <a:r>
              <a:rPr kumimoji="0" lang="en-US" sz="3533" b="1" i="0" u="none" strike="noStrike" kern="1200" cap="none" spc="0" normalizeH="0" baseline="0" noProof="0" dirty="0">
                <a:ln>
                  <a:noFill/>
                </a:ln>
                <a:solidFill>
                  <a:srgbClr val="151857"/>
                </a:solidFill>
                <a:effectLst/>
                <a:uLnTx/>
                <a:uFillTx/>
                <a:latin typeface="Calibri Light" panose="020F0302020204030204"/>
                <a:ea typeface="Heebo Bold"/>
                <a:cs typeface="+mn-cs"/>
                <a:sym typeface="Heebo Bold"/>
              </a:rPr>
              <a:t>AI</a:t>
            </a:r>
          </a:p>
        </p:txBody>
      </p:sp>
      <p:grpSp>
        <p:nvGrpSpPr>
          <p:cNvPr id="48" name="Group 48"/>
          <p:cNvGrpSpPr/>
          <p:nvPr/>
        </p:nvGrpSpPr>
        <p:grpSpPr>
          <a:xfrm>
            <a:off x="136723" y="1859832"/>
            <a:ext cx="3687979" cy="1093900"/>
            <a:chOff x="0" y="115443"/>
            <a:chExt cx="7375958" cy="2187801"/>
          </a:xfrm>
        </p:grpSpPr>
        <p:sp>
          <p:nvSpPr>
            <p:cNvPr id="49" name="TextBox 49"/>
            <p:cNvSpPr txBox="1"/>
            <p:nvPr/>
          </p:nvSpPr>
          <p:spPr>
            <a:xfrm>
              <a:off x="1735630" y="115443"/>
              <a:ext cx="5640328" cy="516552"/>
            </a:xfrm>
            <a:prstGeom prst="rect">
              <a:avLst/>
            </a:prstGeom>
          </p:spPr>
          <p:txBody>
            <a:bodyPr lIns="0" tIns="0" rIns="0" bIns="0" rtlCol="0" anchor="t">
              <a:spAutoFit/>
            </a:bodyPr>
            <a:lstStyle/>
            <a:p>
              <a:pPr marL="0" marR="0" lvl="0" indent="0" algn="ctr" defTabSz="609630" rtl="1" eaLnBrk="1" fontAlgn="auto" latinLnBrk="0" hangingPunct="1">
                <a:lnSpc>
                  <a:spcPts val="2239"/>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151857"/>
                  </a:solidFill>
                  <a:effectLst/>
                  <a:uLnTx/>
                  <a:uFillTx/>
                  <a:latin typeface="Calibri Light" panose="020F0302020204030204"/>
                  <a:ea typeface="Liberation Sans Bold"/>
                  <a:cs typeface="Arial" panose="020B0604020202020204" pitchFamily="34" charset="0"/>
                  <a:sym typeface="Liberation Sans Bold"/>
                  <a:rtl/>
                </a:rPr>
                <a:t>גיבוש הרפורמה</a:t>
              </a:r>
            </a:p>
          </p:txBody>
        </p:sp>
        <p:sp>
          <p:nvSpPr>
            <p:cNvPr id="50" name="TextBox 50"/>
            <p:cNvSpPr txBox="1"/>
            <p:nvPr/>
          </p:nvSpPr>
          <p:spPr>
            <a:xfrm>
              <a:off x="0" y="717039"/>
              <a:ext cx="6957632" cy="1586205"/>
            </a:xfrm>
            <a:prstGeom prst="rect">
              <a:avLst/>
            </a:prstGeom>
          </p:spPr>
          <p:txBody>
            <a:bodyPr lIns="0" tIns="0" rIns="0" bIns="0" rtlCol="0" anchor="t">
              <a:spAutoFit/>
            </a:bodyPr>
            <a:lstStyle/>
            <a:p>
              <a:pPr marL="451280" marR="0" lvl="1" indent="-285750" algn="r" defTabSz="609630" rtl="1" eaLnBrk="1" fontAlgn="auto" latinLnBrk="0" hangingPunct="1">
                <a:lnSpc>
                  <a:spcPts val="2146"/>
                </a:lnSpc>
                <a:spcBef>
                  <a:spcPts val="0"/>
                </a:spcBef>
                <a:spcAft>
                  <a:spcPts val="0"/>
                </a:spcAft>
                <a:buClrTx/>
                <a:buSzTx/>
                <a:buFont typeface="Wingdings" panose="05000000000000000000" pitchFamily="2" charset="2"/>
                <a:buChar char="ü"/>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Liberation Sans Bold"/>
                  <a:cs typeface="Arial" panose="020B0604020202020204" pitchFamily="34" charset="0"/>
                  <a:sym typeface="Liberation Sans Bold"/>
                  <a:rtl/>
                </a:rPr>
                <a:t>גיבוש הצעה לשינוי בשותפות </a:t>
              </a:r>
            </a:p>
            <a:p>
              <a:pPr marL="451280" marR="0" lvl="1" indent="-285750" algn="r" defTabSz="609630" rtl="1" eaLnBrk="1" fontAlgn="auto" latinLnBrk="0" hangingPunct="1">
                <a:lnSpc>
                  <a:spcPts val="2146"/>
                </a:lnSpc>
                <a:spcBef>
                  <a:spcPts val="0"/>
                </a:spcBef>
                <a:spcAft>
                  <a:spcPts val="0"/>
                </a:spcAft>
                <a:buClrTx/>
                <a:buSzTx/>
                <a:buFont typeface="Wingdings" panose="05000000000000000000" pitchFamily="2" charset="2"/>
                <a:buChar char="ü"/>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Liberation Sans Bold"/>
                  <a:cs typeface="Arial" panose="020B0604020202020204" pitchFamily="34" charset="0"/>
                  <a:sym typeface="Liberation Sans Bold"/>
                  <a:rtl/>
                </a:rPr>
                <a:t>המלצות הוועדה הבין משרדית</a:t>
              </a:r>
            </a:p>
            <a:p>
              <a:pPr marL="451280" marR="0" lvl="1" indent="-285750" algn="r" defTabSz="609630" rtl="1" eaLnBrk="1" fontAlgn="auto" latinLnBrk="0" hangingPunct="1">
                <a:lnSpc>
                  <a:spcPts val="2146"/>
                </a:lnSpc>
                <a:spcBef>
                  <a:spcPts val="0"/>
                </a:spcBef>
                <a:spcAft>
                  <a:spcPts val="0"/>
                </a:spcAft>
                <a:buClrTx/>
                <a:buSzTx/>
                <a:buFont typeface="Wingdings" panose="05000000000000000000" pitchFamily="2" charset="2"/>
                <a:buChar char="ü"/>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Liberation Sans Bold"/>
                  <a:cs typeface="Arial" panose="020B0604020202020204" pitchFamily="34" charset="0"/>
                  <a:sym typeface="Liberation Sans Bold"/>
                  <a:rtl/>
                </a:rPr>
                <a:t>חוק ההסדרים </a:t>
              </a:r>
              <a:r>
                <a:rPr kumimoji="0" lang="en-US" sz="1600" b="1" i="0" u="none" strike="noStrike" kern="1200" cap="none" spc="0" normalizeH="0" baseline="0" noProof="0" dirty="0">
                  <a:ln>
                    <a:noFill/>
                  </a:ln>
                  <a:solidFill>
                    <a:srgbClr val="000000"/>
                  </a:solidFill>
                  <a:effectLst/>
                  <a:uLnTx/>
                  <a:uFillTx/>
                  <a:latin typeface="Calibri Light" panose="020F0302020204030204"/>
                  <a:ea typeface="Liberation Sans Bold"/>
                  <a:cs typeface="+mn-cs"/>
                  <a:sym typeface="Liberation Sans Bold"/>
                </a:rPr>
                <a:t>2023</a:t>
              </a:r>
            </a:p>
          </p:txBody>
        </p:sp>
      </p:grpSp>
      <p:sp>
        <p:nvSpPr>
          <p:cNvPr id="51" name="TextBox 51"/>
          <p:cNvSpPr txBox="1"/>
          <p:nvPr/>
        </p:nvSpPr>
        <p:spPr>
          <a:xfrm>
            <a:off x="2482411" y="4896027"/>
            <a:ext cx="2505929" cy="258276"/>
          </a:xfrm>
          <a:prstGeom prst="rect">
            <a:avLst/>
          </a:prstGeom>
        </p:spPr>
        <p:txBody>
          <a:bodyPr lIns="0" tIns="0" rIns="0" bIns="0" rtlCol="0" anchor="t">
            <a:spAutoFit/>
          </a:bodyPr>
          <a:lstStyle/>
          <a:p>
            <a:pPr marL="0" marR="0" lvl="0" indent="0" algn="ctr" defTabSz="609630" rtl="1" eaLnBrk="1" fontAlgn="auto" latinLnBrk="0" hangingPunct="1">
              <a:lnSpc>
                <a:spcPts val="2239"/>
              </a:lnSpc>
              <a:spcBef>
                <a:spcPts val="0"/>
              </a:spcBef>
              <a:spcAft>
                <a:spcPts val="0"/>
              </a:spcAft>
              <a:buClrTx/>
              <a:buSzTx/>
              <a:buFontTx/>
              <a:buNone/>
              <a:tabLst/>
              <a:defRPr/>
            </a:pPr>
            <a:r>
              <a:rPr kumimoji="0" lang="he-IL" sz="1600" b="1" i="0" u="none" strike="noStrike" kern="1200" cap="none" spc="0" normalizeH="0" baseline="0" noProof="0">
                <a:ln>
                  <a:noFill/>
                </a:ln>
                <a:solidFill>
                  <a:srgbClr val="151857"/>
                </a:solidFill>
                <a:effectLst/>
                <a:uLnTx/>
                <a:uFillTx/>
                <a:latin typeface="Calibri Light" panose="020F0302020204030204"/>
                <a:ea typeface="Liberation Sans Bold"/>
                <a:cs typeface="Arial" panose="020B0604020202020204" pitchFamily="34" charset="0"/>
                <a:sym typeface="Liberation Sans Bold"/>
                <a:rtl/>
              </a:rPr>
              <a:t>מחקר, ביסוס ולמידה</a:t>
            </a:r>
          </a:p>
        </p:txBody>
      </p:sp>
      <p:sp>
        <p:nvSpPr>
          <p:cNvPr id="52" name="TextBox 52"/>
          <p:cNvSpPr txBox="1"/>
          <p:nvPr/>
        </p:nvSpPr>
        <p:spPr>
          <a:xfrm>
            <a:off x="4017695" y="1515259"/>
            <a:ext cx="2468541" cy="258276"/>
          </a:xfrm>
          <a:prstGeom prst="rect">
            <a:avLst/>
          </a:prstGeom>
        </p:spPr>
        <p:txBody>
          <a:bodyPr lIns="0" tIns="0" rIns="0" bIns="0" rtlCol="0" anchor="t">
            <a:spAutoFit/>
          </a:bodyPr>
          <a:lstStyle/>
          <a:p>
            <a:pPr marL="0" marR="0" lvl="0" indent="0" algn="ctr" defTabSz="609630" rtl="1" eaLnBrk="1" fontAlgn="auto" latinLnBrk="0" hangingPunct="1">
              <a:lnSpc>
                <a:spcPts val="2239"/>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151857"/>
                </a:solidFill>
                <a:effectLst/>
                <a:uLnTx/>
                <a:uFillTx/>
                <a:latin typeface="Calibri Light" panose="020F0302020204030204"/>
                <a:ea typeface="Liberation Sans Bold"/>
                <a:cs typeface="Arial" panose="020B0604020202020204" pitchFamily="34" charset="0"/>
                <a:sym typeface="Liberation Sans Bold"/>
                <a:rtl/>
              </a:rPr>
              <a:t>עיצוב ותיקוף מודל השירות</a:t>
            </a:r>
          </a:p>
        </p:txBody>
      </p:sp>
      <p:sp>
        <p:nvSpPr>
          <p:cNvPr id="53" name="TextBox 53"/>
          <p:cNvSpPr txBox="1"/>
          <p:nvPr/>
        </p:nvSpPr>
        <p:spPr>
          <a:xfrm>
            <a:off x="5679913" y="5092415"/>
            <a:ext cx="2920480" cy="264111"/>
          </a:xfrm>
          <a:prstGeom prst="rect">
            <a:avLst/>
          </a:prstGeom>
        </p:spPr>
        <p:txBody>
          <a:bodyPr lIns="0" tIns="0" rIns="0" bIns="0" rtlCol="0" anchor="t">
            <a:spAutoFit/>
          </a:bodyPr>
          <a:lstStyle/>
          <a:p>
            <a:pPr marL="0" marR="0" lvl="0" indent="0" algn="ctr" defTabSz="609630" rtl="1" eaLnBrk="1" fontAlgn="auto" latinLnBrk="0" hangingPunct="1">
              <a:lnSpc>
                <a:spcPts val="2239"/>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151857"/>
                </a:solidFill>
                <a:effectLst/>
                <a:uLnTx/>
                <a:uFillTx/>
                <a:latin typeface="Calibri Light" panose="020F0302020204030204"/>
                <a:ea typeface="Liberation Sans Bold"/>
                <a:cs typeface="Arial" panose="020B0604020202020204" pitchFamily="34" charset="0"/>
                <a:sym typeface="Liberation Sans Bold"/>
                <a:rtl/>
              </a:rPr>
              <a:t>תהליכים מקבילים ומשלימים-</a:t>
            </a:r>
            <a:r>
              <a:rPr kumimoji="0" lang="en-US" sz="1600" b="1" i="0" u="none" strike="noStrike" kern="1200" cap="none" spc="0" normalizeH="0" baseline="0" noProof="0" dirty="0">
                <a:ln>
                  <a:noFill/>
                </a:ln>
                <a:solidFill>
                  <a:srgbClr val="151857"/>
                </a:solidFill>
                <a:effectLst/>
                <a:uLnTx/>
                <a:uFillTx/>
                <a:latin typeface="Calibri Light" panose="020F0302020204030204"/>
                <a:ea typeface="Liberation Sans Bold"/>
                <a:cs typeface="+mn-cs"/>
                <a:sym typeface="Liberation Sans Bold"/>
              </a:rPr>
              <a:t>Q1</a:t>
            </a:r>
            <a:r>
              <a:rPr kumimoji="0" lang="ar-EG" sz="1600" b="1" i="0" u="none" strike="noStrike" kern="1200" cap="none" spc="0" normalizeH="0" baseline="0" noProof="0" dirty="0">
                <a:ln>
                  <a:noFill/>
                </a:ln>
                <a:solidFill>
                  <a:srgbClr val="151857"/>
                </a:solidFill>
                <a:effectLst/>
                <a:uLnTx/>
                <a:uFillTx/>
                <a:latin typeface="Calibri Light" panose="020F0302020204030204"/>
                <a:ea typeface="Liberation Sans Bold"/>
                <a:cs typeface="Arial" panose="020B0604020202020204" pitchFamily="34" charset="0"/>
                <a:sym typeface="Liberation Sans Bold"/>
                <a:rtl/>
              </a:rPr>
              <a:t> </a:t>
            </a:r>
          </a:p>
        </p:txBody>
      </p:sp>
      <p:sp>
        <p:nvSpPr>
          <p:cNvPr id="54" name="TextBox 54"/>
          <p:cNvSpPr txBox="1"/>
          <p:nvPr/>
        </p:nvSpPr>
        <p:spPr>
          <a:xfrm>
            <a:off x="7475568" y="1849026"/>
            <a:ext cx="2403065" cy="281359"/>
          </a:xfrm>
          <a:prstGeom prst="rect">
            <a:avLst/>
          </a:prstGeom>
        </p:spPr>
        <p:txBody>
          <a:bodyPr lIns="0" tIns="0" rIns="0" bIns="0" rtlCol="0" anchor="t">
            <a:spAutoFit/>
          </a:bodyPr>
          <a:lstStyle/>
          <a:p>
            <a:pPr marL="0" marR="0" lvl="0" indent="0" algn="ctr" defTabSz="609630" rtl="1" eaLnBrk="1" fontAlgn="auto" latinLnBrk="0" hangingPunct="1">
              <a:lnSpc>
                <a:spcPts val="2426"/>
              </a:lnSpc>
              <a:spcBef>
                <a:spcPts val="0"/>
              </a:spcBef>
              <a:spcAft>
                <a:spcPts val="0"/>
              </a:spcAft>
              <a:buClrTx/>
              <a:buSzTx/>
              <a:buFontTx/>
              <a:buNone/>
              <a:tabLst/>
              <a:defRPr/>
            </a:pPr>
            <a:r>
              <a:rPr kumimoji="0" lang="he-IL" sz="1733" b="1" i="0" u="none" strike="noStrike" kern="1200" cap="none" spc="0" normalizeH="0" baseline="0" noProof="0">
                <a:ln>
                  <a:noFill/>
                </a:ln>
                <a:solidFill>
                  <a:srgbClr val="151857"/>
                </a:solidFill>
                <a:effectLst/>
                <a:uLnTx/>
                <a:uFillTx/>
                <a:latin typeface="Calibri Light" panose="020F0302020204030204"/>
                <a:ea typeface="Liberation Sans Bold"/>
                <a:cs typeface="Arial" panose="020B0604020202020204" pitchFamily="34" charset="0"/>
                <a:sym typeface="Liberation Sans Bold"/>
                <a:rtl/>
              </a:rPr>
              <a:t>צעדים להמשך</a:t>
            </a:r>
          </a:p>
        </p:txBody>
      </p:sp>
      <p:grpSp>
        <p:nvGrpSpPr>
          <p:cNvPr id="55" name="Group 55"/>
          <p:cNvGrpSpPr/>
          <p:nvPr/>
        </p:nvGrpSpPr>
        <p:grpSpPr>
          <a:xfrm>
            <a:off x="8820259" y="4816290"/>
            <a:ext cx="2403065" cy="1993222"/>
            <a:chOff x="0" y="-57149"/>
            <a:chExt cx="4806131" cy="3986443"/>
          </a:xfrm>
        </p:grpSpPr>
        <p:sp>
          <p:nvSpPr>
            <p:cNvPr id="56" name="TextBox 56"/>
            <p:cNvSpPr txBox="1"/>
            <p:nvPr/>
          </p:nvSpPr>
          <p:spPr>
            <a:xfrm>
              <a:off x="700568" y="-57149"/>
              <a:ext cx="3404995" cy="1092480"/>
            </a:xfrm>
            <a:prstGeom prst="rect">
              <a:avLst/>
            </a:prstGeom>
          </p:spPr>
          <p:txBody>
            <a:bodyPr lIns="0" tIns="0" rIns="0" bIns="0" rtlCol="0" anchor="t">
              <a:spAutoFit/>
            </a:bodyPr>
            <a:lstStyle/>
            <a:p>
              <a:pPr marL="0" marR="0" lvl="0" indent="0" algn="ctr" defTabSz="609630" rtl="1" eaLnBrk="1" fontAlgn="auto" latinLnBrk="0" hangingPunct="1">
                <a:lnSpc>
                  <a:spcPts val="2239"/>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151857"/>
                  </a:solidFill>
                  <a:effectLst/>
                  <a:uLnTx/>
                  <a:uFillTx/>
                  <a:latin typeface="Calibri Light" panose="020F0302020204030204"/>
                  <a:ea typeface="Liberation Sans Bold"/>
                  <a:cs typeface="Arial" panose="020B0604020202020204" pitchFamily="34" charset="0"/>
                  <a:sym typeface="Liberation Sans Bold"/>
                  <a:rtl/>
                </a:rPr>
                <a:t>סל תפקוד מותאם אישית </a:t>
              </a:r>
              <a:r>
                <a:rPr kumimoji="0" lang="en-US" sz="1600" b="1" i="0" u="none" strike="noStrike" kern="1200" cap="none" spc="0" normalizeH="0" baseline="0" noProof="0" dirty="0">
                  <a:ln>
                    <a:noFill/>
                  </a:ln>
                  <a:solidFill>
                    <a:srgbClr val="151857"/>
                  </a:solidFill>
                  <a:effectLst/>
                  <a:uLnTx/>
                  <a:uFillTx/>
                  <a:latin typeface="Calibri Light" panose="020F0302020204030204"/>
                  <a:ea typeface="Liberation Sans Bold"/>
                  <a:cs typeface="+mn-cs"/>
                  <a:sym typeface="Liberation Sans Bold"/>
                </a:rPr>
                <a:t>AI</a:t>
              </a:r>
            </a:p>
          </p:txBody>
        </p:sp>
        <p:sp>
          <p:nvSpPr>
            <p:cNvPr id="57" name="TextBox 57"/>
            <p:cNvSpPr txBox="1"/>
            <p:nvPr/>
          </p:nvSpPr>
          <p:spPr>
            <a:xfrm>
              <a:off x="0" y="1285365"/>
              <a:ext cx="4806131" cy="2643929"/>
            </a:xfrm>
            <a:prstGeom prst="rect">
              <a:avLst/>
            </a:prstGeom>
          </p:spPr>
          <p:txBody>
            <a:bodyPr lIns="0" tIns="0" rIns="0" bIns="0" rtlCol="0" anchor="t">
              <a:spAutoFit/>
            </a:bodyPr>
            <a:lstStyle/>
            <a:p>
              <a:pPr marL="0" marR="0" lvl="0" indent="0" algn="ctr" defTabSz="609630" rtl="1" eaLnBrk="1" fontAlgn="auto" latinLnBrk="0" hangingPunct="1">
                <a:lnSpc>
                  <a:spcPts val="2053"/>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Liberation Sans Bold"/>
                  <a:cs typeface="Arial" panose="020B0604020202020204" pitchFamily="34" charset="0"/>
                  <a:sym typeface="Liberation Sans Bold"/>
                  <a:rtl/>
                </a:rPr>
                <a:t>האדם במרכז- ולא המערכות</a:t>
              </a:r>
            </a:p>
            <a:p>
              <a:pPr marL="0" marR="0" lvl="0" indent="0" algn="ctr" defTabSz="609630" rtl="1" eaLnBrk="1" fontAlgn="auto" latinLnBrk="0" hangingPunct="1">
                <a:lnSpc>
                  <a:spcPts val="2053"/>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Liberation Sans Bold"/>
                  <a:cs typeface="Arial" panose="020B0604020202020204" pitchFamily="34" charset="0"/>
                  <a:sym typeface="Liberation Sans Bold"/>
                  <a:rtl/>
                </a:rPr>
                <a:t>הזדקנות מיטבית</a:t>
              </a:r>
            </a:p>
            <a:p>
              <a:pPr marL="0" marR="0" lvl="0" indent="0" algn="ctr" defTabSz="609630" rtl="1" eaLnBrk="1" fontAlgn="auto" latinLnBrk="0" hangingPunct="1">
                <a:lnSpc>
                  <a:spcPts val="2053"/>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Liberation Sans Bold"/>
                  <a:cs typeface="Arial" panose="020B0604020202020204" pitchFamily="34" charset="0"/>
                  <a:sym typeface="Liberation Sans Bold"/>
                  <a:rtl/>
                </a:rPr>
                <a:t>מניעת הדרדרות</a:t>
              </a:r>
            </a:p>
            <a:p>
              <a:pPr marL="0" marR="0" lvl="0" indent="0" algn="ctr" defTabSz="609630" rtl="1" eaLnBrk="1" fontAlgn="auto" latinLnBrk="0" hangingPunct="1">
                <a:lnSpc>
                  <a:spcPts val="2053"/>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Liberation Sans Bold"/>
                  <a:cs typeface="Arial" panose="020B0604020202020204" pitchFamily="34" charset="0"/>
                  <a:sym typeface="Liberation Sans Bold"/>
                  <a:rtl/>
                </a:rPr>
                <a:t>בחירה אישית במרקט פלייס</a:t>
              </a:r>
            </a:p>
            <a:p>
              <a:pPr marL="0" marR="0" lvl="0" indent="0" algn="ctr" defTabSz="609630" rtl="1" eaLnBrk="1" fontAlgn="auto" latinLnBrk="0" hangingPunct="1">
                <a:lnSpc>
                  <a:spcPts val="2053"/>
                </a:lnSpc>
                <a:spcBef>
                  <a:spcPts val="0"/>
                </a:spcBef>
                <a:spcAft>
                  <a:spcPts val="0"/>
                </a:spcAft>
                <a:buClrTx/>
                <a:buSzTx/>
                <a:buFontTx/>
                <a:buNone/>
                <a:tabLst/>
                <a:defRPr/>
              </a:pPr>
              <a:endParaRPr kumimoji="0" lang="he-IL" sz="1600" b="1" i="0" u="none" strike="noStrike" kern="1200" cap="none" spc="0" normalizeH="0" baseline="0" noProof="0" dirty="0">
                <a:ln>
                  <a:noFill/>
                </a:ln>
                <a:solidFill>
                  <a:srgbClr val="000000"/>
                </a:solidFill>
                <a:effectLst/>
                <a:uLnTx/>
                <a:uFillTx/>
                <a:latin typeface="Calibri Light" panose="020F0302020204030204"/>
                <a:ea typeface="Liberation Sans Bold"/>
                <a:cs typeface="Arial" panose="020B0604020202020204" pitchFamily="34" charset="0"/>
                <a:sym typeface="Liberation Sans Bold"/>
                <a:rtl/>
              </a:endParaRPr>
            </a:p>
          </p:txBody>
        </p:sp>
      </p:grpSp>
      <p:sp>
        <p:nvSpPr>
          <p:cNvPr id="58" name="TextBox 58"/>
          <p:cNvSpPr txBox="1"/>
          <p:nvPr/>
        </p:nvSpPr>
        <p:spPr>
          <a:xfrm>
            <a:off x="4321307" y="1802036"/>
            <a:ext cx="2050851" cy="1104661"/>
          </a:xfrm>
          <a:prstGeom prst="rect">
            <a:avLst/>
          </a:prstGeom>
        </p:spPr>
        <p:txBody>
          <a:bodyPr lIns="0" tIns="0" rIns="0" bIns="0" rtlCol="0" anchor="t">
            <a:spAutoFit/>
          </a:bodyPr>
          <a:lstStyle/>
          <a:p>
            <a:pPr marL="285750" marR="0" lvl="0" indent="-285750" algn="ctr" defTabSz="609630" rtl="1" eaLnBrk="1" fontAlgn="auto" latinLnBrk="0" hangingPunct="1">
              <a:lnSpc>
                <a:spcPts val="2239"/>
              </a:lnSpc>
              <a:spcBef>
                <a:spcPts val="0"/>
              </a:spcBef>
              <a:spcAft>
                <a:spcPts val="0"/>
              </a:spcAft>
              <a:buClrTx/>
              <a:buSzTx/>
              <a:buFont typeface="Wingdings" panose="05000000000000000000" pitchFamily="2" charset="2"/>
              <a:buChar char="ü"/>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סדנת עיצוב שירות</a:t>
            </a:r>
          </a:p>
          <a:p>
            <a:pPr marL="0" marR="0" lvl="0" indent="0" algn="r" defTabSz="609630" rtl="1" eaLnBrk="1" fontAlgn="auto" latinLnBrk="0" hangingPunct="1">
              <a:lnSpc>
                <a:spcPts val="2239"/>
              </a:lnSpc>
              <a:spcBef>
                <a:spcPts val="0"/>
              </a:spcBef>
              <a:spcAft>
                <a:spcPts val="0"/>
              </a:spcAft>
              <a:buClrTx/>
              <a:buSzTx/>
              <a:buFontTx/>
              <a:buNone/>
              <a:tabLst/>
              <a:defRPr/>
            </a:pPr>
            <a:r>
              <a:rPr kumimoji="0" lang="ar-EG"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       </a:t>
            </a: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מה? איך? ולמי?</a:t>
            </a:r>
          </a:p>
          <a:p>
            <a:pPr marL="458478" marR="0" lvl="1" indent="-285750" algn="r" defTabSz="609630" rtl="1" eaLnBrk="1" fontAlgn="auto" latinLnBrk="0" hangingPunct="1">
              <a:lnSpc>
                <a:spcPts val="2239"/>
              </a:lnSpc>
              <a:spcBef>
                <a:spcPts val="0"/>
              </a:spcBef>
              <a:spcAft>
                <a:spcPts val="0"/>
              </a:spcAft>
              <a:buClrTx/>
              <a:buSzTx/>
              <a:buFont typeface="Wingdings" panose="05000000000000000000" pitchFamily="2" charset="2"/>
              <a:buChar char="ü"/>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מסע לקוח מחודש </a:t>
            </a:r>
          </a:p>
          <a:p>
            <a:pPr marL="458478" marR="0" lvl="1" indent="-285750" algn="r" defTabSz="609630" rtl="1" eaLnBrk="1" fontAlgn="auto" latinLnBrk="0" hangingPunct="1">
              <a:lnSpc>
                <a:spcPts val="2239"/>
              </a:lnSpc>
              <a:spcBef>
                <a:spcPts val="0"/>
              </a:spcBef>
              <a:spcAft>
                <a:spcPts val="0"/>
              </a:spcAft>
              <a:buClrTx/>
              <a:buSzTx/>
              <a:buFont typeface="Wingdings" panose="05000000000000000000" pitchFamily="2" charset="2"/>
              <a:buChar char="ü"/>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עקרונות </a:t>
            </a:r>
            <a:r>
              <a:rPr kumimoji="0" lang="he-IL" sz="1600" b="1" i="0" u="none" strike="noStrike" kern="1200" cap="none" spc="0" normalizeH="0" baseline="0" noProof="0" dirty="0" err="1">
                <a:ln>
                  <a:noFill/>
                </a:ln>
                <a:solidFill>
                  <a:srgbClr val="000000"/>
                </a:solidFill>
                <a:effectLst/>
                <a:uLnTx/>
                <a:uFillTx/>
                <a:latin typeface="Calibri Light" panose="020F0302020204030204"/>
                <a:ea typeface="Arimo Bold"/>
                <a:cs typeface="Arial" panose="020B0604020202020204" pitchFamily="34" charset="0"/>
                <a:sym typeface="Arimo Bold"/>
                <a:rtl/>
              </a:rPr>
              <a:t>הפיילוטים</a:t>
            </a:r>
            <a:endPar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endParaRPr>
          </a:p>
        </p:txBody>
      </p:sp>
      <p:sp>
        <p:nvSpPr>
          <p:cNvPr id="59" name="TextBox 59"/>
          <p:cNvSpPr txBox="1"/>
          <p:nvPr/>
        </p:nvSpPr>
        <p:spPr>
          <a:xfrm>
            <a:off x="5457155" y="5439125"/>
            <a:ext cx="3219946" cy="1346522"/>
          </a:xfrm>
          <a:prstGeom prst="rect">
            <a:avLst/>
          </a:prstGeom>
          <a:solidFill>
            <a:schemeClr val="accent5">
              <a:lumMod val="20000"/>
              <a:lumOff val="80000"/>
            </a:schemeClr>
          </a:solidFill>
        </p:spPr>
        <p:txBody>
          <a:bodyPr lIns="0" tIns="0" rIns="0" bIns="0" rtlCol="0" anchor="t">
            <a:spAutoFit/>
          </a:bodyPr>
          <a:lstStyle/>
          <a:p>
            <a:pPr marL="316677" marR="0" lvl="1" indent="-158339" algn="r" defTabSz="609630" rtl="1" eaLnBrk="1" fontAlgn="auto" latinLnBrk="0" hangingPunct="1">
              <a:lnSpc>
                <a:spcPts val="2053"/>
              </a:lnSpc>
              <a:spcBef>
                <a:spcPts val="0"/>
              </a:spcBef>
              <a:spcAft>
                <a:spcPts val="0"/>
              </a:spcAft>
              <a:buClrTx/>
              <a:buSzTx/>
              <a:buFont typeface="Arial"/>
              <a:buChar char="•"/>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המלצות צוות המדדים  </a:t>
            </a:r>
          </a:p>
          <a:p>
            <a:pPr marL="316677" marR="0" lvl="1" indent="-158339" algn="r" defTabSz="609630" rtl="1" eaLnBrk="1" fontAlgn="auto" latinLnBrk="0" hangingPunct="1">
              <a:lnSpc>
                <a:spcPts val="2053"/>
              </a:lnSpc>
              <a:spcBef>
                <a:spcPts val="0"/>
              </a:spcBef>
              <a:spcAft>
                <a:spcPts val="0"/>
              </a:spcAft>
              <a:buClrTx/>
              <a:buSzTx/>
              <a:buFont typeface="Arial"/>
              <a:buChar char="•"/>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פיתוח פלטפורמה דיגיטלית תומכת.</a:t>
            </a:r>
          </a:p>
          <a:p>
            <a:pPr marL="316677" marR="0" lvl="1" indent="-158339" algn="r" defTabSz="609630" rtl="1" eaLnBrk="1" fontAlgn="auto" latinLnBrk="0" hangingPunct="1">
              <a:lnSpc>
                <a:spcPts val="2053"/>
              </a:lnSpc>
              <a:spcBef>
                <a:spcPts val="0"/>
              </a:spcBef>
              <a:spcAft>
                <a:spcPts val="0"/>
              </a:spcAft>
              <a:buClrTx/>
              <a:buSzTx/>
              <a:buFont typeface="Arial"/>
              <a:buChar char="•"/>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גיבוש מודל תמריצים</a:t>
            </a:r>
          </a:p>
          <a:p>
            <a:pPr marL="316677" marR="0" lvl="1" indent="-158339" algn="r" defTabSz="609630" rtl="1" eaLnBrk="1" fontAlgn="auto" latinLnBrk="0" hangingPunct="1">
              <a:lnSpc>
                <a:spcPts val="2053"/>
              </a:lnSpc>
              <a:spcBef>
                <a:spcPts val="0"/>
              </a:spcBef>
              <a:spcAft>
                <a:spcPts val="0"/>
              </a:spcAft>
              <a:buClrTx/>
              <a:buSzTx/>
              <a:buFont typeface="Arial"/>
              <a:buChar char="•"/>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תובנות </a:t>
            </a:r>
            <a:r>
              <a:rPr kumimoji="0" lang="he-IL" sz="1600" b="1" i="0" u="none" strike="noStrike" kern="1200" cap="none" spc="0" normalizeH="0" baseline="0" noProof="0" dirty="0" err="1">
                <a:ln>
                  <a:noFill/>
                </a:ln>
                <a:solidFill>
                  <a:srgbClr val="000000"/>
                </a:solidFill>
                <a:effectLst/>
                <a:uLnTx/>
                <a:uFillTx/>
                <a:latin typeface="Calibri Light" panose="020F0302020204030204"/>
                <a:ea typeface="Arimo Bold"/>
                <a:cs typeface="Arial" panose="020B0604020202020204" pitchFamily="34" charset="0"/>
                <a:sym typeface="Arimo Bold"/>
                <a:rtl/>
              </a:rPr>
              <a:t>מהפיילוטים</a:t>
            </a:r>
            <a:endPar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endParaRPr>
          </a:p>
          <a:p>
            <a:pPr marL="316677" marR="0" lvl="1" indent="-158339" algn="r" defTabSz="609630" rtl="1" eaLnBrk="1" fontAlgn="auto" latinLnBrk="0" hangingPunct="1">
              <a:lnSpc>
                <a:spcPts val="2053"/>
              </a:lnSpc>
              <a:spcBef>
                <a:spcPts val="0"/>
              </a:spcBef>
              <a:spcAft>
                <a:spcPts val="0"/>
              </a:spcAft>
              <a:buClrTx/>
              <a:buSzTx/>
              <a:buFont typeface="Arial"/>
              <a:buChar char="•"/>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הכנסה ללוח ח'-2 </a:t>
            </a:r>
          </a:p>
        </p:txBody>
      </p:sp>
      <p:sp>
        <p:nvSpPr>
          <p:cNvPr id="60" name="TextBox 60"/>
          <p:cNvSpPr txBox="1"/>
          <p:nvPr/>
        </p:nvSpPr>
        <p:spPr>
          <a:xfrm>
            <a:off x="7197617" y="2205049"/>
            <a:ext cx="2404467" cy="783356"/>
          </a:xfrm>
          <a:prstGeom prst="rect">
            <a:avLst/>
          </a:prstGeom>
        </p:spPr>
        <p:txBody>
          <a:bodyPr lIns="0" tIns="0" rIns="0" bIns="0" rtlCol="0" anchor="t">
            <a:spAutoFit/>
          </a:bodyPr>
          <a:lstStyle/>
          <a:p>
            <a:pPr marL="316668" marR="0" lvl="1" indent="-158335" algn="r" defTabSz="609630" rtl="1" eaLnBrk="1" fontAlgn="auto" latinLnBrk="0" hangingPunct="1">
              <a:lnSpc>
                <a:spcPts val="2053"/>
              </a:lnSpc>
              <a:spcBef>
                <a:spcPts val="0"/>
              </a:spcBef>
              <a:spcAft>
                <a:spcPts val="0"/>
              </a:spcAft>
              <a:buClrTx/>
              <a:buSzTx/>
              <a:buFontTx/>
              <a:buAutoNum type="arabicPeriod"/>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גיבוש והרחבת </a:t>
            </a:r>
            <a:r>
              <a:rPr kumimoji="0" lang="he-IL" sz="1600" b="1" i="0" u="none" strike="noStrike" kern="1200" cap="none" spc="0" normalizeH="0" baseline="0" noProof="0" dirty="0" err="1">
                <a:ln>
                  <a:noFill/>
                </a:ln>
                <a:solidFill>
                  <a:srgbClr val="000000"/>
                </a:solidFill>
                <a:effectLst/>
                <a:uLnTx/>
                <a:uFillTx/>
                <a:latin typeface="Calibri Light" panose="020F0302020204030204"/>
                <a:ea typeface="Arimo Bold"/>
                <a:cs typeface="Arial" panose="020B0604020202020204" pitchFamily="34" charset="0"/>
                <a:sym typeface="Arimo Bold"/>
                <a:rtl/>
              </a:rPr>
              <a:t>הפיילוטים</a:t>
            </a:r>
            <a:endPar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endParaRPr>
          </a:p>
          <a:p>
            <a:pPr marL="316668" marR="0" lvl="1" indent="-158335" algn="r" defTabSz="609630" rtl="1" eaLnBrk="1" fontAlgn="auto" latinLnBrk="0" hangingPunct="1">
              <a:lnSpc>
                <a:spcPts val="2053"/>
              </a:lnSpc>
              <a:spcBef>
                <a:spcPts val="0"/>
              </a:spcBef>
              <a:spcAft>
                <a:spcPts val="0"/>
              </a:spcAft>
              <a:buClrTx/>
              <a:buSzTx/>
              <a:buFontTx/>
              <a:buAutoNum type="arabicPeriod"/>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מדידה והערכה</a:t>
            </a:r>
          </a:p>
          <a:p>
            <a:pPr marL="316668" marR="0" lvl="1" indent="-158335" algn="r" defTabSz="609630" rtl="1" eaLnBrk="1" fontAlgn="auto" latinLnBrk="0" hangingPunct="1">
              <a:lnSpc>
                <a:spcPts val="2053"/>
              </a:lnSpc>
              <a:spcBef>
                <a:spcPts val="0"/>
              </a:spcBef>
              <a:spcAft>
                <a:spcPts val="0"/>
              </a:spcAft>
              <a:buClrTx/>
              <a:buSzTx/>
              <a:buFontTx/>
              <a:buAutoNum type="arabicPeriod"/>
              <a:tabLst/>
              <a:defRPr/>
            </a:pPr>
            <a:r>
              <a:rPr kumimoji="0" lang="he-IL" sz="1600" b="1" i="0" u="none" strike="noStrike" kern="1200" cap="none" spc="0" normalizeH="0" baseline="0" noProof="0" dirty="0" err="1">
                <a:ln>
                  <a:noFill/>
                </a:ln>
                <a:solidFill>
                  <a:srgbClr val="000000"/>
                </a:solidFill>
                <a:effectLst/>
                <a:uLnTx/>
                <a:uFillTx/>
                <a:latin typeface="Calibri Light" panose="020F0302020204030204"/>
                <a:ea typeface="Arimo Bold"/>
                <a:cs typeface="Arial" panose="020B0604020202020204" pitchFamily="34" charset="0"/>
                <a:sym typeface="Arimo Bold"/>
                <a:rtl/>
              </a:rPr>
              <a:t>סקיילינג</a:t>
            </a: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 ארצי</a:t>
            </a:r>
          </a:p>
        </p:txBody>
      </p:sp>
      <p:sp>
        <p:nvSpPr>
          <p:cNvPr id="61" name="TextBox 61"/>
          <p:cNvSpPr txBox="1"/>
          <p:nvPr/>
        </p:nvSpPr>
        <p:spPr>
          <a:xfrm>
            <a:off x="8758882" y="5964140"/>
            <a:ext cx="2403065" cy="258276"/>
          </a:xfrm>
          <a:prstGeom prst="rect">
            <a:avLst/>
          </a:prstGeom>
        </p:spPr>
        <p:txBody>
          <a:bodyPr lIns="0" tIns="0" rIns="0" bIns="0" rtlCol="0" anchor="t">
            <a:spAutoFit/>
          </a:bodyPr>
          <a:lstStyle/>
          <a:p>
            <a:pPr marL="0" marR="0" lvl="0" indent="0" algn="ctr" defTabSz="609630" rtl="1" eaLnBrk="1" fontAlgn="auto" latinLnBrk="0" hangingPunct="1">
              <a:lnSpc>
                <a:spcPts val="2239"/>
              </a:lnSpc>
              <a:spcBef>
                <a:spcPct val="0"/>
              </a:spcBef>
              <a:spcAft>
                <a:spcPts val="0"/>
              </a:spcAft>
              <a:buClrTx/>
              <a:buSzTx/>
              <a:buFontTx/>
              <a:buNone/>
              <a:tabLst/>
              <a:defRPr/>
            </a:pPr>
            <a:r>
              <a:rPr kumimoji="0" lang="he-IL" sz="1600" b="1" i="0" u="none" strike="noStrike" kern="1200" cap="none" spc="0" normalizeH="0" baseline="0" noProof="0">
                <a:ln>
                  <a:noFill/>
                </a:ln>
                <a:solidFill>
                  <a:srgbClr val="000000"/>
                </a:solidFill>
                <a:effectLst/>
                <a:uLnTx/>
                <a:uFillTx/>
                <a:latin typeface="Calibri Light" panose="020F0302020204030204"/>
                <a:ea typeface="Liberation Sans Bold"/>
                <a:cs typeface="Arial" panose="020B0604020202020204" pitchFamily="34" charset="0"/>
                <a:sym typeface="Liberation Sans Bold"/>
                <a:rtl/>
              </a:rPr>
              <a:t>י</a:t>
            </a:r>
          </a:p>
        </p:txBody>
      </p:sp>
      <p:sp>
        <p:nvSpPr>
          <p:cNvPr id="62" name="TextBox 62"/>
          <p:cNvSpPr txBox="1"/>
          <p:nvPr/>
        </p:nvSpPr>
        <p:spPr>
          <a:xfrm>
            <a:off x="757166" y="5243502"/>
            <a:ext cx="4471194" cy="1346522"/>
          </a:xfrm>
          <a:prstGeom prst="rect">
            <a:avLst/>
          </a:prstGeom>
        </p:spPr>
        <p:txBody>
          <a:bodyPr lIns="0" tIns="0" rIns="0" bIns="0" rtlCol="0" anchor="t">
            <a:spAutoFit/>
          </a:bodyPr>
          <a:lstStyle/>
          <a:p>
            <a:pPr marL="451282" marR="0" lvl="1" indent="-285750" algn="r" defTabSz="609630" rtl="1" eaLnBrk="1" fontAlgn="auto" latinLnBrk="0" hangingPunct="1">
              <a:lnSpc>
                <a:spcPts val="2147"/>
              </a:lnSpc>
              <a:spcBef>
                <a:spcPts val="0"/>
              </a:spcBef>
              <a:spcAft>
                <a:spcPts val="0"/>
              </a:spcAft>
              <a:buClrTx/>
              <a:buSzTx/>
              <a:buFont typeface="Wingdings" panose="05000000000000000000" pitchFamily="2" charset="2"/>
              <a:buChar char="ü"/>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מחקר שטח עם נותני ומקבלי השירותים</a:t>
            </a:r>
          </a:p>
          <a:p>
            <a:pPr marL="451282" marR="0" lvl="1" indent="-285750" algn="r" defTabSz="609630" rtl="1" eaLnBrk="1" fontAlgn="auto" latinLnBrk="0" hangingPunct="1">
              <a:lnSpc>
                <a:spcPts val="2147"/>
              </a:lnSpc>
              <a:spcBef>
                <a:spcPts val="0"/>
              </a:spcBef>
              <a:spcAft>
                <a:spcPts val="0"/>
              </a:spcAft>
              <a:buClrTx/>
              <a:buSzTx/>
              <a:buFont typeface="Wingdings" panose="05000000000000000000" pitchFamily="2" charset="2"/>
              <a:buChar char="ü"/>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גיבוש מנגנון הפעלה משותף</a:t>
            </a:r>
          </a:p>
          <a:p>
            <a:pPr marL="451282" marR="0" lvl="1" indent="-285750" algn="r" defTabSz="609630" rtl="1" eaLnBrk="1" fontAlgn="auto" latinLnBrk="0" hangingPunct="1">
              <a:lnSpc>
                <a:spcPts val="2147"/>
              </a:lnSpc>
              <a:spcBef>
                <a:spcPts val="0"/>
              </a:spcBef>
              <a:spcAft>
                <a:spcPts val="0"/>
              </a:spcAft>
              <a:buClrTx/>
              <a:buSzTx/>
              <a:buFont typeface="Wingdings" panose="05000000000000000000" pitchFamily="2" charset="2"/>
              <a:buChar char="ü"/>
              <a:tabLst/>
              <a:defRPr/>
            </a:pPr>
            <a:r>
              <a:rPr kumimoji="0" lang="en-US" sz="1600" b="1" i="0" u="none" strike="noStrike" kern="1200" cap="none" spc="0" normalizeH="0" baseline="0" noProof="0" dirty="0">
                <a:ln>
                  <a:noFill/>
                </a:ln>
                <a:solidFill>
                  <a:srgbClr val="000000"/>
                </a:solidFill>
                <a:effectLst/>
                <a:uLnTx/>
                <a:uFillTx/>
                <a:latin typeface="Calibri Light" panose="020F0302020204030204"/>
                <a:ea typeface="Arimo Bold"/>
                <a:cs typeface="+mn-cs"/>
                <a:sym typeface="Arimo Bold"/>
              </a:rPr>
              <a:t>2</a:t>
            </a: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נייר מדיניות משותף בפורום </a:t>
            </a:r>
            <a:r>
              <a:rPr kumimoji="0" lang="he-IL" sz="1600" b="1" i="0" u="none" strike="noStrike" kern="1200" cap="none" spc="0" normalizeH="0" baseline="0" noProof="0" dirty="0" err="1">
                <a:ln>
                  <a:noFill/>
                </a:ln>
                <a:solidFill>
                  <a:srgbClr val="000000"/>
                </a:solidFill>
                <a:effectLst/>
                <a:uLnTx/>
                <a:uFillTx/>
                <a:latin typeface="Calibri Light" panose="020F0302020204030204"/>
                <a:ea typeface="Arimo Bold"/>
                <a:cs typeface="Arial" panose="020B0604020202020204" pitchFamily="34" charset="0"/>
                <a:sym typeface="Arimo Bold"/>
                <a:rtl/>
              </a:rPr>
              <a:t>בר"ק</a:t>
            </a:r>
            <a:endPar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endParaRPr>
          </a:p>
          <a:p>
            <a:pPr marL="451282" marR="0" lvl="1" indent="-285750" algn="r" defTabSz="609630" rtl="1" eaLnBrk="1" fontAlgn="auto" latinLnBrk="0" hangingPunct="1">
              <a:lnSpc>
                <a:spcPts val="2147"/>
              </a:lnSpc>
              <a:spcBef>
                <a:spcPts val="0"/>
              </a:spcBef>
              <a:spcAft>
                <a:spcPts val="0"/>
              </a:spcAft>
              <a:buClrTx/>
              <a:buSzTx/>
              <a:buFont typeface="Wingdings" panose="05000000000000000000" pitchFamily="2" charset="2"/>
              <a:buChar char="ü"/>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סקירת שוק מקיפה על פלטפורמות תומכות</a:t>
            </a:r>
          </a:p>
          <a:p>
            <a:pPr marL="451282" marR="0" lvl="1" indent="-285750" algn="r" defTabSz="609630" rtl="1" eaLnBrk="1" fontAlgn="auto" latinLnBrk="0" hangingPunct="1">
              <a:lnSpc>
                <a:spcPts val="2147"/>
              </a:lnSpc>
              <a:spcBef>
                <a:spcPts val="0"/>
              </a:spcBef>
              <a:spcAft>
                <a:spcPts val="0"/>
              </a:spcAft>
              <a:buClrTx/>
              <a:buSzTx/>
              <a:buFont typeface="Wingdings" panose="05000000000000000000" pitchFamily="2" charset="2"/>
              <a:buChar char="ü"/>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 </a:t>
            </a:r>
            <a:r>
              <a:rPr kumimoji="0" lang="he-IL" sz="1600" b="1" i="0" u="none" strike="noStrike" kern="1200" cap="none" spc="0" normalizeH="0" baseline="0" noProof="0" dirty="0" err="1">
                <a:ln>
                  <a:noFill/>
                </a:ln>
                <a:solidFill>
                  <a:srgbClr val="000000"/>
                </a:solidFill>
                <a:effectLst/>
                <a:uLnTx/>
                <a:uFillTx/>
                <a:latin typeface="Calibri Light" panose="020F0302020204030204"/>
                <a:ea typeface="Arimo Bold"/>
                <a:cs typeface="Arial" panose="020B0604020202020204" pitchFamily="34" charset="0"/>
                <a:sym typeface="Arimo Bold"/>
                <a:rtl/>
              </a:rPr>
              <a:t>פיילוטים</a:t>
            </a: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 פעילים עם למידה מתמשכת מהשטח</a:t>
            </a:r>
          </a:p>
        </p:txBody>
      </p:sp>
    </p:spTree>
    <p:extLst>
      <p:ext uri="{BB962C8B-B14F-4D97-AF65-F5344CB8AC3E}">
        <p14:creationId xmlns:p14="http://schemas.microsoft.com/office/powerpoint/2010/main" val="41696796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תמונה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0" y="5157788"/>
            <a:ext cx="10287000" cy="1019175"/>
          </a:xfrm>
          <a:prstGeom prst="rect">
            <a:avLst/>
          </a:prstGeom>
        </p:spPr>
      </p:pic>
      <p:sp>
        <p:nvSpPr>
          <p:cNvPr id="7" name="מלבן מעוגל 6"/>
          <p:cNvSpPr/>
          <p:nvPr/>
        </p:nvSpPr>
        <p:spPr>
          <a:xfrm>
            <a:off x="1459345" y="5495635"/>
            <a:ext cx="9624291" cy="681327"/>
          </a:xfrm>
          <a:prstGeom prst="roundRect">
            <a:avLst/>
          </a:prstGeom>
          <a:noFill/>
          <a:ln w="57150">
            <a:solidFill>
              <a:srgbClr val="0070C0"/>
            </a:solidFill>
          </a:ln>
        </p:spPr>
        <p:style>
          <a:lnRef idx="2">
            <a:schemeClr val="accent1"/>
          </a:lnRef>
          <a:fillRef idx="1">
            <a:schemeClr val="lt1"/>
          </a:fillRef>
          <a:effectRef idx="0">
            <a:schemeClr val="accent1"/>
          </a:effectRef>
          <a:fontRef idx="minor">
            <a:schemeClr val="dk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2" name="כותרת 1"/>
          <p:cNvSpPr>
            <a:spLocks noGrp="1"/>
          </p:cNvSpPr>
          <p:nvPr>
            <p:ph type="title"/>
          </p:nvPr>
        </p:nvSpPr>
        <p:spPr/>
        <p:txBody>
          <a:bodyPr/>
          <a:lstStyle/>
          <a:p>
            <a:r>
              <a:rPr lang="he-IL" dirty="0"/>
              <a:t>ועדה בין משרדית וחוק ההסדרים</a:t>
            </a:r>
          </a:p>
        </p:txBody>
      </p:sp>
      <p:sp>
        <p:nvSpPr>
          <p:cNvPr id="3" name="מציין מיקום תוכן 2"/>
          <p:cNvSpPr>
            <a:spLocks noGrp="1"/>
          </p:cNvSpPr>
          <p:nvPr>
            <p:ph idx="1"/>
          </p:nvPr>
        </p:nvSpPr>
        <p:spPr>
          <a:xfrm>
            <a:off x="1801090" y="1576243"/>
            <a:ext cx="9515764" cy="4351338"/>
          </a:xfrm>
        </p:spPr>
        <p:txBody>
          <a:bodyPr/>
          <a:lstStyle/>
          <a:p>
            <a:pPr algn="just"/>
            <a:r>
              <a:rPr lang="he-IL" sz="2400" dirty="0"/>
              <a:t>ועדה בין משרדית: "הרחבת שירותי הרווחה לזכאים וביסוס שירותי הקהילה תומכת - תקצוב משרד הרווחה באופן ייעודי למערך הקהילות התומכות, כך ש</a:t>
            </a:r>
            <a:r>
              <a:rPr lang="he-IL" sz="2400" b="1" dirty="0"/>
              <a:t>כל זכאי לגמלת סיעוד ברמות הנמוכות יהיה זכאי גם באופן אוטומטי לשירותי קהילה תומכת</a:t>
            </a:r>
            <a:r>
              <a:rPr lang="he-IL" sz="2400" dirty="0"/>
              <a:t>".</a:t>
            </a:r>
          </a:p>
          <a:p>
            <a:pPr marL="0" indent="0">
              <a:buNone/>
            </a:pPr>
            <a:endParaRPr lang="he-IL" sz="1200" b="1" dirty="0"/>
          </a:p>
          <a:p>
            <a:pPr marL="0" indent="0">
              <a:buNone/>
            </a:pPr>
            <a:endParaRPr lang="he-IL" sz="1200" b="1" dirty="0"/>
          </a:p>
          <a:p>
            <a:pPr marL="0" indent="0">
              <a:buNone/>
            </a:pPr>
            <a:r>
              <a:rPr lang="he-IL" b="1" dirty="0"/>
              <a:t>מתוך חוק ההסדרים האחרון:</a:t>
            </a:r>
          </a:p>
        </p:txBody>
      </p:sp>
      <p:pic>
        <p:nvPicPr>
          <p:cNvPr id="10" name="תמונה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24000" y="4001294"/>
            <a:ext cx="10287000" cy="1066800"/>
          </a:xfrm>
          <a:prstGeom prst="rect">
            <a:avLst/>
          </a:prstGeom>
        </p:spPr>
      </p:pic>
      <p:sp>
        <p:nvSpPr>
          <p:cNvPr id="9" name="מלבן מעוגל 8"/>
          <p:cNvSpPr/>
          <p:nvPr/>
        </p:nvSpPr>
        <p:spPr>
          <a:xfrm>
            <a:off x="1801090" y="2299854"/>
            <a:ext cx="9282546" cy="692727"/>
          </a:xfrm>
          <a:prstGeom prst="roundRect">
            <a:avLst/>
          </a:prstGeom>
          <a:noFill/>
          <a:ln w="57150">
            <a:solidFill>
              <a:srgbClr val="0070C0"/>
            </a:solidFill>
          </a:ln>
        </p:spPr>
        <p:style>
          <a:lnRef idx="2">
            <a:schemeClr val="accent1"/>
          </a:lnRef>
          <a:fillRef idx="1">
            <a:schemeClr val="lt1"/>
          </a:fillRef>
          <a:effectRef idx="0">
            <a:schemeClr val="accent1"/>
          </a:effectRef>
          <a:fontRef idx="minor">
            <a:schemeClr val="dk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6744215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Graphic 23" descr="Map with pin outline">
            <a:extLst>
              <a:ext uri="{FF2B5EF4-FFF2-40B4-BE49-F238E27FC236}">
                <a16:creationId xmlns:a16="http://schemas.microsoft.com/office/drawing/2014/main" id="{83597447-773F-B41C-096D-8303AC0E6FD0}"/>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499050" y="-10156"/>
            <a:ext cx="968235" cy="790179"/>
          </a:xfrm>
          <a:prstGeom prst="rect">
            <a:avLst/>
          </a:prstGeom>
        </p:spPr>
      </p:pic>
      <p:sp>
        <p:nvSpPr>
          <p:cNvPr id="14" name="Rectangle: Rounded Corners 13">
            <a:extLst>
              <a:ext uri="{FF2B5EF4-FFF2-40B4-BE49-F238E27FC236}">
                <a16:creationId xmlns:a16="http://schemas.microsoft.com/office/drawing/2014/main" id="{808D51AD-84E3-7842-35E5-52DBF65923EF}"/>
              </a:ext>
            </a:extLst>
          </p:cNvPr>
          <p:cNvSpPr/>
          <p:nvPr/>
        </p:nvSpPr>
        <p:spPr>
          <a:xfrm>
            <a:off x="6679525" y="2752801"/>
            <a:ext cx="1596280" cy="624114"/>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a:ln>
                  <a:noFill/>
                </a:ln>
                <a:solidFill>
                  <a:prstClr val="white"/>
                </a:solidFill>
                <a:effectLst/>
                <a:uLnTx/>
                <a:uFillTx/>
                <a:latin typeface="Assistant" pitchFamily="2" charset="-79"/>
                <a:ea typeface="+mn-ea"/>
              </a:rPr>
              <a:t>בני משפחה </a:t>
            </a:r>
          </a:p>
        </p:txBody>
      </p:sp>
      <p:sp>
        <p:nvSpPr>
          <p:cNvPr id="16" name="Rectangle: Rounded Corners 15">
            <a:extLst>
              <a:ext uri="{FF2B5EF4-FFF2-40B4-BE49-F238E27FC236}">
                <a16:creationId xmlns:a16="http://schemas.microsoft.com/office/drawing/2014/main" id="{C9592261-F62A-BFAC-94DE-FD25CC4D998F}"/>
              </a:ext>
            </a:extLst>
          </p:cNvPr>
          <p:cNvSpPr/>
          <p:nvPr/>
        </p:nvSpPr>
        <p:spPr>
          <a:xfrm>
            <a:off x="6688367" y="3437343"/>
            <a:ext cx="1578595" cy="649626"/>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a:ln>
                  <a:noFill/>
                </a:ln>
                <a:solidFill>
                  <a:prstClr val="white"/>
                </a:solidFill>
                <a:effectLst/>
                <a:uLnTx/>
                <a:uFillTx/>
                <a:latin typeface="Assistant" pitchFamily="2" charset="-79"/>
                <a:ea typeface="+mn-ea"/>
              </a:rPr>
              <a:t>קופות חולים </a:t>
            </a:r>
          </a:p>
        </p:txBody>
      </p:sp>
      <p:sp>
        <p:nvSpPr>
          <p:cNvPr id="17" name="Rectangle: Rounded Corners 16">
            <a:extLst>
              <a:ext uri="{FF2B5EF4-FFF2-40B4-BE49-F238E27FC236}">
                <a16:creationId xmlns:a16="http://schemas.microsoft.com/office/drawing/2014/main" id="{A91B92E1-9E97-1A83-E775-ED270668EAD5}"/>
              </a:ext>
            </a:extLst>
          </p:cNvPr>
          <p:cNvSpPr/>
          <p:nvPr/>
        </p:nvSpPr>
        <p:spPr>
          <a:xfrm>
            <a:off x="6679524" y="4200986"/>
            <a:ext cx="1596280" cy="675538"/>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rPr>
              <a:t>מסגרות קהילתיות </a:t>
            </a:r>
            <a:r>
              <a:rPr kumimoji="0" lang="he-IL" sz="1400" b="0" i="0" u="none" strike="noStrike" kern="1200" cap="none" spc="0" normalizeH="0" baseline="0" noProof="0" dirty="0">
                <a:ln>
                  <a:noFill/>
                </a:ln>
                <a:solidFill>
                  <a:prstClr val="white"/>
                </a:solidFill>
                <a:effectLst/>
                <a:uLnTx/>
                <a:uFillTx/>
                <a:latin typeface="Assistant" pitchFamily="2" charset="-79"/>
                <a:ea typeface="+mn-ea"/>
              </a:rPr>
              <a:t>מתנ"ס, בתי תפילה..</a:t>
            </a:r>
          </a:p>
        </p:txBody>
      </p:sp>
      <p:sp>
        <p:nvSpPr>
          <p:cNvPr id="19" name="Rectangle: Rounded Corners 18">
            <a:extLst>
              <a:ext uri="{FF2B5EF4-FFF2-40B4-BE49-F238E27FC236}">
                <a16:creationId xmlns:a16="http://schemas.microsoft.com/office/drawing/2014/main" id="{007794A2-CE28-0FBB-F1C9-E9E0410327B9}"/>
              </a:ext>
            </a:extLst>
          </p:cNvPr>
          <p:cNvSpPr/>
          <p:nvPr/>
        </p:nvSpPr>
        <p:spPr>
          <a:xfrm>
            <a:off x="9439275" y="1730737"/>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700" b="0" i="0" u="none" strike="noStrike" kern="1200" cap="none" spc="0" normalizeH="0" baseline="0" noProof="0" dirty="0">
                <a:ln>
                  <a:noFill/>
                </a:ln>
                <a:solidFill>
                  <a:prstClr val="white"/>
                </a:solidFill>
                <a:effectLst/>
                <a:uLnTx/>
                <a:uFillTx/>
                <a:latin typeface="Assistant" pitchFamily="2" charset="-79"/>
                <a:ea typeface="+mn-ea"/>
              </a:rPr>
              <a:t>קידום מודעות ורגולציה תומכת</a:t>
            </a:r>
          </a:p>
        </p:txBody>
      </p:sp>
      <p:sp>
        <p:nvSpPr>
          <p:cNvPr id="20" name="Rectangle: Rounded Corners 19">
            <a:extLst>
              <a:ext uri="{FF2B5EF4-FFF2-40B4-BE49-F238E27FC236}">
                <a16:creationId xmlns:a16="http://schemas.microsoft.com/office/drawing/2014/main" id="{7CD4C579-F3CA-308E-C532-67046B43C04C}"/>
              </a:ext>
            </a:extLst>
          </p:cNvPr>
          <p:cNvSpPr/>
          <p:nvPr/>
        </p:nvSpPr>
        <p:spPr>
          <a:xfrm>
            <a:off x="9439275" y="3487793"/>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Assistant" pitchFamily="2" charset="-79"/>
                <a:ea typeface="+mn-ea"/>
              </a:rPr>
              <a:t>שיתוף מידע בין המערכות</a:t>
            </a:r>
          </a:p>
        </p:txBody>
      </p:sp>
      <p:sp>
        <p:nvSpPr>
          <p:cNvPr id="25" name="Rectangle: Rounded Corners 24">
            <a:extLst>
              <a:ext uri="{FF2B5EF4-FFF2-40B4-BE49-F238E27FC236}">
                <a16:creationId xmlns:a16="http://schemas.microsoft.com/office/drawing/2014/main" id="{DDAC9D29-75E8-5A9B-1FE5-56F6433F1398}"/>
              </a:ext>
            </a:extLst>
          </p:cNvPr>
          <p:cNvSpPr/>
          <p:nvPr/>
        </p:nvSpPr>
        <p:spPr>
          <a:xfrm>
            <a:off x="9439275" y="5244849"/>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white"/>
                </a:solidFill>
                <a:effectLst/>
                <a:uLnTx/>
                <a:uFillTx/>
                <a:latin typeface="Assistant" pitchFamily="2" charset="-79"/>
                <a:ea typeface="+mn-ea"/>
              </a:rPr>
              <a:t>הנגשת הפעילויות </a:t>
            </a:r>
          </a:p>
        </p:txBody>
      </p:sp>
      <p:grpSp>
        <p:nvGrpSpPr>
          <p:cNvPr id="29" name="Group 28">
            <a:extLst>
              <a:ext uri="{FF2B5EF4-FFF2-40B4-BE49-F238E27FC236}">
                <a16:creationId xmlns:a16="http://schemas.microsoft.com/office/drawing/2014/main" id="{27BD3DB3-4996-9BE0-047C-E9381BD20474}"/>
              </a:ext>
            </a:extLst>
          </p:cNvPr>
          <p:cNvGrpSpPr/>
          <p:nvPr/>
        </p:nvGrpSpPr>
        <p:grpSpPr>
          <a:xfrm>
            <a:off x="261467" y="2699314"/>
            <a:ext cx="2448344" cy="2592266"/>
            <a:chOff x="-658330" y="2484953"/>
            <a:chExt cx="2524769" cy="3128499"/>
          </a:xfrm>
        </p:grpSpPr>
        <p:sp>
          <p:nvSpPr>
            <p:cNvPr id="49" name="Oval 48">
              <a:extLst>
                <a:ext uri="{FF2B5EF4-FFF2-40B4-BE49-F238E27FC236}">
                  <a16:creationId xmlns:a16="http://schemas.microsoft.com/office/drawing/2014/main" id="{27B8E613-1127-E760-C7B5-5380CACEACAB}"/>
                </a:ext>
              </a:extLst>
            </p:cNvPr>
            <p:cNvSpPr/>
            <p:nvPr/>
          </p:nvSpPr>
          <p:spPr>
            <a:xfrm>
              <a:off x="-658330" y="2484953"/>
              <a:ext cx="2524769" cy="3128499"/>
            </a:xfrm>
            <a:prstGeom prst="ellipse">
              <a:avLst/>
            </a:prstGeom>
            <a:solidFill>
              <a:srgbClr val="308C8B">
                <a:alpha val="7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100" b="0" i="0" u="none" strike="noStrike" kern="1200" cap="none" spc="0" normalizeH="0" baseline="0" noProof="0">
                <a:ln>
                  <a:noFill/>
                </a:ln>
                <a:solidFill>
                  <a:prstClr val="white"/>
                </a:solidFill>
                <a:effectLst/>
                <a:uLnTx/>
                <a:uFillTx/>
                <a:latin typeface="Segoe UI Semilight"/>
                <a:ea typeface="+mn-ea"/>
              </a:endParaRPr>
            </a:p>
          </p:txBody>
        </p:sp>
        <p:sp>
          <p:nvSpPr>
            <p:cNvPr id="50" name="TextBox 49">
              <a:extLst>
                <a:ext uri="{FF2B5EF4-FFF2-40B4-BE49-F238E27FC236}">
                  <a16:creationId xmlns:a16="http://schemas.microsoft.com/office/drawing/2014/main" id="{3AD33308-EE36-FFFF-C867-1B1978B68C49}"/>
                </a:ext>
              </a:extLst>
            </p:cNvPr>
            <p:cNvSpPr txBox="1"/>
            <p:nvPr/>
          </p:nvSpPr>
          <p:spPr>
            <a:xfrm>
              <a:off x="-520009" y="2816009"/>
              <a:ext cx="2206667" cy="2618672"/>
            </a:xfrm>
            <a:prstGeom prst="rect">
              <a:avLst/>
            </a:prstGeom>
            <a:noFill/>
          </p:spPr>
          <p:txBody>
            <a:bodyPr wrap="square" rtlCol="1">
              <a:spAutoFit/>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Assistant" pitchFamily="2" charset="-79"/>
                  <a:ea typeface="+mn-ea"/>
                </a:rPr>
                <a:t>האטת קצב ההידרדרות ושמירת תפקוד לאורך זמן בקרב אוכלוסיית סיעוד 0-2</a:t>
              </a:r>
            </a:p>
          </p:txBody>
        </p:sp>
      </p:grpSp>
      <p:sp>
        <p:nvSpPr>
          <p:cNvPr id="33" name="Rectangle: Rounded Corners 32">
            <a:extLst>
              <a:ext uri="{FF2B5EF4-FFF2-40B4-BE49-F238E27FC236}">
                <a16:creationId xmlns:a16="http://schemas.microsoft.com/office/drawing/2014/main" id="{A2D22BDC-0219-67D3-6513-AFCA0C87F664}"/>
              </a:ext>
            </a:extLst>
          </p:cNvPr>
          <p:cNvSpPr/>
          <p:nvPr/>
        </p:nvSpPr>
        <p:spPr>
          <a:xfrm>
            <a:off x="9439275" y="4366321"/>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err="1">
                <a:ln>
                  <a:noFill/>
                </a:ln>
                <a:solidFill>
                  <a:prstClr val="white"/>
                </a:solidFill>
                <a:effectLst/>
                <a:uLnTx/>
                <a:uFillTx/>
                <a:latin typeface="Assistant" pitchFamily="2" charset="-79"/>
                <a:ea typeface="+mn-ea"/>
              </a:rPr>
              <a:t>פרקטיקות</a:t>
            </a:r>
            <a:r>
              <a:rPr kumimoji="0" lang="he-IL" sz="1800" b="0" i="0" u="none" strike="noStrike" kern="1200" cap="none" spc="0" normalizeH="0" baseline="0" noProof="0" dirty="0">
                <a:ln>
                  <a:noFill/>
                </a:ln>
                <a:solidFill>
                  <a:prstClr val="white"/>
                </a:solidFill>
                <a:effectLst/>
                <a:uLnTx/>
                <a:uFillTx/>
                <a:latin typeface="Assistant" pitchFamily="2" charset="-79"/>
                <a:ea typeface="+mn-ea"/>
              </a:rPr>
              <a:t> מיטביות </a:t>
            </a:r>
          </a:p>
        </p:txBody>
      </p:sp>
      <p:sp>
        <p:nvSpPr>
          <p:cNvPr id="2" name="Rectangle: Rounded Corners 1">
            <a:extLst>
              <a:ext uri="{FF2B5EF4-FFF2-40B4-BE49-F238E27FC236}">
                <a16:creationId xmlns:a16="http://schemas.microsoft.com/office/drawing/2014/main" id="{82713D9C-A08D-D06D-FBFE-90B0767A9701}"/>
              </a:ext>
            </a:extLst>
          </p:cNvPr>
          <p:cNvSpPr/>
          <p:nvPr/>
        </p:nvSpPr>
        <p:spPr>
          <a:xfrm>
            <a:off x="6679525" y="2010739"/>
            <a:ext cx="1578594" cy="649626"/>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rPr>
              <a:t>טיפול בבית, הביטוח הלאומי, חברות סיעוד </a:t>
            </a:r>
          </a:p>
        </p:txBody>
      </p:sp>
      <p:sp>
        <p:nvSpPr>
          <p:cNvPr id="9" name="Rectangle: Rounded Corners 8">
            <a:extLst>
              <a:ext uri="{FF2B5EF4-FFF2-40B4-BE49-F238E27FC236}">
                <a16:creationId xmlns:a16="http://schemas.microsoft.com/office/drawing/2014/main" id="{C219D164-C3C9-7ED5-AFF8-FAD1E7552E3E}"/>
              </a:ext>
            </a:extLst>
          </p:cNvPr>
          <p:cNvSpPr/>
          <p:nvPr/>
        </p:nvSpPr>
        <p:spPr>
          <a:xfrm>
            <a:off x="9413871" y="6073304"/>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700" b="0" i="0" u="none" strike="noStrike" kern="1200" cap="none" spc="0" normalizeH="0" baseline="0" noProof="0" dirty="0">
                <a:ln>
                  <a:noFill/>
                </a:ln>
                <a:solidFill>
                  <a:prstClr val="white"/>
                </a:solidFill>
                <a:effectLst/>
                <a:uLnTx/>
                <a:uFillTx/>
                <a:latin typeface="Assistant" pitchFamily="2" charset="-79"/>
                <a:ea typeface="+mn-ea"/>
              </a:rPr>
              <a:t>קידום מודעות והנעה לפעולה</a:t>
            </a:r>
          </a:p>
        </p:txBody>
      </p:sp>
      <p:sp>
        <p:nvSpPr>
          <p:cNvPr id="10" name="Rectangle: Rounded Corners 9">
            <a:extLst>
              <a:ext uri="{FF2B5EF4-FFF2-40B4-BE49-F238E27FC236}">
                <a16:creationId xmlns:a16="http://schemas.microsoft.com/office/drawing/2014/main" id="{14105825-CE9D-F919-E7D6-7D704AC323F4}"/>
              </a:ext>
            </a:extLst>
          </p:cNvPr>
          <p:cNvSpPr/>
          <p:nvPr/>
        </p:nvSpPr>
        <p:spPr>
          <a:xfrm>
            <a:off x="9439275" y="2609265"/>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Assistant" pitchFamily="2" charset="-79"/>
                <a:ea typeface="+mn-ea"/>
              </a:rPr>
              <a:t>הכשרות אנשי מקצוע ומטפלים</a:t>
            </a:r>
          </a:p>
        </p:txBody>
      </p:sp>
      <p:sp>
        <p:nvSpPr>
          <p:cNvPr id="18" name="Arrow: Down 17">
            <a:extLst>
              <a:ext uri="{FF2B5EF4-FFF2-40B4-BE49-F238E27FC236}">
                <a16:creationId xmlns:a16="http://schemas.microsoft.com/office/drawing/2014/main" id="{A26EAF91-0FB0-8438-1A41-6491EAA8434E}"/>
              </a:ext>
            </a:extLst>
          </p:cNvPr>
          <p:cNvSpPr/>
          <p:nvPr/>
        </p:nvSpPr>
        <p:spPr>
          <a:xfrm rot="5400000">
            <a:off x="5904470" y="2481926"/>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endParaRPr>
          </a:p>
        </p:txBody>
      </p:sp>
      <p:sp>
        <p:nvSpPr>
          <p:cNvPr id="21" name="Arrow: Down 20">
            <a:extLst>
              <a:ext uri="{FF2B5EF4-FFF2-40B4-BE49-F238E27FC236}">
                <a16:creationId xmlns:a16="http://schemas.microsoft.com/office/drawing/2014/main" id="{6C05633B-14B8-BF75-0B55-DC9047125232}"/>
              </a:ext>
            </a:extLst>
          </p:cNvPr>
          <p:cNvSpPr/>
          <p:nvPr/>
        </p:nvSpPr>
        <p:spPr>
          <a:xfrm rot="5400000">
            <a:off x="5904470" y="3526806"/>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endParaRPr>
          </a:p>
        </p:txBody>
      </p:sp>
      <p:sp>
        <p:nvSpPr>
          <p:cNvPr id="22" name="Arrow: Down 21">
            <a:extLst>
              <a:ext uri="{FF2B5EF4-FFF2-40B4-BE49-F238E27FC236}">
                <a16:creationId xmlns:a16="http://schemas.microsoft.com/office/drawing/2014/main" id="{7D76F23B-E84C-5197-EBE7-790ADA34DA16}"/>
              </a:ext>
            </a:extLst>
          </p:cNvPr>
          <p:cNvSpPr/>
          <p:nvPr/>
        </p:nvSpPr>
        <p:spPr>
          <a:xfrm rot="5400000">
            <a:off x="5904470" y="4571686"/>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endParaRPr>
          </a:p>
        </p:txBody>
      </p:sp>
      <p:sp>
        <p:nvSpPr>
          <p:cNvPr id="30" name="Arrow: Down 29">
            <a:extLst>
              <a:ext uri="{FF2B5EF4-FFF2-40B4-BE49-F238E27FC236}">
                <a16:creationId xmlns:a16="http://schemas.microsoft.com/office/drawing/2014/main" id="{CFEDB01B-7A7E-E94B-1562-07F2594F9E05}"/>
              </a:ext>
            </a:extLst>
          </p:cNvPr>
          <p:cNvSpPr/>
          <p:nvPr/>
        </p:nvSpPr>
        <p:spPr>
          <a:xfrm rot="4140000">
            <a:off x="2633477" y="3090237"/>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endParaRPr>
          </a:p>
        </p:txBody>
      </p:sp>
      <p:sp>
        <p:nvSpPr>
          <p:cNvPr id="31" name="Arrow: Down 30">
            <a:extLst>
              <a:ext uri="{FF2B5EF4-FFF2-40B4-BE49-F238E27FC236}">
                <a16:creationId xmlns:a16="http://schemas.microsoft.com/office/drawing/2014/main" id="{6253C5EF-9257-28A4-C420-7ADF29270905}"/>
              </a:ext>
            </a:extLst>
          </p:cNvPr>
          <p:cNvSpPr/>
          <p:nvPr/>
        </p:nvSpPr>
        <p:spPr>
          <a:xfrm rot="5400000">
            <a:off x="2692839" y="4135117"/>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endParaRPr>
          </a:p>
        </p:txBody>
      </p:sp>
      <p:sp>
        <p:nvSpPr>
          <p:cNvPr id="37" name="Rectangle: Rounded Corners 36">
            <a:extLst>
              <a:ext uri="{FF2B5EF4-FFF2-40B4-BE49-F238E27FC236}">
                <a16:creationId xmlns:a16="http://schemas.microsoft.com/office/drawing/2014/main" id="{122809A2-627D-2FC1-BEB7-C43720EF5977}"/>
              </a:ext>
            </a:extLst>
          </p:cNvPr>
          <p:cNvSpPr/>
          <p:nvPr/>
        </p:nvSpPr>
        <p:spPr>
          <a:xfrm>
            <a:off x="3496695" y="3544372"/>
            <a:ext cx="2126758" cy="1606158"/>
          </a:xfrm>
          <a:prstGeom prst="roundRect">
            <a:avLst/>
          </a:prstGeom>
          <a:solidFill>
            <a:srgbClr val="40595A"/>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rPr>
              <a:t>מדדי  תפקוד קוגניטיבי</a:t>
            </a:r>
            <a:r>
              <a:rPr kumimoji="0" lang="he-IL" sz="1200" b="1" i="0" u="none" strike="noStrike" kern="1200" cap="none" spc="0" normalizeH="0" baseline="0" noProof="0" dirty="0">
                <a:ln>
                  <a:noFill/>
                </a:ln>
                <a:solidFill>
                  <a:prstClr val="white"/>
                </a:solidFill>
                <a:effectLst/>
                <a:uLnTx/>
                <a:uFillTx/>
                <a:latin typeface="Segoe UI Semilight"/>
                <a:ea typeface="+mn-ea"/>
              </a:rPr>
              <a:t> </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rPr>
              <a:t>למידה לאורך החיים</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rPr>
              <a:t> עיסוק יצרני משמעותי</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rPr>
              <a:t> אוריינות דיגיטלית ושימוש </a:t>
            </a:r>
            <a:r>
              <a:rPr kumimoji="0" lang="he-IL" sz="1200" b="0" i="0" u="none" strike="noStrike" kern="1200" cap="none" spc="0" normalizeH="0" baseline="0" noProof="0" dirty="0" err="1">
                <a:ln>
                  <a:noFill/>
                </a:ln>
                <a:solidFill>
                  <a:prstClr val="white"/>
                </a:solidFill>
                <a:effectLst/>
                <a:uLnTx/>
                <a:uFillTx/>
                <a:latin typeface="Segoe UI Semilight"/>
                <a:ea typeface="+mn-ea"/>
              </a:rPr>
              <a:t>בדיגיטל</a:t>
            </a:r>
            <a:r>
              <a:rPr kumimoji="0" lang="he-IL" sz="1200" b="0" i="0" u="none" strike="noStrike" kern="1200" cap="none" spc="0" normalizeH="0" baseline="0" noProof="0" dirty="0">
                <a:ln>
                  <a:noFill/>
                </a:ln>
                <a:solidFill>
                  <a:prstClr val="white"/>
                </a:solidFill>
                <a:effectLst/>
                <a:uLnTx/>
                <a:uFillTx/>
                <a:latin typeface="Segoe UI Semilight"/>
                <a:ea typeface="+mn-ea"/>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ssistant" pitchFamily="2" charset="-79"/>
                <a:ea typeface="+mn-ea"/>
              </a:rPr>
              <a:t> </a:t>
            </a:r>
            <a:endParaRPr kumimoji="0" lang="he-IL" sz="800" b="0" i="0" u="none" strike="noStrike" kern="1200" cap="none" spc="0" normalizeH="0" baseline="0" noProof="0" dirty="0">
              <a:ln>
                <a:noFill/>
              </a:ln>
              <a:solidFill>
                <a:prstClr val="white"/>
              </a:solidFill>
              <a:effectLst/>
              <a:uLnTx/>
              <a:uFillTx/>
              <a:latin typeface="Assistant" pitchFamily="2" charset="-79"/>
              <a:ea typeface="+mn-ea"/>
            </a:endParaRPr>
          </a:p>
        </p:txBody>
      </p:sp>
      <p:sp>
        <p:nvSpPr>
          <p:cNvPr id="38" name="Rectangle: Rounded Corners 37">
            <a:extLst>
              <a:ext uri="{FF2B5EF4-FFF2-40B4-BE49-F238E27FC236}">
                <a16:creationId xmlns:a16="http://schemas.microsoft.com/office/drawing/2014/main" id="{692117C2-670D-FE6C-6FE2-A67CB3310003}"/>
              </a:ext>
            </a:extLst>
          </p:cNvPr>
          <p:cNvSpPr/>
          <p:nvPr/>
        </p:nvSpPr>
        <p:spPr>
          <a:xfrm>
            <a:off x="3463372" y="1881636"/>
            <a:ext cx="2126758" cy="1606158"/>
          </a:xfrm>
          <a:prstGeom prst="roundRect">
            <a:avLst/>
          </a:prstGeom>
          <a:solidFill>
            <a:srgbClr val="40595A"/>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rPr>
              <a:t>מדדי תפקוד פיזי</a:t>
            </a:r>
            <a:br>
              <a:rPr kumimoji="0" lang="en-US" sz="1400" b="1" i="0" u="none" strike="noStrike" kern="1200" cap="none" spc="0" normalizeH="0" baseline="0" noProof="0" dirty="0">
                <a:ln>
                  <a:noFill/>
                </a:ln>
                <a:solidFill>
                  <a:prstClr val="white"/>
                </a:solidFill>
                <a:effectLst/>
                <a:uLnTx/>
                <a:uFillTx/>
                <a:latin typeface="Assistant" pitchFamily="2" charset="-79"/>
                <a:ea typeface="+mn-ea"/>
              </a:rPr>
            </a:br>
            <a:r>
              <a:rPr kumimoji="0" lang="he-IL" sz="1200" b="0" i="0" u="none" strike="noStrike" kern="1200" cap="none" spc="0" normalizeH="0" baseline="0" noProof="0" dirty="0">
                <a:ln>
                  <a:noFill/>
                </a:ln>
                <a:solidFill>
                  <a:prstClr val="white"/>
                </a:solidFill>
                <a:effectLst/>
                <a:uLnTx/>
                <a:uFillTx/>
                <a:latin typeface="Segoe UI Semilight"/>
                <a:ea typeface="+mn-ea"/>
              </a:rPr>
              <a:t>יציאה למרחב הציבורי פעילות גופנית סדירה היעזרות באמצעים תומכים סביבה ביתית מותאמת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ssistant" pitchFamily="2" charset="-79"/>
                <a:ea typeface="+mn-ea"/>
              </a:rPr>
              <a:t> </a:t>
            </a:r>
            <a:endParaRPr kumimoji="0" lang="he-IL" sz="800" b="0" i="0" u="none" strike="noStrike" kern="1200" cap="none" spc="0" normalizeH="0" baseline="0" noProof="0" dirty="0">
              <a:ln>
                <a:noFill/>
              </a:ln>
              <a:solidFill>
                <a:prstClr val="white"/>
              </a:solidFill>
              <a:effectLst/>
              <a:uLnTx/>
              <a:uFillTx/>
              <a:latin typeface="Assistant" pitchFamily="2" charset="-79"/>
              <a:ea typeface="+mn-ea"/>
            </a:endParaRPr>
          </a:p>
        </p:txBody>
      </p:sp>
      <p:sp>
        <p:nvSpPr>
          <p:cNvPr id="39" name="Arrow: Down 38">
            <a:extLst>
              <a:ext uri="{FF2B5EF4-FFF2-40B4-BE49-F238E27FC236}">
                <a16:creationId xmlns:a16="http://schemas.microsoft.com/office/drawing/2014/main" id="{2424D714-A7C4-F8AF-F482-73D972236206}"/>
              </a:ext>
            </a:extLst>
          </p:cNvPr>
          <p:cNvSpPr/>
          <p:nvPr/>
        </p:nvSpPr>
        <p:spPr>
          <a:xfrm rot="5400000">
            <a:off x="8672144" y="1889665"/>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endParaRPr>
          </a:p>
        </p:txBody>
      </p:sp>
      <p:sp>
        <p:nvSpPr>
          <p:cNvPr id="43" name="Arrow: Down 42">
            <a:extLst>
              <a:ext uri="{FF2B5EF4-FFF2-40B4-BE49-F238E27FC236}">
                <a16:creationId xmlns:a16="http://schemas.microsoft.com/office/drawing/2014/main" id="{773BE917-A46F-8F5C-2166-DBA2052CE8E5}"/>
              </a:ext>
            </a:extLst>
          </p:cNvPr>
          <p:cNvSpPr/>
          <p:nvPr/>
        </p:nvSpPr>
        <p:spPr>
          <a:xfrm rot="5400000">
            <a:off x="8672144" y="3275541"/>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endParaRPr>
          </a:p>
        </p:txBody>
      </p:sp>
      <p:sp>
        <p:nvSpPr>
          <p:cNvPr id="44" name="Arrow: Down 43">
            <a:extLst>
              <a:ext uri="{FF2B5EF4-FFF2-40B4-BE49-F238E27FC236}">
                <a16:creationId xmlns:a16="http://schemas.microsoft.com/office/drawing/2014/main" id="{618F3245-4AC5-B4F3-63B0-769106F49E7C}"/>
              </a:ext>
            </a:extLst>
          </p:cNvPr>
          <p:cNvSpPr/>
          <p:nvPr/>
        </p:nvSpPr>
        <p:spPr>
          <a:xfrm rot="5400000">
            <a:off x="8672144" y="4661417"/>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endParaRPr>
          </a:p>
        </p:txBody>
      </p:sp>
      <p:sp>
        <p:nvSpPr>
          <p:cNvPr id="51" name="Arrow: Down 50">
            <a:extLst>
              <a:ext uri="{FF2B5EF4-FFF2-40B4-BE49-F238E27FC236}">
                <a16:creationId xmlns:a16="http://schemas.microsoft.com/office/drawing/2014/main" id="{B19F3B8F-B9B7-4B30-77D1-E4AB3D677969}"/>
              </a:ext>
            </a:extLst>
          </p:cNvPr>
          <p:cNvSpPr/>
          <p:nvPr/>
        </p:nvSpPr>
        <p:spPr>
          <a:xfrm rot="5400000">
            <a:off x="8621474" y="6047292"/>
            <a:ext cx="452782"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endParaRPr>
          </a:p>
        </p:txBody>
      </p:sp>
      <p:sp>
        <p:nvSpPr>
          <p:cNvPr id="3" name="TextBox 2">
            <a:extLst>
              <a:ext uri="{FF2B5EF4-FFF2-40B4-BE49-F238E27FC236}">
                <a16:creationId xmlns:a16="http://schemas.microsoft.com/office/drawing/2014/main" id="{9E9B4CEC-9890-254E-4AE1-59D8C678D6E9}"/>
              </a:ext>
            </a:extLst>
          </p:cNvPr>
          <p:cNvSpPr txBox="1"/>
          <p:nvPr/>
        </p:nvSpPr>
        <p:spPr>
          <a:xfrm>
            <a:off x="11245846" y="5138595"/>
            <a:ext cx="967931" cy="646331"/>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Light" pitchFamily="2" charset="-79"/>
                <a:ea typeface="+mn-ea"/>
              </a:rPr>
              <a:t>אל מול פרט</a:t>
            </a:r>
          </a:p>
        </p:txBody>
      </p:sp>
      <p:sp>
        <p:nvSpPr>
          <p:cNvPr id="4" name="TextBox 3">
            <a:extLst>
              <a:ext uri="{FF2B5EF4-FFF2-40B4-BE49-F238E27FC236}">
                <a16:creationId xmlns:a16="http://schemas.microsoft.com/office/drawing/2014/main" id="{178EF427-0A0A-22DB-9673-22CC8DCEED78}"/>
              </a:ext>
            </a:extLst>
          </p:cNvPr>
          <p:cNvSpPr txBox="1"/>
          <p:nvPr/>
        </p:nvSpPr>
        <p:spPr>
          <a:xfrm>
            <a:off x="11342017" y="2635839"/>
            <a:ext cx="967931" cy="584775"/>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Assistant Light" pitchFamily="2" charset="-79"/>
                <a:ea typeface="+mn-ea"/>
              </a:rPr>
              <a:t>אל מול המערכת</a:t>
            </a:r>
          </a:p>
        </p:txBody>
      </p:sp>
      <p:sp>
        <p:nvSpPr>
          <p:cNvPr id="5" name="Right Brace 4">
            <a:extLst>
              <a:ext uri="{FF2B5EF4-FFF2-40B4-BE49-F238E27FC236}">
                <a16:creationId xmlns:a16="http://schemas.microsoft.com/office/drawing/2014/main" id="{9012D1E0-0375-0D7A-2015-EDF5F6FCC659}"/>
              </a:ext>
            </a:extLst>
          </p:cNvPr>
          <p:cNvSpPr/>
          <p:nvPr/>
        </p:nvSpPr>
        <p:spPr>
          <a:xfrm>
            <a:off x="11144074" y="1730737"/>
            <a:ext cx="349587" cy="2350226"/>
          </a:xfrm>
          <a:prstGeom prst="rightBrace">
            <a:avLst/>
          </a:prstGeom>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endParaRPr>
          </a:p>
        </p:txBody>
      </p:sp>
      <p:sp>
        <p:nvSpPr>
          <p:cNvPr id="8" name="Right Brace 7">
            <a:extLst>
              <a:ext uri="{FF2B5EF4-FFF2-40B4-BE49-F238E27FC236}">
                <a16:creationId xmlns:a16="http://schemas.microsoft.com/office/drawing/2014/main" id="{5E4287DA-CAEC-2AA4-8833-9A3BFA7864A9}"/>
              </a:ext>
            </a:extLst>
          </p:cNvPr>
          <p:cNvSpPr/>
          <p:nvPr/>
        </p:nvSpPr>
        <p:spPr>
          <a:xfrm>
            <a:off x="11167224" y="4390904"/>
            <a:ext cx="349587" cy="2350226"/>
          </a:xfrm>
          <a:prstGeom prst="rightBrace">
            <a:avLst/>
          </a:prstGeom>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endParaRPr>
          </a:p>
        </p:txBody>
      </p:sp>
      <p:sp>
        <p:nvSpPr>
          <p:cNvPr id="13" name="TextBox 12">
            <a:extLst>
              <a:ext uri="{FF2B5EF4-FFF2-40B4-BE49-F238E27FC236}">
                <a16:creationId xmlns:a16="http://schemas.microsoft.com/office/drawing/2014/main" id="{2D57A5C8-E2D8-3FDA-504E-E7FE56049152}"/>
              </a:ext>
            </a:extLst>
          </p:cNvPr>
          <p:cNvSpPr txBox="1"/>
          <p:nvPr/>
        </p:nvSpPr>
        <p:spPr>
          <a:xfrm>
            <a:off x="178026" y="993726"/>
            <a:ext cx="2832223" cy="646331"/>
          </a:xfrm>
          <a:prstGeom prst="rect">
            <a:avLst/>
          </a:prstGeom>
          <a:solidFill>
            <a:schemeClr val="bg1"/>
          </a:solid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308C8B"/>
                </a:solidFill>
                <a:effectLst/>
                <a:uLnTx/>
                <a:uFillTx/>
                <a:latin typeface="Assistant" pitchFamily="2" charset="-79"/>
                <a:ea typeface="+mn-ea"/>
              </a:rPr>
              <a:t>השינוי הרצוי וקהל היעד</a:t>
            </a:r>
            <a:br>
              <a:rPr kumimoji="0" lang="en-US" sz="2000" b="0" i="0" u="none" strike="noStrike" kern="1200" cap="none" spc="0" normalizeH="0" baseline="0" noProof="0" dirty="0">
                <a:ln>
                  <a:noFill/>
                </a:ln>
                <a:solidFill>
                  <a:srgbClr val="308C8B"/>
                </a:solidFill>
                <a:effectLst/>
                <a:uLnTx/>
                <a:uFillTx/>
                <a:latin typeface="Assistant" pitchFamily="2" charset="-79"/>
                <a:ea typeface="+mn-ea"/>
              </a:rPr>
            </a:br>
            <a:r>
              <a:rPr kumimoji="0" lang="he-IL" sz="1600" b="0" i="0" u="none" strike="noStrike" kern="1200" cap="none" spc="0" normalizeH="0" baseline="0" noProof="0" dirty="0">
                <a:ln>
                  <a:noFill/>
                </a:ln>
                <a:solidFill>
                  <a:srgbClr val="308C8B"/>
                </a:solidFill>
                <a:effectLst/>
                <a:uLnTx/>
                <a:uFillTx/>
                <a:latin typeface="Assistant" pitchFamily="2" charset="-79"/>
                <a:ea typeface="+mn-ea"/>
              </a:rPr>
              <a:t>הבעיה שנרצה לפתור</a:t>
            </a:r>
          </a:p>
        </p:txBody>
      </p:sp>
      <p:sp>
        <p:nvSpPr>
          <p:cNvPr id="32" name="TextBox 31">
            <a:extLst>
              <a:ext uri="{FF2B5EF4-FFF2-40B4-BE49-F238E27FC236}">
                <a16:creationId xmlns:a16="http://schemas.microsoft.com/office/drawing/2014/main" id="{1E120F89-67F8-A02B-357C-5C251D1B1178}"/>
              </a:ext>
            </a:extLst>
          </p:cNvPr>
          <p:cNvSpPr txBox="1"/>
          <p:nvPr/>
        </p:nvSpPr>
        <p:spPr>
          <a:xfrm>
            <a:off x="6440910" y="1043473"/>
            <a:ext cx="3732444" cy="646331"/>
          </a:xfrm>
          <a:prstGeom prst="rect">
            <a:avLst/>
          </a:prstGeom>
          <a:solidFill>
            <a:schemeClr val="bg1"/>
          </a:solid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308C8B"/>
                </a:solidFill>
                <a:effectLst/>
                <a:uLnTx/>
                <a:uFillTx/>
                <a:latin typeface="Assistant" pitchFamily="2" charset="-79"/>
                <a:ea typeface="+mn-ea"/>
              </a:rPr>
              <a:t>יצירת השינוי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308C8B"/>
                </a:solidFill>
                <a:effectLst/>
                <a:uLnTx/>
                <a:uFillTx/>
                <a:latin typeface="Assistant" pitchFamily="2" charset="-79"/>
                <a:ea typeface="+mn-ea"/>
              </a:rPr>
              <a:t>מנופי שינוי,  סוכני הובלת שינוי</a:t>
            </a:r>
          </a:p>
        </p:txBody>
      </p:sp>
      <p:sp>
        <p:nvSpPr>
          <p:cNvPr id="34" name="TextBox 33">
            <a:extLst>
              <a:ext uri="{FF2B5EF4-FFF2-40B4-BE49-F238E27FC236}">
                <a16:creationId xmlns:a16="http://schemas.microsoft.com/office/drawing/2014/main" id="{01F45792-6BC7-A9DD-E8DC-49BA551D05AA}"/>
              </a:ext>
            </a:extLst>
          </p:cNvPr>
          <p:cNvSpPr txBox="1"/>
          <p:nvPr/>
        </p:nvSpPr>
        <p:spPr>
          <a:xfrm>
            <a:off x="3064766" y="968547"/>
            <a:ext cx="2923969" cy="646331"/>
          </a:xfrm>
          <a:prstGeom prst="rect">
            <a:avLst/>
          </a:prstGeom>
          <a:solidFill>
            <a:schemeClr val="bg1"/>
          </a:solid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308C8B"/>
                </a:solidFill>
                <a:effectLst/>
                <a:uLnTx/>
                <a:uFillTx/>
                <a:latin typeface="Assistant" pitchFamily="2" charset="-79"/>
                <a:ea typeface="+mn-ea"/>
              </a:rPr>
              <a:t>מדדי תוצאה  ברמת הפרט</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308C8B"/>
                </a:solidFill>
                <a:effectLst/>
                <a:uLnTx/>
                <a:uFillTx/>
                <a:latin typeface="Assistant" pitchFamily="2" charset="-79"/>
                <a:ea typeface="+mn-ea"/>
              </a:rPr>
              <a:t>איך נראית הצלחה ברמת האדם</a:t>
            </a:r>
          </a:p>
        </p:txBody>
      </p:sp>
      <p:sp>
        <p:nvSpPr>
          <p:cNvPr id="36" name="Right Bracket 35">
            <a:extLst>
              <a:ext uri="{FF2B5EF4-FFF2-40B4-BE49-F238E27FC236}">
                <a16:creationId xmlns:a16="http://schemas.microsoft.com/office/drawing/2014/main" id="{54C8AF9F-A7C2-04F0-0A4F-949650C305AF}"/>
              </a:ext>
            </a:extLst>
          </p:cNvPr>
          <p:cNvSpPr/>
          <p:nvPr/>
        </p:nvSpPr>
        <p:spPr>
          <a:xfrm rot="5400000" flipH="1" flipV="1">
            <a:off x="1479450" y="25931"/>
            <a:ext cx="45719" cy="1984245"/>
          </a:xfrm>
          <a:prstGeom prst="rightBracket">
            <a:avLst/>
          </a:prstGeom>
          <a:ln>
            <a:solidFill>
              <a:srgbClr val="84D6D4"/>
            </a:solidFill>
          </a:ln>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endParaRPr>
          </a:p>
        </p:txBody>
      </p:sp>
      <p:sp>
        <p:nvSpPr>
          <p:cNvPr id="40" name="Right Bracket 39">
            <a:extLst>
              <a:ext uri="{FF2B5EF4-FFF2-40B4-BE49-F238E27FC236}">
                <a16:creationId xmlns:a16="http://schemas.microsoft.com/office/drawing/2014/main" id="{17C0170A-C6F4-170D-9E1A-339A7455FE18}"/>
              </a:ext>
            </a:extLst>
          </p:cNvPr>
          <p:cNvSpPr/>
          <p:nvPr/>
        </p:nvSpPr>
        <p:spPr>
          <a:xfrm rot="5400000" flipH="1" flipV="1">
            <a:off x="4542790" y="-347955"/>
            <a:ext cx="45721" cy="2737135"/>
          </a:xfrm>
          <a:prstGeom prst="rightBracket">
            <a:avLst/>
          </a:prstGeom>
          <a:ln>
            <a:solidFill>
              <a:srgbClr val="84D6D4"/>
            </a:solidFill>
          </a:ln>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endParaRPr>
          </a:p>
        </p:txBody>
      </p:sp>
      <p:sp>
        <p:nvSpPr>
          <p:cNvPr id="41" name="Right Bracket 40">
            <a:extLst>
              <a:ext uri="{FF2B5EF4-FFF2-40B4-BE49-F238E27FC236}">
                <a16:creationId xmlns:a16="http://schemas.microsoft.com/office/drawing/2014/main" id="{588A9D92-7E7F-A8A0-95C0-FF421CE91D12}"/>
              </a:ext>
            </a:extLst>
          </p:cNvPr>
          <p:cNvSpPr/>
          <p:nvPr/>
        </p:nvSpPr>
        <p:spPr>
          <a:xfrm rot="5400000" flipH="1" flipV="1">
            <a:off x="8284273" y="66159"/>
            <a:ext cx="45719" cy="1984245"/>
          </a:xfrm>
          <a:prstGeom prst="rightBracket">
            <a:avLst/>
          </a:prstGeom>
          <a:ln>
            <a:solidFill>
              <a:srgbClr val="84D6D4"/>
            </a:solidFill>
          </a:ln>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endParaRPr>
          </a:p>
        </p:txBody>
      </p:sp>
      <p:sp>
        <p:nvSpPr>
          <p:cNvPr id="42" name="Arrow: Right 41">
            <a:extLst>
              <a:ext uri="{FF2B5EF4-FFF2-40B4-BE49-F238E27FC236}">
                <a16:creationId xmlns:a16="http://schemas.microsoft.com/office/drawing/2014/main" id="{B116D322-6432-FBD1-BE2B-FC5695C8A49A}"/>
              </a:ext>
            </a:extLst>
          </p:cNvPr>
          <p:cNvSpPr/>
          <p:nvPr/>
        </p:nvSpPr>
        <p:spPr>
          <a:xfrm rot="3551160">
            <a:off x="8806797" y="1724741"/>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endParaRPr>
          </a:p>
        </p:txBody>
      </p:sp>
      <p:sp>
        <p:nvSpPr>
          <p:cNvPr id="45" name="Arrow: Right 44">
            <a:extLst>
              <a:ext uri="{FF2B5EF4-FFF2-40B4-BE49-F238E27FC236}">
                <a16:creationId xmlns:a16="http://schemas.microsoft.com/office/drawing/2014/main" id="{D592624B-FC8F-5174-35C1-A12923A32CF4}"/>
              </a:ext>
            </a:extLst>
          </p:cNvPr>
          <p:cNvSpPr/>
          <p:nvPr/>
        </p:nvSpPr>
        <p:spPr>
          <a:xfrm rot="7354731">
            <a:off x="8021945" y="1724406"/>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endParaRPr>
          </a:p>
        </p:txBody>
      </p:sp>
      <p:sp>
        <p:nvSpPr>
          <p:cNvPr id="46" name="Arrow: Right 45">
            <a:extLst>
              <a:ext uri="{FF2B5EF4-FFF2-40B4-BE49-F238E27FC236}">
                <a16:creationId xmlns:a16="http://schemas.microsoft.com/office/drawing/2014/main" id="{E08E3148-BC92-2A7F-21F3-9FB7C6EA54D6}"/>
              </a:ext>
            </a:extLst>
          </p:cNvPr>
          <p:cNvSpPr/>
          <p:nvPr/>
        </p:nvSpPr>
        <p:spPr>
          <a:xfrm rot="5400000">
            <a:off x="4243226" y="1656844"/>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endParaRPr>
          </a:p>
        </p:txBody>
      </p:sp>
      <p:sp>
        <p:nvSpPr>
          <p:cNvPr id="47" name="Arrow: Right 46">
            <a:extLst>
              <a:ext uri="{FF2B5EF4-FFF2-40B4-BE49-F238E27FC236}">
                <a16:creationId xmlns:a16="http://schemas.microsoft.com/office/drawing/2014/main" id="{EF42F62B-2D93-2F3E-9576-F629BE88B957}"/>
              </a:ext>
            </a:extLst>
          </p:cNvPr>
          <p:cNvSpPr/>
          <p:nvPr/>
        </p:nvSpPr>
        <p:spPr>
          <a:xfrm rot="5400000">
            <a:off x="1443530" y="1673818"/>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endParaRPr>
          </a:p>
        </p:txBody>
      </p:sp>
      <p:sp>
        <p:nvSpPr>
          <p:cNvPr id="11" name="TextBox 10">
            <a:extLst>
              <a:ext uri="{FF2B5EF4-FFF2-40B4-BE49-F238E27FC236}">
                <a16:creationId xmlns:a16="http://schemas.microsoft.com/office/drawing/2014/main" id="{5232FA89-8984-E81F-433F-72F56A7CFBC3}"/>
              </a:ext>
            </a:extLst>
          </p:cNvPr>
          <p:cNvSpPr txBox="1"/>
          <p:nvPr/>
        </p:nvSpPr>
        <p:spPr>
          <a:xfrm rot="19789154">
            <a:off x="293119" y="118824"/>
            <a:ext cx="1248074" cy="738664"/>
          </a:xfrm>
          <a:prstGeom prst="rect">
            <a:avLst/>
          </a:prstGeom>
          <a:noFill/>
        </p:spPr>
        <p:txBody>
          <a:bodyPr wrap="square">
            <a:spAutoFit/>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400" b="0" i="0" u="none" strike="noStrike" kern="0" cap="none" spc="0" normalizeH="0" baseline="0" noProof="0" dirty="0">
                <a:ln>
                  <a:noFill/>
                </a:ln>
                <a:solidFill>
                  <a:srgbClr val="0070C0"/>
                </a:solidFill>
                <a:effectLst/>
                <a:uLnTx/>
                <a:uFillTx/>
                <a:latin typeface="Abadi Extra Light" panose="020B0204020104020204" pitchFamily="34" charset="0"/>
                <a:ea typeface="+mn-ea"/>
              </a:rPr>
              <a:t>עבר בצוות דיוק ותיקוף </a:t>
            </a:r>
          </a:p>
        </p:txBody>
      </p:sp>
      <p:sp>
        <p:nvSpPr>
          <p:cNvPr id="12" name="Rectangle: Rounded Corners 11">
            <a:extLst>
              <a:ext uri="{FF2B5EF4-FFF2-40B4-BE49-F238E27FC236}">
                <a16:creationId xmlns:a16="http://schemas.microsoft.com/office/drawing/2014/main" id="{EB0F9CAE-1958-E90F-9A09-D44B290F4F49}"/>
              </a:ext>
            </a:extLst>
          </p:cNvPr>
          <p:cNvSpPr/>
          <p:nvPr/>
        </p:nvSpPr>
        <p:spPr>
          <a:xfrm>
            <a:off x="3463372" y="5244850"/>
            <a:ext cx="2126758" cy="1356600"/>
          </a:xfrm>
          <a:prstGeom prst="roundRect">
            <a:avLst/>
          </a:prstGeom>
          <a:solidFill>
            <a:srgbClr val="40595A"/>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rPr>
              <a:t>מדדי  תפקוד חברתי</a:t>
            </a:r>
            <a:endParaRPr kumimoji="0" lang="he-IL" sz="1200" b="1" i="0" u="none" strike="noStrike" kern="1200" cap="none" spc="0" normalizeH="0" baseline="0" noProof="0" dirty="0">
              <a:ln>
                <a:noFill/>
              </a:ln>
              <a:solidFill>
                <a:prstClr val="white"/>
              </a:solidFill>
              <a:effectLst/>
              <a:uLnTx/>
              <a:uFillTx/>
              <a:latin typeface="Segoe UI Semilight"/>
              <a:ea typeface="+mn-ea"/>
            </a:endParaRP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rPr>
              <a:t>השתתפות חברתית</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rPr>
              <a:t>קיום רשת תמיכה פונקציונאלית</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rPr>
              <a:t>שייכות למקום הגאוגרפי</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ssistant" pitchFamily="2" charset="-79"/>
                <a:ea typeface="+mn-ea"/>
              </a:rPr>
              <a:t> </a:t>
            </a:r>
            <a:endParaRPr kumimoji="0" lang="he-IL" sz="800" b="0" i="0" u="none" strike="noStrike" kern="1200" cap="none" spc="0" normalizeH="0" baseline="0" noProof="0" dirty="0">
              <a:ln>
                <a:noFill/>
              </a:ln>
              <a:solidFill>
                <a:prstClr val="white"/>
              </a:solidFill>
              <a:effectLst/>
              <a:uLnTx/>
              <a:uFillTx/>
              <a:latin typeface="Assistant" pitchFamily="2" charset="-79"/>
              <a:ea typeface="+mn-ea"/>
            </a:endParaRPr>
          </a:p>
        </p:txBody>
      </p:sp>
      <p:sp>
        <p:nvSpPr>
          <p:cNvPr id="6" name="TextBox 5">
            <a:extLst>
              <a:ext uri="{FF2B5EF4-FFF2-40B4-BE49-F238E27FC236}">
                <a16:creationId xmlns:a16="http://schemas.microsoft.com/office/drawing/2014/main" id="{777A5C82-BB67-6A69-E96B-E772805361CB}"/>
              </a:ext>
            </a:extLst>
          </p:cNvPr>
          <p:cNvSpPr txBox="1"/>
          <p:nvPr/>
        </p:nvSpPr>
        <p:spPr>
          <a:xfrm>
            <a:off x="6299189" y="157392"/>
            <a:ext cx="5421351" cy="741645"/>
          </a:xfrm>
          <a:prstGeom prst="rect">
            <a:avLst/>
          </a:prstGeom>
          <a:solidFill>
            <a:srgbClr val="92B0B1"/>
          </a:solidFill>
          <a:ln>
            <a:solidFill>
              <a:sysClr val="window" lastClr="FFFFFF"/>
            </a:solidFill>
          </a:ln>
        </p:spPr>
        <p:txBody>
          <a:bodyPr vert="horz" lIns="91440" tIns="45720" rIns="91440" bIns="45720" rtlCol="1" anchor="ctr">
            <a:normAutofit/>
          </a:bodyPr>
          <a:lstStyle/>
          <a:p>
            <a:pPr marL="0" marR="0" lvl="1" indent="0" algn="r" defTabSz="914400" rtl="1" eaLnBrk="1" fontAlgn="auto" latinLnBrk="0" hangingPunct="1">
              <a:lnSpc>
                <a:spcPct val="90000"/>
              </a:lnSpc>
              <a:spcBef>
                <a:spcPct val="0"/>
              </a:spcBef>
              <a:spcAft>
                <a:spcPts val="601"/>
              </a:spcAft>
              <a:buClrTx/>
              <a:buSzTx/>
              <a:buFontTx/>
              <a:buNone/>
              <a:tabLst/>
              <a:defRPr/>
            </a:pPr>
            <a:r>
              <a:rPr kumimoji="0" lang="he-IL" sz="3000" b="1" i="0" u="none" strike="noStrike" kern="0" cap="none" spc="0" normalizeH="0" baseline="0" noProof="0" dirty="0">
                <a:ln>
                  <a:noFill/>
                </a:ln>
                <a:solidFill>
                  <a:prstClr val="black"/>
                </a:solidFill>
                <a:effectLst/>
                <a:uLnTx/>
                <a:uFillTx/>
                <a:latin typeface="Assistant" pitchFamily="2" charset="-79"/>
                <a:ea typeface="+mn-ea"/>
              </a:rPr>
              <a:t>תפיסת מניעה רב מערכתית</a:t>
            </a:r>
          </a:p>
        </p:txBody>
      </p:sp>
      <p:sp>
        <p:nvSpPr>
          <p:cNvPr id="26" name="Oval 25">
            <a:extLst>
              <a:ext uri="{FF2B5EF4-FFF2-40B4-BE49-F238E27FC236}">
                <a16:creationId xmlns:a16="http://schemas.microsoft.com/office/drawing/2014/main" id="{240B0163-0C51-75EE-8BBC-4073CE35CD1B}"/>
              </a:ext>
            </a:extLst>
          </p:cNvPr>
          <p:cNvSpPr/>
          <p:nvPr/>
        </p:nvSpPr>
        <p:spPr>
          <a:xfrm>
            <a:off x="5410645" y="-42287"/>
            <a:ext cx="1156179" cy="1036013"/>
          </a:xfrm>
          <a:prstGeom prst="ellipse">
            <a:avLst/>
          </a:prstGeom>
          <a:solidFill>
            <a:srgbClr val="92B0B1"/>
          </a:solidFill>
          <a:ln w="12700" cap="flat" cmpd="sng" algn="ctr">
            <a:solidFill>
              <a:sysClr val="window" lastClr="FFFFFF"/>
            </a:solidFill>
            <a:prstDash val="solid"/>
            <a:miter lim="800000"/>
          </a:ln>
          <a:effectLst/>
        </p:spPr>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Segoe UI Semilight"/>
              <a:ea typeface="+mn-ea"/>
            </a:endParaRPr>
          </a:p>
        </p:txBody>
      </p:sp>
      <p:pic>
        <p:nvPicPr>
          <p:cNvPr id="27" name="Graphic 26" descr="Map with pin outline">
            <a:extLst>
              <a:ext uri="{FF2B5EF4-FFF2-40B4-BE49-F238E27FC236}">
                <a16:creationId xmlns:a16="http://schemas.microsoft.com/office/drawing/2014/main" id="{F14BFCA8-C35D-D35C-000B-AA1E19095FF8}"/>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59305" y="66112"/>
            <a:ext cx="873494" cy="790179"/>
          </a:xfrm>
          <a:prstGeom prst="rect">
            <a:avLst/>
          </a:prstGeom>
        </p:spPr>
      </p:pic>
      <p:sp>
        <p:nvSpPr>
          <p:cNvPr id="7" name="Rectangle: Rounded Corners 6">
            <a:extLst>
              <a:ext uri="{FF2B5EF4-FFF2-40B4-BE49-F238E27FC236}">
                <a16:creationId xmlns:a16="http://schemas.microsoft.com/office/drawing/2014/main" id="{4BB345F4-B676-0126-2A98-9D9D5C9603D2}"/>
              </a:ext>
            </a:extLst>
          </p:cNvPr>
          <p:cNvSpPr/>
          <p:nvPr/>
        </p:nvSpPr>
        <p:spPr>
          <a:xfrm>
            <a:off x="6671601" y="5011403"/>
            <a:ext cx="1596280" cy="675538"/>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rPr>
              <a:t>שירותים חברתיים</a:t>
            </a:r>
            <a:endParaRPr kumimoji="0" lang="he-IL" sz="1400" b="0" i="0" u="none" strike="noStrike" kern="1200" cap="none" spc="0" normalizeH="0" baseline="0" noProof="0" dirty="0">
              <a:ln>
                <a:noFill/>
              </a:ln>
              <a:solidFill>
                <a:prstClr val="white"/>
              </a:solidFill>
              <a:effectLst/>
              <a:uLnTx/>
              <a:uFillTx/>
              <a:latin typeface="Assistant" pitchFamily="2" charset="-79"/>
              <a:ea typeface="+mn-ea"/>
            </a:endParaRPr>
          </a:p>
        </p:txBody>
      </p:sp>
      <p:sp>
        <p:nvSpPr>
          <p:cNvPr id="23" name="Rectangle: Rounded Corners 22">
            <a:extLst>
              <a:ext uri="{FF2B5EF4-FFF2-40B4-BE49-F238E27FC236}">
                <a16:creationId xmlns:a16="http://schemas.microsoft.com/office/drawing/2014/main" id="{566FA85F-8BCF-AABF-5D29-6CC03B545BC5}"/>
              </a:ext>
            </a:extLst>
          </p:cNvPr>
          <p:cNvSpPr/>
          <p:nvPr/>
        </p:nvSpPr>
        <p:spPr>
          <a:xfrm>
            <a:off x="6667498" y="5867463"/>
            <a:ext cx="1596280" cy="675538"/>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rPr>
              <a:t>משרדי הממשלה הרלוונטיים</a:t>
            </a:r>
          </a:p>
        </p:txBody>
      </p:sp>
    </p:spTree>
    <p:extLst>
      <p:ext uri="{BB962C8B-B14F-4D97-AF65-F5344CB8AC3E}">
        <p14:creationId xmlns:p14="http://schemas.microsoft.com/office/powerpoint/2010/main" val="2533850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7"/>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P spid="17" grpId="0" animBg="1"/>
      <p:bldP spid="19" grpId="0" animBg="1"/>
      <p:bldP spid="20" grpId="0" animBg="1"/>
      <p:bldP spid="25" grpId="0" animBg="1"/>
      <p:bldP spid="33" grpId="0" animBg="1"/>
      <p:bldP spid="2" grpId="0" animBg="1"/>
      <p:bldP spid="9" grpId="0" animBg="1"/>
      <p:bldP spid="10" grpId="0" animBg="1"/>
      <p:bldP spid="18" grpId="0" animBg="1"/>
      <p:bldP spid="21" grpId="0" animBg="1"/>
      <p:bldP spid="22" grpId="0" animBg="1"/>
      <p:bldP spid="30" grpId="0" animBg="1"/>
      <p:bldP spid="31" grpId="0" animBg="1"/>
      <p:bldP spid="37" grpId="0" animBg="1"/>
      <p:bldP spid="38" grpId="0" animBg="1"/>
      <p:bldP spid="39" grpId="0" animBg="1"/>
      <p:bldP spid="43" grpId="0" animBg="1"/>
      <p:bldP spid="44" grpId="0" animBg="1"/>
      <p:bldP spid="51" grpId="0" animBg="1"/>
      <p:bldP spid="3" grpId="0"/>
      <p:bldP spid="4" grpId="0"/>
      <p:bldP spid="5" grpId="0" animBg="1"/>
      <p:bldP spid="8" grpId="0" animBg="1"/>
      <p:bldP spid="12" grpId="0" animBg="1"/>
      <p:bldP spid="7" grpId="0" animBg="1"/>
      <p:bldP spid="2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loud 6">
            <a:extLst>
              <a:ext uri="{FF2B5EF4-FFF2-40B4-BE49-F238E27FC236}">
                <a16:creationId xmlns:a16="http://schemas.microsoft.com/office/drawing/2014/main" id="{8478D797-7E09-4D3E-ABD7-3F1C67E37AA1}"/>
              </a:ext>
            </a:extLst>
          </p:cNvPr>
          <p:cNvSpPr/>
          <p:nvPr/>
        </p:nvSpPr>
        <p:spPr>
          <a:xfrm>
            <a:off x="-782584" y="2690991"/>
            <a:ext cx="4945294" cy="4687038"/>
          </a:xfrm>
          <a:prstGeom prst="cloud">
            <a:avLst/>
          </a:prstGeom>
          <a:solidFill>
            <a:schemeClr val="tx2">
              <a:lumMod val="20000"/>
              <a:lumOff val="80000"/>
              <a:alpha val="40000"/>
            </a:schemeClr>
          </a:soli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 name="TextBox 1">
            <a:extLst>
              <a:ext uri="{FF2B5EF4-FFF2-40B4-BE49-F238E27FC236}">
                <a16:creationId xmlns:a16="http://schemas.microsoft.com/office/drawing/2014/main" id="{0AF47B9C-22E3-4D2F-8FB8-349030DC9DDD}"/>
              </a:ext>
            </a:extLst>
          </p:cNvPr>
          <p:cNvSpPr txBox="1"/>
          <p:nvPr/>
        </p:nvSpPr>
        <p:spPr>
          <a:xfrm>
            <a:off x="2072131" y="462760"/>
            <a:ext cx="9501319" cy="584775"/>
          </a:xfrm>
          <a:prstGeom prst="rect">
            <a:avLst/>
          </a:prstGeom>
          <a:noFill/>
        </p:spPr>
        <p:txBody>
          <a:bodyPr wrap="none" rtlCol="0">
            <a:spAutoFit/>
          </a:bodyPr>
          <a:lstStyle/>
          <a:p>
            <a:pPr algn="r" rtl="1"/>
            <a:r>
              <a:rPr lang="he-IL" sz="3200" b="1" dirty="0">
                <a:solidFill>
                  <a:schemeClr val="accent1"/>
                </a:solidFill>
              </a:rPr>
              <a:t>זמן עתיד- כיצד מהלך </a:t>
            </a:r>
            <a:r>
              <a:rPr lang="he-IL" sz="3200" b="1" dirty="0" err="1">
                <a:solidFill>
                  <a:schemeClr val="accent1"/>
                </a:solidFill>
              </a:rPr>
              <a:t>הדיגיטל</a:t>
            </a:r>
            <a:r>
              <a:rPr lang="he-IL" sz="3200" b="1" dirty="0">
                <a:solidFill>
                  <a:schemeClr val="accent1"/>
                </a:solidFill>
              </a:rPr>
              <a:t> יכול לסייע לפנינה ובכלל: </a:t>
            </a:r>
            <a:endParaRPr lang="en-IL" sz="3200" b="1" dirty="0">
              <a:solidFill>
                <a:schemeClr val="accent1"/>
              </a:solidFill>
            </a:endParaRPr>
          </a:p>
        </p:txBody>
      </p:sp>
      <p:sp>
        <p:nvSpPr>
          <p:cNvPr id="3" name="TextBox 2">
            <a:extLst>
              <a:ext uri="{FF2B5EF4-FFF2-40B4-BE49-F238E27FC236}">
                <a16:creationId xmlns:a16="http://schemas.microsoft.com/office/drawing/2014/main" id="{DB04049C-1285-4456-8FE3-1A90461E4FB1}"/>
              </a:ext>
            </a:extLst>
          </p:cNvPr>
          <p:cNvSpPr txBox="1"/>
          <p:nvPr/>
        </p:nvSpPr>
        <p:spPr>
          <a:xfrm>
            <a:off x="7628231" y="2778980"/>
            <a:ext cx="4259913" cy="1384995"/>
          </a:xfrm>
          <a:prstGeom prst="rect">
            <a:avLst/>
          </a:prstGeom>
          <a:noFill/>
        </p:spPr>
        <p:txBody>
          <a:bodyPr wrap="square" rtlCol="0">
            <a:spAutoFit/>
          </a:bodyPr>
          <a:lstStyle/>
          <a:p>
            <a:pPr algn="r" rtl="1"/>
            <a:r>
              <a:rPr lang="he-IL" sz="2000" b="1" dirty="0">
                <a:solidFill>
                  <a:schemeClr val="tx2">
                    <a:lumMod val="50000"/>
                  </a:schemeClr>
                </a:solidFill>
              </a:rPr>
              <a:t>סל </a:t>
            </a:r>
            <a:r>
              <a:rPr lang="he-IL" sz="2000" b="1" dirty="0"/>
              <a:t>מותאם</a:t>
            </a:r>
            <a:r>
              <a:rPr lang="he-IL" sz="2000" b="1" dirty="0">
                <a:solidFill>
                  <a:schemeClr val="tx2">
                    <a:lumMod val="50000"/>
                  </a:schemeClr>
                </a:solidFill>
              </a:rPr>
              <a:t> אישית  </a:t>
            </a:r>
            <a:r>
              <a:rPr lang="en-US" sz="2000" b="1" dirty="0">
                <a:solidFill>
                  <a:schemeClr val="tx2">
                    <a:lumMod val="50000"/>
                  </a:schemeClr>
                </a:solidFill>
              </a:rPr>
              <a:t>AI</a:t>
            </a:r>
            <a:endParaRPr lang="he-IL" sz="2000" b="1" dirty="0">
              <a:solidFill>
                <a:schemeClr val="tx2">
                  <a:lumMod val="50000"/>
                </a:schemeClr>
              </a:solidFill>
            </a:endParaRPr>
          </a:p>
          <a:p>
            <a:pPr algn="r" rtl="1"/>
            <a:r>
              <a:rPr lang="he-IL" sz="1600" dirty="0">
                <a:solidFill>
                  <a:schemeClr val="tx2">
                    <a:lumMod val="50000"/>
                  </a:schemeClr>
                </a:solidFill>
              </a:rPr>
              <a:t>קבלת מידע </a:t>
            </a:r>
            <a:r>
              <a:rPr lang="he-IL" sz="1600" dirty="0" err="1">
                <a:solidFill>
                  <a:schemeClr val="tx2">
                    <a:lumMod val="50000"/>
                  </a:schemeClr>
                </a:solidFill>
              </a:rPr>
              <a:t>למרקטפלייס</a:t>
            </a:r>
            <a:r>
              <a:rPr lang="he-IL" sz="1600" dirty="0">
                <a:solidFill>
                  <a:schemeClr val="tx2">
                    <a:lumMod val="50000"/>
                  </a:schemeClr>
                </a:solidFill>
              </a:rPr>
              <a:t> והתאמה אישית של שירותים על בסיס מספר צירים: </a:t>
            </a:r>
            <a:r>
              <a:rPr lang="he-IL" sz="1600" u="sng" dirty="0">
                <a:solidFill>
                  <a:schemeClr val="tx2">
                    <a:lumMod val="50000"/>
                  </a:schemeClr>
                </a:solidFill>
              </a:rPr>
              <a:t>מיקום, מצב ופרופיל אישי ותפקודי, העדפות אישיות, שירותים שצרכו בעבר, ביקורות, תוצאות</a:t>
            </a:r>
            <a:r>
              <a:rPr lang="he-IL" sz="1600" dirty="0">
                <a:solidFill>
                  <a:schemeClr val="tx2">
                    <a:lumMod val="50000"/>
                  </a:schemeClr>
                </a:solidFill>
              </a:rPr>
              <a:t> ועוד</a:t>
            </a:r>
            <a:endParaRPr lang="en-IL" sz="2000" dirty="0">
              <a:solidFill>
                <a:schemeClr val="tx2">
                  <a:lumMod val="50000"/>
                </a:schemeClr>
              </a:solidFill>
            </a:endParaRPr>
          </a:p>
        </p:txBody>
      </p:sp>
      <p:sp>
        <p:nvSpPr>
          <p:cNvPr id="4" name="TextBox 3">
            <a:extLst>
              <a:ext uri="{FF2B5EF4-FFF2-40B4-BE49-F238E27FC236}">
                <a16:creationId xmlns:a16="http://schemas.microsoft.com/office/drawing/2014/main" id="{7021240B-3BB5-4371-AD5A-78C13C225ED7}"/>
              </a:ext>
            </a:extLst>
          </p:cNvPr>
          <p:cNvSpPr txBox="1"/>
          <p:nvPr/>
        </p:nvSpPr>
        <p:spPr>
          <a:xfrm>
            <a:off x="8200102" y="5129085"/>
            <a:ext cx="3688042" cy="1138773"/>
          </a:xfrm>
          <a:prstGeom prst="rect">
            <a:avLst/>
          </a:prstGeom>
          <a:noFill/>
        </p:spPr>
        <p:txBody>
          <a:bodyPr wrap="square" rtlCol="0">
            <a:spAutoFit/>
          </a:bodyPr>
          <a:lstStyle/>
          <a:p>
            <a:pPr algn="r" rtl="1"/>
            <a:r>
              <a:rPr lang="he-IL" sz="2000" b="1" dirty="0">
                <a:solidFill>
                  <a:schemeClr val="tx2">
                    <a:lumMod val="50000"/>
                  </a:schemeClr>
                </a:solidFill>
              </a:rPr>
              <a:t>עוזר וירטואלי אישי </a:t>
            </a:r>
            <a:r>
              <a:rPr lang="en-US" sz="2000" b="1" dirty="0">
                <a:solidFill>
                  <a:schemeClr val="tx2">
                    <a:lumMod val="50000"/>
                  </a:schemeClr>
                </a:solidFill>
              </a:rPr>
              <a:t>AGI</a:t>
            </a:r>
            <a:r>
              <a:rPr lang="he-IL" sz="2000" b="1" dirty="0">
                <a:solidFill>
                  <a:schemeClr val="tx2">
                    <a:lumMod val="50000"/>
                  </a:schemeClr>
                </a:solidFill>
              </a:rPr>
              <a:t> </a:t>
            </a:r>
            <a:br>
              <a:rPr lang="en-US" sz="2000" b="1" dirty="0">
                <a:solidFill>
                  <a:schemeClr val="tx2">
                    <a:lumMod val="50000"/>
                  </a:schemeClr>
                </a:solidFill>
              </a:rPr>
            </a:br>
            <a:r>
              <a:rPr lang="he-IL" sz="1600" dirty="0">
                <a:solidFill>
                  <a:schemeClr val="tx2">
                    <a:lumMod val="50000"/>
                  </a:schemeClr>
                </a:solidFill>
              </a:rPr>
              <a:t>מבוסס על מערכות בינה מלאכותית, שמסייעת לאזרח הוותיק ומשפחתו </a:t>
            </a:r>
            <a:r>
              <a:rPr lang="he-IL" sz="1600" u="sng" dirty="0">
                <a:solidFill>
                  <a:schemeClr val="tx2">
                    <a:lumMod val="50000"/>
                  </a:schemeClr>
                </a:solidFill>
              </a:rPr>
              <a:t>במענה לצרכיהם ובנגישות לשירותים ובזכויות</a:t>
            </a:r>
            <a:endParaRPr lang="en-IL" sz="1600" u="sng" dirty="0">
              <a:solidFill>
                <a:schemeClr val="tx2">
                  <a:lumMod val="50000"/>
                </a:schemeClr>
              </a:solidFill>
            </a:endParaRPr>
          </a:p>
        </p:txBody>
      </p:sp>
      <p:sp>
        <p:nvSpPr>
          <p:cNvPr id="8" name="TextBox 7">
            <a:extLst>
              <a:ext uri="{FF2B5EF4-FFF2-40B4-BE49-F238E27FC236}">
                <a16:creationId xmlns:a16="http://schemas.microsoft.com/office/drawing/2014/main" id="{E0D278E4-C572-4876-B8EE-4974A71DFCE5}"/>
              </a:ext>
            </a:extLst>
          </p:cNvPr>
          <p:cNvSpPr txBox="1"/>
          <p:nvPr/>
        </p:nvSpPr>
        <p:spPr>
          <a:xfrm>
            <a:off x="3729898" y="2773519"/>
            <a:ext cx="3775381" cy="1384995"/>
          </a:xfrm>
          <a:prstGeom prst="rect">
            <a:avLst/>
          </a:prstGeom>
          <a:noFill/>
        </p:spPr>
        <p:txBody>
          <a:bodyPr wrap="square" rtlCol="0">
            <a:spAutoFit/>
          </a:bodyPr>
          <a:lstStyle/>
          <a:p>
            <a:pPr algn="r" rtl="1"/>
            <a:r>
              <a:rPr lang="he-IL" sz="2000" b="1" dirty="0">
                <a:solidFill>
                  <a:schemeClr val="tx2">
                    <a:lumMod val="50000"/>
                  </a:schemeClr>
                </a:solidFill>
              </a:rPr>
              <a:t>איתור ומיצוי זכויות פרואקטיבי </a:t>
            </a:r>
            <a:r>
              <a:rPr lang="en-US" sz="2000" b="1" dirty="0">
                <a:solidFill>
                  <a:schemeClr val="tx2">
                    <a:lumMod val="50000"/>
                  </a:schemeClr>
                </a:solidFill>
              </a:rPr>
              <a:t>AGI</a:t>
            </a:r>
            <a:r>
              <a:rPr lang="he-IL" sz="2000" dirty="0">
                <a:solidFill>
                  <a:schemeClr val="tx2">
                    <a:lumMod val="50000"/>
                  </a:schemeClr>
                </a:solidFill>
              </a:rPr>
              <a:t> </a:t>
            </a:r>
            <a:r>
              <a:rPr lang="he-IL" sz="1600" dirty="0">
                <a:solidFill>
                  <a:schemeClr val="tx2">
                    <a:lumMod val="50000"/>
                  </a:schemeClr>
                </a:solidFill>
              </a:rPr>
              <a:t>התבססות על אירועים ונתונים מספקי שירות המאפשרים לבינה מלאכותית לזהות </a:t>
            </a:r>
            <a:r>
              <a:rPr lang="he-IL" sz="1600" u="sng" dirty="0">
                <a:solidFill>
                  <a:schemeClr val="tx2">
                    <a:lumMod val="50000"/>
                  </a:schemeClr>
                </a:solidFill>
              </a:rPr>
              <a:t>פוטנציאל זכאות לשירותים, כולל הגשת מסמכים וליווי </a:t>
            </a:r>
            <a:r>
              <a:rPr lang="he-IL" sz="1600" dirty="0">
                <a:solidFill>
                  <a:schemeClr val="tx2">
                    <a:lumMod val="50000"/>
                  </a:schemeClr>
                </a:solidFill>
              </a:rPr>
              <a:t>בתהליכי הבחינה מול הגופים</a:t>
            </a:r>
            <a:endParaRPr lang="en-IL" sz="1600" dirty="0">
              <a:solidFill>
                <a:schemeClr val="tx2">
                  <a:lumMod val="50000"/>
                </a:schemeClr>
              </a:solidFill>
            </a:endParaRPr>
          </a:p>
        </p:txBody>
      </p:sp>
      <p:sp>
        <p:nvSpPr>
          <p:cNvPr id="10" name="TextBox 9">
            <a:extLst>
              <a:ext uri="{FF2B5EF4-FFF2-40B4-BE49-F238E27FC236}">
                <a16:creationId xmlns:a16="http://schemas.microsoft.com/office/drawing/2014/main" id="{F327403A-1CB4-4C64-B754-A38BF4917C71}"/>
              </a:ext>
            </a:extLst>
          </p:cNvPr>
          <p:cNvSpPr txBox="1"/>
          <p:nvPr/>
        </p:nvSpPr>
        <p:spPr>
          <a:xfrm>
            <a:off x="3379808" y="5129085"/>
            <a:ext cx="4125471" cy="1138773"/>
          </a:xfrm>
          <a:prstGeom prst="rect">
            <a:avLst/>
          </a:prstGeom>
          <a:noFill/>
        </p:spPr>
        <p:txBody>
          <a:bodyPr wrap="square" rtlCol="0">
            <a:spAutoFit/>
          </a:bodyPr>
          <a:lstStyle/>
          <a:p>
            <a:pPr algn="r" rtl="1"/>
            <a:r>
              <a:rPr lang="he-IL" sz="2000" b="1" dirty="0">
                <a:solidFill>
                  <a:schemeClr val="tx2">
                    <a:lumMod val="50000"/>
                  </a:schemeClr>
                </a:solidFill>
              </a:rPr>
              <a:t>מודלים לאיתור מצוקות וקבוצות סיכון </a:t>
            </a:r>
          </a:p>
          <a:p>
            <a:pPr algn="r" rtl="1"/>
            <a:r>
              <a:rPr lang="he-IL" sz="1600" u="sng" dirty="0">
                <a:solidFill>
                  <a:schemeClr val="tx2">
                    <a:lumMod val="50000"/>
                  </a:schemeClr>
                </a:solidFill>
              </a:rPr>
              <a:t>זיהוי קבוצות הנמצאות בסיכון</a:t>
            </a:r>
            <a:r>
              <a:rPr lang="he-IL" sz="1600" dirty="0">
                <a:solidFill>
                  <a:schemeClr val="tx2">
                    <a:lumMod val="50000"/>
                  </a:schemeClr>
                </a:solidFill>
              </a:rPr>
              <a:t>, זיהוי סיכונים ומצוקות (</a:t>
            </a:r>
            <a:r>
              <a:rPr lang="he-IL" sz="1600" dirty="0" err="1">
                <a:solidFill>
                  <a:schemeClr val="tx2">
                    <a:lumMod val="50000"/>
                  </a:schemeClr>
                </a:solidFill>
              </a:rPr>
              <a:t>צמ"מ</a:t>
            </a:r>
            <a:r>
              <a:rPr lang="he-IL" sz="1600" dirty="0">
                <a:solidFill>
                  <a:schemeClr val="tx2">
                    <a:lumMod val="50000"/>
                  </a:schemeClr>
                </a:solidFill>
              </a:rPr>
              <a:t> דאטה) והפנייה לרשתות תמיכה רלוונטיות</a:t>
            </a:r>
            <a:endParaRPr lang="en-IL" sz="1600" dirty="0">
              <a:solidFill>
                <a:schemeClr val="tx2">
                  <a:lumMod val="50000"/>
                </a:schemeClr>
              </a:solidFill>
            </a:endParaRPr>
          </a:p>
        </p:txBody>
      </p:sp>
      <p:pic>
        <p:nvPicPr>
          <p:cNvPr id="15" name="Graphic 14">
            <a:extLst>
              <a:ext uri="{FF2B5EF4-FFF2-40B4-BE49-F238E27FC236}">
                <a16:creationId xmlns:a16="http://schemas.microsoft.com/office/drawing/2014/main" id="{C3DBA3CF-E06F-4D13-936C-2CDA075F0D8E}"/>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708212" y="4472317"/>
            <a:ext cx="720000" cy="720000"/>
          </a:xfrm>
          <a:prstGeom prst="rect">
            <a:avLst/>
          </a:prstGeom>
        </p:spPr>
      </p:pic>
      <p:pic>
        <p:nvPicPr>
          <p:cNvPr id="14" name="Picture 13">
            <a:extLst>
              <a:ext uri="{FF2B5EF4-FFF2-40B4-BE49-F238E27FC236}">
                <a16:creationId xmlns:a16="http://schemas.microsoft.com/office/drawing/2014/main" id="{0E888663-60B5-474E-8E1C-C007110E3E5C}"/>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482380" y="3315363"/>
            <a:ext cx="2415365" cy="3314633"/>
          </a:xfrm>
          <a:prstGeom prst="rect">
            <a:avLst/>
          </a:prstGeom>
        </p:spPr>
      </p:pic>
      <p:pic>
        <p:nvPicPr>
          <p:cNvPr id="16" name="Graphic 15">
            <a:extLst>
              <a:ext uri="{FF2B5EF4-FFF2-40B4-BE49-F238E27FC236}">
                <a16:creationId xmlns:a16="http://schemas.microsoft.com/office/drawing/2014/main" id="{DB6BEEBA-526E-45C4-8170-48989E4DD00B}"/>
              </a:ext>
            </a:extLst>
          </p:cNvPr>
          <p:cNvPicPr>
            <a:picLocks noChangeAspect="1"/>
          </p:cNvPicPr>
          <p:nvPr/>
        </p:nvPicPr>
        <p:blipFill rotWithShape="1">
          <a:blip r:embed="rId6" cstate="hq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b="25370"/>
          <a:stretch/>
        </p:blipFill>
        <p:spPr>
          <a:xfrm>
            <a:off x="11050623" y="1992213"/>
            <a:ext cx="837521" cy="781306"/>
          </a:xfrm>
          <a:prstGeom prst="rect">
            <a:avLst/>
          </a:prstGeom>
        </p:spPr>
      </p:pic>
      <p:pic>
        <p:nvPicPr>
          <p:cNvPr id="18" name="Graphic 17">
            <a:extLst>
              <a:ext uri="{FF2B5EF4-FFF2-40B4-BE49-F238E27FC236}">
                <a16:creationId xmlns:a16="http://schemas.microsoft.com/office/drawing/2014/main" id="{A878C13D-17DB-41D8-A59C-12C79577E1D6}"/>
              </a:ext>
            </a:extLst>
          </p:cNvPr>
          <p:cNvPicPr>
            <a:picLocks noChangeAspect="1"/>
          </p:cNvPicPr>
          <p:nvPr/>
        </p:nvPicPr>
        <p:blipFill rotWithShape="1">
          <a:blip r:embed="rId8" cstate="hq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b="21014"/>
          <a:stretch/>
        </p:blipFill>
        <p:spPr>
          <a:xfrm>
            <a:off x="10931318" y="4235531"/>
            <a:ext cx="1047750" cy="1015664"/>
          </a:xfrm>
          <a:prstGeom prst="rect">
            <a:avLst/>
          </a:prstGeom>
        </p:spPr>
      </p:pic>
      <p:pic>
        <p:nvPicPr>
          <p:cNvPr id="20" name="Graphic 19">
            <a:extLst>
              <a:ext uri="{FF2B5EF4-FFF2-40B4-BE49-F238E27FC236}">
                <a16:creationId xmlns:a16="http://schemas.microsoft.com/office/drawing/2014/main" id="{F173DF19-5DD2-4C7A-8B5E-AD24E0387740}"/>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3030" t="1" r="-1" b="13939"/>
          <a:stretch/>
        </p:blipFill>
        <p:spPr>
          <a:xfrm>
            <a:off x="6723937" y="1992213"/>
            <a:ext cx="704275" cy="781306"/>
          </a:xfrm>
          <a:prstGeom prst="rect">
            <a:avLst/>
          </a:prstGeom>
        </p:spPr>
      </p:pic>
    </p:spTree>
    <p:extLst>
      <p:ext uri="{BB962C8B-B14F-4D97-AF65-F5344CB8AC3E}">
        <p14:creationId xmlns:p14="http://schemas.microsoft.com/office/powerpoint/2010/main" val="11576880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Cloud 33">
            <a:extLst>
              <a:ext uri="{FF2B5EF4-FFF2-40B4-BE49-F238E27FC236}">
                <a16:creationId xmlns:a16="http://schemas.microsoft.com/office/drawing/2014/main" id="{0A14A62A-F2E7-42CC-8A1D-4B53A8BE3B9A}"/>
              </a:ext>
            </a:extLst>
          </p:cNvPr>
          <p:cNvSpPr/>
          <p:nvPr/>
        </p:nvSpPr>
        <p:spPr>
          <a:xfrm>
            <a:off x="2230750" y="1136784"/>
            <a:ext cx="8079319" cy="5895071"/>
          </a:xfrm>
          <a:prstGeom prst="cloud">
            <a:avLst/>
          </a:prstGeom>
          <a:solidFill>
            <a:schemeClr val="tx2">
              <a:lumMod val="20000"/>
              <a:lumOff val="80000"/>
              <a:alpha val="40000"/>
            </a:schemeClr>
          </a:soli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2" name="TextBox 1">
            <a:extLst>
              <a:ext uri="{FF2B5EF4-FFF2-40B4-BE49-F238E27FC236}">
                <a16:creationId xmlns:a16="http://schemas.microsoft.com/office/drawing/2014/main" id="{0AF47B9C-22E3-4D2F-8FB8-349030DC9DDD}"/>
              </a:ext>
            </a:extLst>
          </p:cNvPr>
          <p:cNvSpPr txBox="1"/>
          <p:nvPr/>
        </p:nvSpPr>
        <p:spPr>
          <a:xfrm>
            <a:off x="1605752" y="153528"/>
            <a:ext cx="10011075" cy="954107"/>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sng"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rPr>
              <a:t>תמונת עתיד</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rPr>
              <a:t>כיצד מהלך הדיגיטל יאפשר לפנינה ולנו הזדקנות מיטיבה: </a:t>
            </a:r>
            <a:endParaRPr kumimoji="0" lang="en-IL" sz="32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64547C4B-0D73-41A4-9720-09491410C774}"/>
              </a:ext>
            </a:extLst>
          </p:cNvPr>
          <p:cNvSpPr txBox="1"/>
          <p:nvPr/>
        </p:nvSpPr>
        <p:spPr>
          <a:xfrm>
            <a:off x="340430" y="1783269"/>
            <a:ext cx="3655806" cy="646331"/>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איתור ומיצוי זכויות פרו-אקטיבי </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1" name="TextBox 20">
            <a:extLst>
              <a:ext uri="{FF2B5EF4-FFF2-40B4-BE49-F238E27FC236}">
                <a16:creationId xmlns:a16="http://schemas.microsoft.com/office/drawing/2014/main" id="{E8D08210-1AF2-492A-B0F3-C99601D30EE7}"/>
              </a:ext>
            </a:extLst>
          </p:cNvPr>
          <p:cNvSpPr txBox="1"/>
          <p:nvPr/>
        </p:nvSpPr>
        <p:spPr>
          <a:xfrm>
            <a:off x="7504351" y="1489528"/>
            <a:ext cx="3506204" cy="646331"/>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סל מותאם אישית </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2" name="TextBox 21">
            <a:extLst>
              <a:ext uri="{FF2B5EF4-FFF2-40B4-BE49-F238E27FC236}">
                <a16:creationId xmlns:a16="http://schemas.microsoft.com/office/drawing/2014/main" id="{BEEEE035-8ED5-4AE0-9E00-3B02C679AF8B}"/>
              </a:ext>
            </a:extLst>
          </p:cNvPr>
          <p:cNvSpPr txBox="1"/>
          <p:nvPr/>
        </p:nvSpPr>
        <p:spPr>
          <a:xfrm>
            <a:off x="8785051" y="3250130"/>
            <a:ext cx="3298403"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המלצות אישיות להתנהלות בריאה</a:t>
            </a:r>
            <a:endParaRPr kumimoji="0" lang="en-IL" sz="16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3" name="TextBox 22">
            <a:extLst>
              <a:ext uri="{FF2B5EF4-FFF2-40B4-BE49-F238E27FC236}">
                <a16:creationId xmlns:a16="http://schemas.microsoft.com/office/drawing/2014/main" id="{23C584DE-7702-4EEC-B9C8-28F78E650BF9}"/>
              </a:ext>
            </a:extLst>
          </p:cNvPr>
          <p:cNvSpPr txBox="1"/>
          <p:nvPr/>
        </p:nvSpPr>
        <p:spPr>
          <a:xfrm>
            <a:off x="-64096" y="5422129"/>
            <a:ext cx="4104000" cy="1107996"/>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עוזר אישי וירטואלי </a:t>
            </a:r>
            <a:r>
              <a:rPr kumimoji="0" lang="en-US" sz="1800" b="1" i="0" u="none" strike="noStrike" kern="1200" cap="none" spc="0" normalizeH="0" baseline="0" noProof="0" dirty="0">
                <a:ln>
                  <a:noFill/>
                </a:ln>
                <a:solidFill>
                  <a:srgbClr val="0F6FC6"/>
                </a:solidFill>
                <a:effectLst/>
                <a:uLnTx/>
                <a:uFillTx/>
                <a:latin typeface="Calibri"/>
                <a:ea typeface="+mn-ea"/>
                <a:cs typeface="Calibri"/>
              </a:rPr>
              <a:t>AGI </a:t>
            </a:r>
            <a:r>
              <a:rPr kumimoji="0" lang="he-IL" sz="1800" b="1" i="0" u="none" strike="noStrike" kern="1200" cap="none" spc="0" normalizeH="0" baseline="0" noProof="0" dirty="0">
                <a:ln>
                  <a:noFill/>
                </a:ln>
                <a:solidFill>
                  <a:srgbClr val="0F6FC6"/>
                </a:solidFill>
                <a:effectLst/>
                <a:uLnTx/>
                <a:uFillTx/>
                <a:latin typeface="Calibri"/>
                <a:ea typeface="+mn-ea"/>
                <a:cs typeface="Calibri"/>
              </a:rPr>
              <a:t>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המלצה על תזונה בריאה והזמנה של המזון בסופר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סיוע בניהול תקציב והוצאות</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מעקב אחר לוח זמנים ותזכורות חשובות </a:t>
            </a:r>
            <a:endParaRPr kumimoji="0" lang="he-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4" name="TextBox 23">
            <a:extLst>
              <a:ext uri="{FF2B5EF4-FFF2-40B4-BE49-F238E27FC236}">
                <a16:creationId xmlns:a16="http://schemas.microsoft.com/office/drawing/2014/main" id="{3AC4864F-215D-40A6-90DB-4992E4E6548D}"/>
              </a:ext>
            </a:extLst>
          </p:cNvPr>
          <p:cNvSpPr txBox="1"/>
          <p:nvPr/>
        </p:nvSpPr>
        <p:spPr>
          <a:xfrm>
            <a:off x="8473102" y="5045070"/>
            <a:ext cx="3203537"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err="1">
                <a:ln>
                  <a:noFill/>
                </a:ln>
                <a:solidFill>
                  <a:srgbClr val="0F6FC6"/>
                </a:solidFill>
                <a:effectLst/>
                <a:uLnTx/>
                <a:uFillTx/>
                <a:latin typeface="Calibri"/>
                <a:ea typeface="+mn-ea"/>
                <a:cs typeface="Calibri"/>
              </a:rPr>
              <a:t>וואצאפ</a:t>
            </a:r>
            <a:r>
              <a:rPr kumimoji="0" lang="he-IL" sz="1800" b="1" i="0" u="none" strike="noStrike" kern="1200" cap="none" spc="0" normalizeH="0" baseline="0" noProof="0" dirty="0">
                <a:ln>
                  <a:noFill/>
                </a:ln>
                <a:solidFill>
                  <a:srgbClr val="0F6FC6"/>
                </a:solidFill>
                <a:effectLst/>
                <a:uLnTx/>
                <a:uFillTx/>
                <a:latin typeface="Calibri"/>
                <a:ea typeface="+mn-ea"/>
                <a:cs typeface="Calibri"/>
              </a:rPr>
              <a:t> הזמנה מחברה לסיבוב בעיר</a:t>
            </a: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5" name="TextBox 24">
            <a:extLst>
              <a:ext uri="{FF2B5EF4-FFF2-40B4-BE49-F238E27FC236}">
                <a16:creationId xmlns:a16="http://schemas.microsoft.com/office/drawing/2014/main" id="{BE8CB370-A8D3-4296-B853-2583A21DEE63}"/>
              </a:ext>
            </a:extLst>
          </p:cNvPr>
          <p:cNvSpPr txBox="1"/>
          <p:nvPr/>
        </p:nvSpPr>
        <p:spPr>
          <a:xfrm>
            <a:off x="457365" y="3380389"/>
            <a:ext cx="3404115" cy="1846659"/>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נכנסת לפורטל הזקנה הלאומית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להבין טוב יותר כיצד להתמודד עם הסכרת ולחץ דם גבוה שעימם מתמודדת</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פורומים ומרחבי שיתוף עם אזרחים ותיקים עם סכרת ולחץ דם</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גישה למידע מקיף על שירותים ותוכניות רלוונטיות.</a:t>
            </a:r>
            <a:endParaRPr kumimoji="0" lang="en-IL" sz="1600" b="0" i="0" u="none" strike="noStrike" kern="1200" cap="none" spc="0" normalizeH="0" baseline="0" noProof="0" dirty="0">
              <a:ln>
                <a:noFill/>
              </a:ln>
              <a:solidFill>
                <a:prstClr val="black"/>
              </a:solidFill>
              <a:effectLst/>
              <a:uLnTx/>
              <a:uFillTx/>
              <a:latin typeface="Calibri"/>
              <a:ea typeface="+mn-ea"/>
              <a:cs typeface="Calibri"/>
            </a:endParaRPr>
          </a:p>
        </p:txBody>
      </p:sp>
      <p:grpSp>
        <p:nvGrpSpPr>
          <p:cNvPr id="7" name="Group 6">
            <a:extLst>
              <a:ext uri="{FF2B5EF4-FFF2-40B4-BE49-F238E27FC236}">
                <a16:creationId xmlns:a16="http://schemas.microsoft.com/office/drawing/2014/main" id="{AFD1B41B-F39B-48B0-BDE3-80D8D506956D}"/>
              </a:ext>
            </a:extLst>
          </p:cNvPr>
          <p:cNvGrpSpPr/>
          <p:nvPr/>
        </p:nvGrpSpPr>
        <p:grpSpPr>
          <a:xfrm>
            <a:off x="3811458" y="1860734"/>
            <a:ext cx="4680000" cy="4680000"/>
            <a:chOff x="3811458" y="1860734"/>
            <a:chExt cx="4680000" cy="4680000"/>
          </a:xfrm>
        </p:grpSpPr>
        <p:sp>
          <p:nvSpPr>
            <p:cNvPr id="37" name="Arc 36">
              <a:extLst>
                <a:ext uri="{FF2B5EF4-FFF2-40B4-BE49-F238E27FC236}">
                  <a16:creationId xmlns:a16="http://schemas.microsoft.com/office/drawing/2014/main" id="{54CA57A5-AC50-4E8D-9CA5-F50F3AEFEF34}"/>
                </a:ext>
              </a:extLst>
            </p:cNvPr>
            <p:cNvSpPr/>
            <p:nvPr/>
          </p:nvSpPr>
          <p:spPr>
            <a:xfrm>
              <a:off x="3811458" y="1860734"/>
              <a:ext cx="4680000" cy="4680000"/>
            </a:xfrm>
            <a:prstGeom prst="arc">
              <a:avLst>
                <a:gd name="adj1" fmla="val 13514619"/>
                <a:gd name="adj2" fmla="val 8250238"/>
              </a:avLst>
            </a:prstGeom>
            <a:ln w="6350">
              <a:solidFill>
                <a:schemeClr val="bg1">
                  <a:lumMod val="50000"/>
                </a:schemeClr>
              </a:solidFill>
              <a:headEnd type="oval" w="lg" len="lg"/>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35" name="Arc 34">
              <a:extLst>
                <a:ext uri="{FF2B5EF4-FFF2-40B4-BE49-F238E27FC236}">
                  <a16:creationId xmlns:a16="http://schemas.microsoft.com/office/drawing/2014/main" id="{698E2793-854C-467D-9A5B-31DAD6319B29}"/>
                </a:ext>
              </a:extLst>
            </p:cNvPr>
            <p:cNvSpPr/>
            <p:nvPr/>
          </p:nvSpPr>
          <p:spPr>
            <a:xfrm>
              <a:off x="4099458" y="2148734"/>
              <a:ext cx="4104000" cy="4104000"/>
            </a:xfrm>
            <a:prstGeom prst="arc">
              <a:avLst>
                <a:gd name="adj1" fmla="val 10875905"/>
                <a:gd name="adj2" fmla="val 236232"/>
              </a:avLst>
            </a:prstGeom>
            <a:ln w="6350">
              <a:solidFill>
                <a:schemeClr val="bg1">
                  <a:lumMod val="50000"/>
                </a:schemeClr>
              </a:solidFill>
              <a:headEnd type="oval" w="lg" len="lg"/>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11" name="Arc 10">
              <a:extLst>
                <a:ext uri="{FF2B5EF4-FFF2-40B4-BE49-F238E27FC236}">
                  <a16:creationId xmlns:a16="http://schemas.microsoft.com/office/drawing/2014/main" id="{87C61CAC-6124-42FD-890C-FA916A892642}"/>
                </a:ext>
              </a:extLst>
            </p:cNvPr>
            <p:cNvSpPr/>
            <p:nvPr/>
          </p:nvSpPr>
          <p:spPr>
            <a:xfrm>
              <a:off x="4351458" y="2400734"/>
              <a:ext cx="3600000" cy="3600000"/>
            </a:xfrm>
            <a:prstGeom prst="arc">
              <a:avLst>
                <a:gd name="adj1" fmla="val 2103026"/>
                <a:gd name="adj2" fmla="val 18530114"/>
              </a:avLst>
            </a:prstGeom>
            <a:ln w="6350">
              <a:solidFill>
                <a:schemeClr val="bg1">
                  <a:lumMod val="50000"/>
                </a:schemeClr>
              </a:solidFill>
              <a:headEnd type="oval" w="lg" len="lg"/>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Calibri"/>
                <a:ea typeface="+mn-ea"/>
                <a:cs typeface="Calibri"/>
              </a:endParaRPr>
            </a:p>
          </p:txBody>
        </p:sp>
      </p:grpSp>
      <p:sp>
        <p:nvSpPr>
          <p:cNvPr id="13" name="Oval 12">
            <a:extLst>
              <a:ext uri="{FF2B5EF4-FFF2-40B4-BE49-F238E27FC236}">
                <a16:creationId xmlns:a16="http://schemas.microsoft.com/office/drawing/2014/main" id="{BF3426A7-F7B0-456E-9C3D-79B614720C02}"/>
              </a:ext>
            </a:extLst>
          </p:cNvPr>
          <p:cNvSpPr/>
          <p:nvPr/>
        </p:nvSpPr>
        <p:spPr>
          <a:xfrm>
            <a:off x="4034659" y="4084320"/>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9" name="Oval 38">
            <a:extLst>
              <a:ext uri="{FF2B5EF4-FFF2-40B4-BE49-F238E27FC236}">
                <a16:creationId xmlns:a16="http://schemas.microsoft.com/office/drawing/2014/main" id="{D96311D5-357D-434A-8BF1-8D790F24C186}"/>
              </a:ext>
            </a:extLst>
          </p:cNvPr>
          <p:cNvSpPr/>
          <p:nvPr/>
        </p:nvSpPr>
        <p:spPr>
          <a:xfrm>
            <a:off x="7553236" y="5154759"/>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0" name="Oval 39">
            <a:extLst>
              <a:ext uri="{FF2B5EF4-FFF2-40B4-BE49-F238E27FC236}">
                <a16:creationId xmlns:a16="http://schemas.microsoft.com/office/drawing/2014/main" id="{580625DE-A519-46BA-A246-F9A0D2681B72}"/>
              </a:ext>
            </a:extLst>
          </p:cNvPr>
          <p:cNvSpPr/>
          <p:nvPr/>
        </p:nvSpPr>
        <p:spPr>
          <a:xfrm>
            <a:off x="8127648" y="4271421"/>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1" name="Oval 40">
            <a:extLst>
              <a:ext uri="{FF2B5EF4-FFF2-40B4-BE49-F238E27FC236}">
                <a16:creationId xmlns:a16="http://schemas.microsoft.com/office/drawing/2014/main" id="{D8003FFE-68DD-438B-8FBB-073AF96C50B0}"/>
              </a:ext>
            </a:extLst>
          </p:cNvPr>
          <p:cNvSpPr/>
          <p:nvPr/>
        </p:nvSpPr>
        <p:spPr>
          <a:xfrm>
            <a:off x="7208657" y="2725239"/>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2" name="Oval 41">
            <a:extLst>
              <a:ext uri="{FF2B5EF4-FFF2-40B4-BE49-F238E27FC236}">
                <a16:creationId xmlns:a16="http://schemas.microsoft.com/office/drawing/2014/main" id="{FF889635-ACC4-4DC1-A893-6403272C5119}"/>
              </a:ext>
            </a:extLst>
          </p:cNvPr>
          <p:cNvSpPr/>
          <p:nvPr/>
        </p:nvSpPr>
        <p:spPr>
          <a:xfrm>
            <a:off x="4434977" y="2471239"/>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3" name="Oval 42">
            <a:extLst>
              <a:ext uri="{FF2B5EF4-FFF2-40B4-BE49-F238E27FC236}">
                <a16:creationId xmlns:a16="http://schemas.microsoft.com/office/drawing/2014/main" id="{BC5659D1-F916-426C-AE20-2864B58F05EE}"/>
              </a:ext>
            </a:extLst>
          </p:cNvPr>
          <p:cNvSpPr/>
          <p:nvPr/>
        </p:nvSpPr>
        <p:spPr>
          <a:xfrm>
            <a:off x="4359900" y="5706344"/>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pic>
        <p:nvPicPr>
          <p:cNvPr id="29" name="Picture 28">
            <a:extLst>
              <a:ext uri="{FF2B5EF4-FFF2-40B4-BE49-F238E27FC236}">
                <a16:creationId xmlns:a16="http://schemas.microsoft.com/office/drawing/2014/main" id="{EF129FDA-E7E6-4E05-B31B-9CC98B7B3800}"/>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5268789" y="2626339"/>
            <a:ext cx="1795868" cy="2464491"/>
          </a:xfrm>
          <a:prstGeom prst="rect">
            <a:avLst/>
          </a:prstGeom>
        </p:spPr>
      </p:pic>
      <p:sp>
        <p:nvSpPr>
          <p:cNvPr id="8" name="תיבת טקסט 7">
            <a:extLst>
              <a:ext uri="{FF2B5EF4-FFF2-40B4-BE49-F238E27FC236}">
                <a16:creationId xmlns:a16="http://schemas.microsoft.com/office/drawing/2014/main" id="{44A8FA1C-1BDF-B8DE-D2CA-D33A63D0EC85}"/>
              </a:ext>
            </a:extLst>
          </p:cNvPr>
          <p:cNvSpPr txBox="1"/>
          <p:nvPr/>
        </p:nvSpPr>
        <p:spPr>
          <a:xfrm>
            <a:off x="5150233" y="5077796"/>
            <a:ext cx="2002449"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0F6FC6"/>
                </a:solidFill>
                <a:effectLst/>
                <a:uLnTx/>
                <a:uFillTx/>
                <a:latin typeface="Calibri"/>
                <a:ea typeface="+mn-ea"/>
                <a:cs typeface="Calibri"/>
              </a:rPr>
              <a:t>מודל פנינה להזדקנות מיטבית</a:t>
            </a:r>
            <a:endParaRPr kumimoji="0" lang="he-IL" sz="20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30" name="תיבת טקסט 29">
            <a:extLst>
              <a:ext uri="{FF2B5EF4-FFF2-40B4-BE49-F238E27FC236}">
                <a16:creationId xmlns:a16="http://schemas.microsoft.com/office/drawing/2014/main" id="{5305A44C-AC65-7BA4-BD1D-762A2A6C85C0}"/>
              </a:ext>
            </a:extLst>
          </p:cNvPr>
          <p:cNvSpPr txBox="1"/>
          <p:nvPr/>
        </p:nvSpPr>
        <p:spPr>
          <a:xfrm>
            <a:off x="5832124" y="3506845"/>
            <a:ext cx="6096000" cy="830997"/>
          </a:xfrm>
          <a:prstGeom prst="rect">
            <a:avLst/>
          </a:prstGeom>
          <a:noFill/>
        </p:spPr>
        <p:txBody>
          <a:bodyPr wrap="square">
            <a:spAutoFit/>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תוכנית תזונה מותאמת אישית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תוכנית פעילות גופנית מותאמת ליכולותיה</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תזכורות לבדיקות רפואיות תקופתיות</a:t>
            </a:r>
            <a:endParaRPr kumimoji="0" lang="en-IL" sz="16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32" name="תיבת טקסט 31">
            <a:extLst>
              <a:ext uri="{FF2B5EF4-FFF2-40B4-BE49-F238E27FC236}">
                <a16:creationId xmlns:a16="http://schemas.microsoft.com/office/drawing/2014/main" id="{B4D9DE5F-9175-283B-E995-FFA85FC72A96}"/>
              </a:ext>
            </a:extLst>
          </p:cNvPr>
          <p:cNvSpPr txBox="1"/>
          <p:nvPr/>
        </p:nvSpPr>
        <p:spPr>
          <a:xfrm>
            <a:off x="7659351" y="1742060"/>
            <a:ext cx="3638806" cy="830997"/>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שירותי דחיקת תלות מותאמים אישית</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 פעילויות פנאי והעשרה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שירותי שייכות ותמיכה נפשית וחברתית</a:t>
            </a:r>
          </a:p>
        </p:txBody>
      </p:sp>
      <p:sp>
        <p:nvSpPr>
          <p:cNvPr id="36" name="תיבת טקסט 35">
            <a:extLst>
              <a:ext uri="{FF2B5EF4-FFF2-40B4-BE49-F238E27FC236}">
                <a16:creationId xmlns:a16="http://schemas.microsoft.com/office/drawing/2014/main" id="{5CEBB09F-88CA-9957-A84F-E4F94450450B}"/>
              </a:ext>
            </a:extLst>
          </p:cNvPr>
          <p:cNvSpPr txBox="1"/>
          <p:nvPr/>
        </p:nvSpPr>
        <p:spPr>
          <a:xfrm>
            <a:off x="8124257" y="5368472"/>
            <a:ext cx="3522139" cy="1077218"/>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a:t>
            </a:r>
            <a:r>
              <a:rPr kumimoji="0" lang="he-IL" sz="1600" b="1" i="0" u="none" strike="noStrike" kern="1200" cap="none" spc="0" normalizeH="0" baseline="0" noProof="0" dirty="0">
                <a:ln>
                  <a:noFill/>
                </a:ln>
                <a:solidFill>
                  <a:prstClr val="black"/>
                </a:solidFill>
                <a:effectLst/>
                <a:uLnTx/>
                <a:uFillTx/>
                <a:latin typeface="Calibri"/>
                <a:ea typeface="+mn-ea"/>
                <a:cs typeface="Calibri"/>
              </a:rPr>
              <a:t>בזמן ובמקום שמתאים לפנינה</a:t>
            </a:r>
            <a:r>
              <a:rPr kumimoji="0" lang="he-IL" sz="1600" b="0" i="0" u="none" strike="noStrike" kern="1200" cap="none" spc="0" normalizeH="0" baseline="0" noProof="0" dirty="0">
                <a:ln>
                  <a:noFill/>
                </a:ln>
                <a:solidFill>
                  <a:prstClr val="black"/>
                </a:solidFill>
                <a:effectLst/>
                <a:uLnTx/>
                <a:uFillTx/>
                <a:latin typeface="Calibri"/>
                <a:ea typeface="+mn-ea"/>
                <a:cs typeface="Calibri"/>
              </a:rPr>
              <a:t>: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עדכונים על פעילויות קהילתיות מתאימות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הצעות לטיולים ומסלולים נגישים בסביבה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קישור לקבוצות תמיכה וחברה מקומיות</a:t>
            </a:r>
          </a:p>
        </p:txBody>
      </p:sp>
      <p:sp>
        <p:nvSpPr>
          <p:cNvPr id="44" name="תיבת טקסט 43">
            <a:extLst>
              <a:ext uri="{FF2B5EF4-FFF2-40B4-BE49-F238E27FC236}">
                <a16:creationId xmlns:a16="http://schemas.microsoft.com/office/drawing/2014/main" id="{1168D584-8B85-8309-C37D-833D83C3F1C3}"/>
              </a:ext>
            </a:extLst>
          </p:cNvPr>
          <p:cNvSpPr txBox="1"/>
          <p:nvPr/>
        </p:nvSpPr>
        <p:spPr>
          <a:xfrm>
            <a:off x="626100" y="6163906"/>
            <a:ext cx="3733800" cy="369332"/>
          </a:xfrm>
          <a:prstGeom prst="rect">
            <a:avLst/>
          </a:prstGeom>
          <a:noFill/>
        </p:spPr>
        <p:txBody>
          <a:bodyPr wrap="square">
            <a:spAutoFit/>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he-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46" name="תיבת טקסט 45">
            <a:extLst>
              <a:ext uri="{FF2B5EF4-FFF2-40B4-BE49-F238E27FC236}">
                <a16:creationId xmlns:a16="http://schemas.microsoft.com/office/drawing/2014/main" id="{DBB30A74-5C0F-ED85-1A12-32F43F857A38}"/>
              </a:ext>
            </a:extLst>
          </p:cNvPr>
          <p:cNvSpPr txBox="1"/>
          <p:nvPr/>
        </p:nvSpPr>
        <p:spPr>
          <a:xfrm>
            <a:off x="468491" y="2095161"/>
            <a:ext cx="3509135" cy="830997"/>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סריקה ועדכון אוטומטי של זכאויות חדשות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הודעות יזומות על שינויים בזכאויות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סיוע בהגשת בקשות למימוש זכויות</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endParaRPr>
          </a:p>
        </p:txBody>
      </p:sp>
      <p:sp>
        <p:nvSpPr>
          <p:cNvPr id="4" name="מלבן 3">
            <a:extLst>
              <a:ext uri="{FF2B5EF4-FFF2-40B4-BE49-F238E27FC236}">
                <a16:creationId xmlns:a16="http://schemas.microsoft.com/office/drawing/2014/main" id="{9072CB70-036A-8FE0-7420-5121BF4FA550}"/>
              </a:ext>
            </a:extLst>
          </p:cNvPr>
          <p:cNvSpPr/>
          <p:nvPr/>
        </p:nvSpPr>
        <p:spPr>
          <a:xfrm>
            <a:off x="7915710" y="1390151"/>
            <a:ext cx="3374340" cy="1273814"/>
          </a:xfrm>
          <a:prstGeom prst="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5" name="מלבן 4">
            <a:extLst>
              <a:ext uri="{FF2B5EF4-FFF2-40B4-BE49-F238E27FC236}">
                <a16:creationId xmlns:a16="http://schemas.microsoft.com/office/drawing/2014/main" id="{7D3AF4E4-B6D2-33C7-F181-606B4823A50E}"/>
              </a:ext>
            </a:extLst>
          </p:cNvPr>
          <p:cNvSpPr/>
          <p:nvPr/>
        </p:nvSpPr>
        <p:spPr>
          <a:xfrm>
            <a:off x="45634" y="5339220"/>
            <a:ext cx="4020673" cy="1273814"/>
          </a:xfrm>
          <a:prstGeom prst="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Tree>
    <p:extLst>
      <p:ext uri="{BB962C8B-B14F-4D97-AF65-F5344CB8AC3E}">
        <p14:creationId xmlns:p14="http://schemas.microsoft.com/office/powerpoint/2010/main" val="24972355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098" name="Picture 2" descr="Life Journey | Earth">
            <a:extLst>
              <a:ext uri="{FF2B5EF4-FFF2-40B4-BE49-F238E27FC236}">
                <a16:creationId xmlns:a16="http://schemas.microsoft.com/office/drawing/2014/main" id="{5BCE3670-8D26-16C2-5FE8-FB030C6418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2">
            <a:extLst>
              <a:ext uri="{FF2B5EF4-FFF2-40B4-BE49-F238E27FC236}">
                <a16:creationId xmlns:a16="http://schemas.microsoft.com/office/drawing/2014/main" id="{F397B621-E894-042F-CD5F-60CA6A1A54B7}"/>
              </a:ext>
            </a:extLst>
          </p:cNvPr>
          <p:cNvSpPr txBox="1"/>
          <p:nvPr/>
        </p:nvSpPr>
        <p:spPr>
          <a:xfrm>
            <a:off x="3720773" y="167223"/>
            <a:ext cx="4459875" cy="1261884"/>
          </a:xfrm>
          <a:prstGeom prst="rect">
            <a:avLst/>
          </a:prstGeom>
          <a:solidFill>
            <a:schemeClr val="tx1">
              <a:alpha val="65000"/>
            </a:schemeClr>
          </a:solidFill>
        </p:spPr>
        <p:style>
          <a:lnRef idx="2">
            <a:schemeClr val="dk1">
              <a:shade val="50000"/>
            </a:schemeClr>
          </a:lnRef>
          <a:fillRef idx="1">
            <a:schemeClr val="dk1"/>
          </a:fillRef>
          <a:effectRef idx="0">
            <a:schemeClr val="dk1"/>
          </a:effectRef>
          <a:fontRef idx="minor">
            <a:schemeClr val="lt1"/>
          </a:fontRef>
        </p:style>
        <p:txBody>
          <a:bodyPr wrap="non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he-IL" sz="4400" b="1" dirty="0">
                <a:solidFill>
                  <a:prstClr val="white"/>
                </a:solidFill>
                <a:latin typeface="Assistant" pitchFamily="2" charset="-79"/>
                <a:cs typeface="Assistant" pitchFamily="2" charset="-79"/>
              </a:rPr>
              <a:t>רפורמת סל אישי</a:t>
            </a:r>
            <a:endParaRPr kumimoji="0" lang="he-IL" sz="4400" b="1" i="0" u="none" strike="noStrike" kern="1200" cap="none" spc="0" normalizeH="0" baseline="0" noProof="0" dirty="0">
              <a:ln>
                <a:noFill/>
              </a:ln>
              <a:solidFill>
                <a:prstClr val="white"/>
              </a:solidFill>
              <a:effectLst/>
              <a:uLnTx/>
              <a:uFillTx/>
              <a:latin typeface="Assistant" pitchFamily="2" charset="-79"/>
              <a:cs typeface="Assistant" pitchFamily="2" charset="-79"/>
            </a:endParaRP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200" b="0" i="0" u="none" strike="noStrike" kern="1200" cap="none" spc="0" normalizeH="0" baseline="0" noProof="0" dirty="0">
                <a:ln>
                  <a:noFill/>
                </a:ln>
                <a:solidFill>
                  <a:prstClr val="white"/>
                </a:solidFill>
                <a:effectLst/>
                <a:uLnTx/>
                <a:uFillTx/>
                <a:latin typeface="Assistant" pitchFamily="2" charset="-79"/>
                <a:cs typeface="Assistant" pitchFamily="2" charset="-79"/>
              </a:rPr>
              <a:t>בונים יחד את המחר של כולנו</a:t>
            </a:r>
          </a:p>
        </p:txBody>
      </p:sp>
      <p:sp>
        <p:nvSpPr>
          <p:cNvPr id="3" name="מלבן 2">
            <a:extLst>
              <a:ext uri="{FF2B5EF4-FFF2-40B4-BE49-F238E27FC236}">
                <a16:creationId xmlns:a16="http://schemas.microsoft.com/office/drawing/2014/main" id="{DE0BED49-2911-89CB-A529-BF62D9CA140F}"/>
              </a:ext>
            </a:extLst>
          </p:cNvPr>
          <p:cNvSpPr/>
          <p:nvPr/>
        </p:nvSpPr>
        <p:spPr>
          <a:xfrm>
            <a:off x="2700953" y="5203049"/>
            <a:ext cx="6340619" cy="1054786"/>
          </a:xfrm>
          <a:prstGeom prst="rect">
            <a:avLst/>
          </a:prstGeom>
          <a:solidFill>
            <a:schemeClr val="dk1">
              <a:alpha val="35000"/>
            </a:schemeClr>
          </a:solidFill>
        </p:spPr>
        <p:style>
          <a:lnRef idx="2">
            <a:schemeClr val="dk1">
              <a:shade val="15000"/>
            </a:schemeClr>
          </a:lnRef>
          <a:fillRef idx="1">
            <a:schemeClr val="dk1"/>
          </a:fillRef>
          <a:effectRef idx="0">
            <a:schemeClr val="dk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28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5" name="תיבת טקסט 4">
            <a:extLst>
              <a:ext uri="{FF2B5EF4-FFF2-40B4-BE49-F238E27FC236}">
                <a16:creationId xmlns:a16="http://schemas.microsoft.com/office/drawing/2014/main" id="{48A39273-8FD7-E592-C9C6-8BED67EBCC7E}"/>
              </a:ext>
            </a:extLst>
          </p:cNvPr>
          <p:cNvSpPr txBox="1"/>
          <p:nvPr/>
        </p:nvSpPr>
        <p:spPr>
          <a:xfrm>
            <a:off x="2897330" y="5149839"/>
            <a:ext cx="6144242" cy="110799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200" b="0" i="0" u="none" strike="noStrike" kern="1200" cap="none" spc="0" normalizeH="0" baseline="0" noProof="0" dirty="0">
                <a:ln>
                  <a:noFill/>
                </a:ln>
                <a:solidFill>
                  <a:srgbClr val="FFFFFF"/>
                </a:solidFill>
                <a:effectLst/>
                <a:uLnTx/>
                <a:uFillTx/>
                <a:latin typeface="Assistant" pitchFamily="2" charset="-79"/>
                <a:cs typeface="Assistant" pitchFamily="2" charset="-79"/>
              </a:rPr>
              <a:t>"יחד, נוכל להפוך את מערכת הסיעוד בישראל למודל של חדשנות, יעילות ואיכות חיים - לא רק עבור הדור הנוכחי, אלא גם עבור הדורות הבאים."</a:t>
            </a:r>
          </a:p>
        </p:txBody>
      </p:sp>
      <p:sp>
        <p:nvSpPr>
          <p:cNvPr id="7" name="תיבת טקסט 6">
            <a:extLst>
              <a:ext uri="{FF2B5EF4-FFF2-40B4-BE49-F238E27FC236}">
                <a16:creationId xmlns:a16="http://schemas.microsoft.com/office/drawing/2014/main" id="{2EDD7C5B-B198-4252-F86D-B7B1AB6DC872}"/>
              </a:ext>
            </a:extLst>
          </p:cNvPr>
          <p:cNvSpPr txBox="1"/>
          <p:nvPr/>
        </p:nvSpPr>
        <p:spPr>
          <a:xfrm>
            <a:off x="-696781" y="5934670"/>
            <a:ext cx="2047258" cy="923330"/>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FFFFFF"/>
                </a:solidFill>
                <a:effectLst/>
                <a:uLnTx/>
                <a:uFillTx/>
                <a:latin typeface="Assistant" pitchFamily="2" charset="-79"/>
                <a:cs typeface="Assistant" pitchFamily="2" charset="-79"/>
              </a:rPr>
              <a:t>תודה רבה</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FFFFFF"/>
                </a:solidFill>
                <a:effectLst/>
                <a:uLnTx/>
                <a:uFillTx/>
                <a:latin typeface="Assistant" pitchFamily="2" charset="-79"/>
                <a:cs typeface="Assistant" pitchFamily="2" charset="-79"/>
              </a:rPr>
              <a:t>לשותפים</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FFFFFF"/>
                </a:solidFill>
                <a:effectLst/>
                <a:uLnTx/>
                <a:uFillTx/>
                <a:latin typeface="Assistant" pitchFamily="2" charset="-79"/>
                <a:cs typeface="Assistant" pitchFamily="2" charset="-79"/>
              </a:rPr>
              <a:t> למסע!</a:t>
            </a:r>
          </a:p>
        </p:txBody>
      </p:sp>
    </p:spTree>
    <p:extLst>
      <p:ext uri="{BB962C8B-B14F-4D97-AF65-F5344CB8AC3E}">
        <p14:creationId xmlns:p14="http://schemas.microsoft.com/office/powerpoint/2010/main" val="1536541519"/>
      </p:ext>
    </p:extLst>
  </p:cSld>
  <p:clrMapOvr>
    <a:masterClrMapping/>
  </p:clrMapOvr>
</p:sld>
</file>

<file path=ppt/theme/theme1.xml><?xml version="1.0" encoding="utf-8"?>
<a:theme xmlns:a="http://schemas.openxmlformats.org/drawingml/2006/main" name="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Custom 4">
      <a:majorFont>
        <a:latin typeface="Calibri"/>
        <a:ea typeface=""/>
        <a:cs typeface="Calibri"/>
      </a:majorFont>
      <a:minorFont>
        <a:latin typeface="Calibri"/>
        <a:ea typeface=""/>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r" rtl="1">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ערכת נושא Office">
  <a:themeElements>
    <a:clrScheme name="כחול">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r" rtl="1">
          <a:defRPr dirty="0">
            <a:latin typeface="Calibri" panose="020F0502020204030204" pitchFamily="34" charset="0"/>
            <a:cs typeface="Calibri" panose="020F050202020403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קו בצד עם שם המצגת">
  <a:themeElements>
    <a:clrScheme name="EY colors 2000">
      <a:dk1>
        <a:srgbClr val="3A3A49"/>
      </a:dk1>
      <a:lt1>
        <a:srgbClr val="FFFFFF"/>
      </a:lt1>
      <a:dk2>
        <a:srgbClr val="23232F"/>
      </a:dk2>
      <a:lt2>
        <a:srgbClr val="FFE600"/>
      </a:lt2>
      <a:accent1>
        <a:srgbClr val="3C108A"/>
      </a:accent1>
      <a:accent2>
        <a:srgbClr val="FE4136"/>
      </a:accent2>
      <a:accent3>
        <a:srgbClr val="FE6D01"/>
      </a:accent3>
      <a:accent4>
        <a:srgbClr val="29B656"/>
      </a:accent4>
      <a:accent5>
        <a:srgbClr val="27ACAA"/>
      </a:accent5>
      <a:accent6>
        <a:srgbClr val="188CE5"/>
      </a:accent6>
      <a:hlink>
        <a:srgbClr val="585BFF"/>
      </a:hlink>
      <a:folHlink>
        <a:srgbClr val="585BFF"/>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4.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Custom 4">
      <a:majorFont>
        <a:latin typeface="Calibri"/>
        <a:ea typeface=""/>
        <a:cs typeface="Calibri"/>
      </a:majorFont>
      <a:minorFont>
        <a:latin typeface="Calibri"/>
        <a:ea typeface=""/>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r" rtl="1">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_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3_ערכת נושא Office">
  <a:themeElements>
    <a:clrScheme name="כחול">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r" rtl="1">
          <a:defRPr dirty="0">
            <a:latin typeface="Calibri" panose="020F0502020204030204" pitchFamily="34" charset="0"/>
            <a:cs typeface="Calibri" panose="020F050202020403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6547</TotalTime>
  <Words>1429</Words>
  <Application>Microsoft Office PowerPoint</Application>
  <PresentationFormat>מסך רחב</PresentationFormat>
  <Paragraphs>281</Paragraphs>
  <Slides>20</Slides>
  <Notes>13</Notes>
  <HiddenSlides>1</HiddenSlides>
  <MMClips>0</MMClips>
  <ScaleCrop>false</ScaleCrop>
  <HeadingPairs>
    <vt:vector size="6" baseType="variant">
      <vt:variant>
        <vt:lpstr>גופנים בשימוש</vt:lpstr>
      </vt:variant>
      <vt:variant>
        <vt:i4>14</vt:i4>
      </vt:variant>
      <vt:variant>
        <vt:lpstr>ערכת נושא</vt:lpstr>
      </vt:variant>
      <vt:variant>
        <vt:i4>8</vt:i4>
      </vt:variant>
      <vt:variant>
        <vt:lpstr>כותרות שקופיות</vt:lpstr>
      </vt:variant>
      <vt:variant>
        <vt:i4>20</vt:i4>
      </vt:variant>
    </vt:vector>
  </HeadingPairs>
  <TitlesOfParts>
    <vt:vector size="42" baseType="lpstr">
      <vt:lpstr>Abadi Extra Light</vt:lpstr>
      <vt:lpstr>Arial</vt:lpstr>
      <vt:lpstr>Assistant</vt:lpstr>
      <vt:lpstr>Assistant ExtraBold</vt:lpstr>
      <vt:lpstr>Assistant Light</vt:lpstr>
      <vt:lpstr>Assistant SemiBold</vt:lpstr>
      <vt:lpstr>Calibri</vt:lpstr>
      <vt:lpstr>Calibri Light</vt:lpstr>
      <vt:lpstr>EYInterstate Light</vt:lpstr>
      <vt:lpstr>Heebo Black</vt:lpstr>
      <vt:lpstr>Open Sans</vt:lpstr>
      <vt:lpstr>Segoe UI</vt:lpstr>
      <vt:lpstr>Segoe UI Semilight</vt:lpstr>
      <vt:lpstr>Wingdings</vt:lpstr>
      <vt:lpstr>Office Theme</vt:lpstr>
      <vt:lpstr>2_ערכת נושא Office</vt:lpstr>
      <vt:lpstr>קו בצד עם שם המצגת</vt:lpstr>
      <vt:lpstr>1_Office Theme</vt:lpstr>
      <vt:lpstr>2_Office Theme</vt:lpstr>
      <vt:lpstr>ערכת נושא Office</vt:lpstr>
      <vt:lpstr>1_ערכת נושא Office</vt:lpstr>
      <vt:lpstr>3_ערכת נושא Office</vt:lpstr>
      <vt:lpstr>מצגת של PowerPoint‏</vt:lpstr>
      <vt:lpstr>מצגת של PowerPoint‏</vt:lpstr>
      <vt:lpstr>מספר ושיעור זכאי גמלת סיעוד לפי שנים </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ועדה בין משרדית וחוק ההסדרים</vt:lpstr>
      <vt:lpstr>מצגת של PowerPoint‏</vt:lpstr>
      <vt:lpstr>מצגת של PowerPoint‏</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אביעד יצחק</dc:creator>
  <cp:lastModifiedBy>אביעד  יצחקי</cp:lastModifiedBy>
  <cp:revision>45</cp:revision>
  <dcterms:created xsi:type="dcterms:W3CDTF">2024-09-29T19:32:29Z</dcterms:created>
  <dcterms:modified xsi:type="dcterms:W3CDTF">2025-05-21T10:28:34Z</dcterms:modified>
</cp:coreProperties>
</file>