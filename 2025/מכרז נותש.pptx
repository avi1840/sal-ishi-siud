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5.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p:sldMasterIdLst>
    <p:sldMasterId id="2147483685" r:id="rId4"/>
    <p:sldMasterId id="2147483715" r:id="rId5"/>
    <p:sldMasterId id="2147483737" r:id="rId6"/>
    <p:sldMasterId id="2147483755" r:id="rId7"/>
    <p:sldMasterId id="2147483775" r:id="rId8"/>
    <p:sldMasterId id="2147483788" r:id="rId9"/>
  </p:sldMasterIdLst>
  <p:notesMasterIdLst>
    <p:notesMasterId r:id="rId31"/>
  </p:notesMasterIdLst>
  <p:handoutMasterIdLst>
    <p:handoutMasterId r:id="rId32"/>
  </p:handoutMasterIdLst>
  <p:sldIdLst>
    <p:sldId id="366" r:id="rId10"/>
    <p:sldId id="360" r:id="rId11"/>
    <p:sldId id="365" r:id="rId12"/>
    <p:sldId id="367" r:id="rId13"/>
    <p:sldId id="356" r:id="rId14"/>
    <p:sldId id="368" r:id="rId15"/>
    <p:sldId id="256" r:id="rId16"/>
    <p:sldId id="257" r:id="rId17"/>
    <p:sldId id="258" r:id="rId18"/>
    <p:sldId id="259" r:id="rId19"/>
    <p:sldId id="2145707340" r:id="rId20"/>
    <p:sldId id="2145707317" r:id="rId21"/>
    <p:sldId id="2145707238" r:id="rId22"/>
    <p:sldId id="288" r:id="rId23"/>
    <p:sldId id="2145706440" r:id="rId24"/>
    <p:sldId id="2145707335" r:id="rId25"/>
    <p:sldId id="2147471345" r:id="rId26"/>
    <p:sldId id="2147471317" r:id="rId27"/>
    <p:sldId id="2147471344" r:id="rId28"/>
    <p:sldId id="2147471303" r:id="rId29"/>
    <p:sldId id="364" r:id="rId30"/>
  </p:sldIdLst>
  <p:sldSz cx="12192000" cy="6858000"/>
  <p:notesSz cx="6797675" cy="9926638"/>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A604"/>
    <a:srgbClr val="1D4779"/>
    <a:srgbClr val="8FAADC"/>
    <a:srgbClr val="002060"/>
    <a:srgbClr val="FFCC33"/>
    <a:srgbClr val="ED7D31"/>
    <a:srgbClr val="70AD47"/>
    <a:srgbClr val="005383"/>
    <a:srgbClr val="FFE484"/>
    <a:srgbClr val="35C1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סגנון ביניים 1 - הדגשה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סגנון ביניים 3 - הדגשה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796" autoAdjust="0"/>
    <p:restoredTop sz="95343" autoAdjust="0"/>
  </p:normalViewPr>
  <p:slideViewPr>
    <p:cSldViewPr snapToGrid="0">
      <p:cViewPr varScale="1">
        <p:scale>
          <a:sx n="51" d="100"/>
          <a:sy n="51" d="100"/>
        </p:scale>
        <p:origin x="1248" y="2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226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theme" Target="theme/theme1.xml"/><Relationship Id="rId8" Type="http://schemas.openxmlformats.org/officeDocument/2006/relationships/slideMaster" Target="slideMasters/slideMaster5.xml"/></Relationships>
</file>

<file path=ppt/charts/_rels/chart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schemeClr val="tx1"/>
                </a:solidFill>
                <a:latin typeface="Assistant" pitchFamily="2" charset="-79"/>
                <a:cs typeface="Assistant" pitchFamily="2" charset="-79"/>
              </a:rPr>
              <a:t>ROI</a:t>
            </a:r>
            <a:r>
              <a:rPr lang="he-IL" sz="2400" b="1" i="0" u="none" strike="noStrike" kern="1200" baseline="0" dirty="0">
                <a:solidFill>
                  <a:schemeClr val="tx1"/>
                </a:solidFill>
                <a:latin typeface="Assistant" pitchFamily="2" charset="-79"/>
                <a:cs typeface="Assistant" pitchFamily="2" charset="-79"/>
              </a:rPr>
              <a:t> במניעה לשנה לפי רמות סיעוד</a:t>
            </a:r>
            <a:endParaRPr lang="he-IL" sz="4000" dirty="0">
              <a:solidFill>
                <a:schemeClr val="tx1"/>
              </a:solidFill>
              <a:latin typeface="Assistant" pitchFamily="2" charset="-79"/>
              <a:cs typeface="Assistant" pitchFamily="2" charset="-79"/>
            </a:endParaRPr>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rgbClr val="0070C0"/>
            </a:soli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45F-48C4-ABE1-41C8E46A4540}"/>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5F-48C4-ABE1-41C8E46A4540}"/>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45F-48C4-ABE1-41C8E46A4540}"/>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45F-48C4-ABE1-41C8E46A4540}"/>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45F-48C4-ABE1-41C8E46A4540}"/>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45F-48C4-ABE1-41C8E46A454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6-345F-48C4-ABE1-41C8E46A4540}"/>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52016" y="0"/>
            <a:ext cx="2945659" cy="498056"/>
          </a:xfrm>
          <a:prstGeom prst="rect">
            <a:avLst/>
          </a:prstGeom>
        </p:spPr>
        <p:txBody>
          <a:bodyPr vert="horz" lIns="91440" tIns="45720" rIns="91440" bIns="45720" rtlCol="1"/>
          <a:lstStyle>
            <a:lvl1pPr algn="r" rtl="1">
              <a:defRPr sz="1200"/>
            </a:lvl1pPr>
          </a:lstStyle>
          <a:p>
            <a:pPr algn="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3" name="מציין מיקום של תאריך 2"/>
          <p:cNvSpPr>
            <a:spLocks noGrp="1"/>
          </p:cNvSpPr>
          <p:nvPr>
            <p:ph type="dt" sz="quarter" idx="1"/>
          </p:nvPr>
        </p:nvSpPr>
        <p:spPr>
          <a:xfrm flipH="1">
            <a:off x="1573" y="0"/>
            <a:ext cx="2945659" cy="498056"/>
          </a:xfrm>
          <a:prstGeom prst="rect">
            <a:avLst/>
          </a:prstGeom>
        </p:spPr>
        <p:txBody>
          <a:bodyPr vert="horz" lIns="91440" tIns="45720" rIns="91440" bIns="45720" rtlCol="1"/>
          <a:lstStyle>
            <a:lvl1pPr algn="r" rtl="1">
              <a:defRPr sz="1200"/>
            </a:lvl1pPr>
          </a:lstStyle>
          <a:p>
            <a:pPr algn="l" rtl="1"/>
            <a:fld id="{016416FC-43B9-4306-A456-B11DCD73D032}" type="datetime1">
              <a:rPr lang="he-IL" smtClean="0">
                <a:latin typeface="Tahoma" panose="020B0604030504040204" pitchFamily="34" charset="0"/>
                <a:ea typeface="Tahoma" panose="020B0604030504040204" pitchFamily="34" charset="0"/>
                <a:cs typeface="Tahoma" panose="020B0604030504040204" pitchFamily="34" charset="0"/>
              </a:rPr>
              <a:t>כ"ח/חשון/תשפ"ו</a:t>
            </a:fld>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4" name="מציין מיקום של כותרת תחתונה 3"/>
          <p:cNvSpPr>
            <a:spLocks noGrp="1"/>
          </p:cNvSpPr>
          <p:nvPr>
            <p:ph type="ftr" sz="quarter" idx="2"/>
          </p:nvPr>
        </p:nvSpPr>
        <p:spPr>
          <a:xfrm flipH="1">
            <a:off x="3852016" y="9428584"/>
            <a:ext cx="2945659" cy="498055"/>
          </a:xfrm>
          <a:prstGeom prst="rect">
            <a:avLst/>
          </a:prstGeom>
        </p:spPr>
        <p:txBody>
          <a:bodyPr vert="horz" lIns="91440" tIns="45720" rIns="91440" bIns="45720" rtlCol="1" anchor="b"/>
          <a:lstStyle>
            <a:lvl1pPr algn="r" rtl="1">
              <a:defRPr sz="1200"/>
            </a:lvl1pPr>
          </a:lstStyle>
          <a:p>
            <a:pPr algn="r" rtl="1"/>
            <a:endParaRPr lang="he-IL">
              <a:latin typeface="Tahoma" panose="020B0604030504040204" pitchFamily="34" charset="0"/>
              <a:ea typeface="Tahoma" panose="020B0604030504040204" pitchFamily="34" charset="0"/>
              <a:cs typeface="Tahoma" panose="020B0604030504040204" pitchFamily="34" charset="0"/>
            </a:endParaRPr>
          </a:p>
        </p:txBody>
      </p:sp>
      <p:sp>
        <p:nvSpPr>
          <p:cNvPr id="5" name="מציין מיקום של מספר שקופית 4"/>
          <p:cNvSpPr>
            <a:spLocks noGrp="1"/>
          </p:cNvSpPr>
          <p:nvPr>
            <p:ph type="sldNum" sz="quarter" idx="3"/>
          </p:nvPr>
        </p:nvSpPr>
        <p:spPr>
          <a:xfrm flipH="1">
            <a:off x="1573" y="9428584"/>
            <a:ext cx="2945659" cy="498055"/>
          </a:xfrm>
          <a:prstGeom prst="rect">
            <a:avLst/>
          </a:prstGeom>
        </p:spPr>
        <p:txBody>
          <a:bodyPr vert="horz" lIns="91440" tIns="45720" rIns="91440" bIns="45720" rtlCol="1" anchor="b"/>
          <a:lstStyle>
            <a:lvl1pPr algn="r" rtl="1">
              <a:defRPr sz="1200"/>
            </a:lvl1pPr>
          </a:lstStyle>
          <a:p>
            <a:pPr algn="l" rtl="1"/>
            <a:fld id="{FB53ADFC-ABB8-401A-BB24-33FDAFEDCEBD}" type="slidenum">
              <a:rPr lang="he-IL" smtClean="0">
                <a:latin typeface="Tahoma" panose="020B0604030504040204" pitchFamily="34" charset="0"/>
                <a:ea typeface="Tahoma" panose="020B0604030504040204" pitchFamily="34" charset="0"/>
                <a:cs typeface="Tahoma" panose="020B0604030504040204" pitchFamily="34" charset="0"/>
              </a:rPr>
              <a:pPr algn="l" rtl="1"/>
              <a:t>‹#›</a:t>
            </a:fld>
            <a:endParaRPr lang="he-I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52016" y="0"/>
            <a:ext cx="2945659" cy="498056"/>
          </a:xfrm>
          <a:prstGeom prst="rect">
            <a:avLst/>
          </a:prstGeom>
        </p:spPr>
        <p:txBody>
          <a:bodyPr vert="horz" lIns="91440" tIns="45720" rIns="91440" bIns="45720" rtlCol="1"/>
          <a:lstStyle>
            <a:lvl1pPr algn="r" rtl="1">
              <a:defRPr sz="1200">
                <a:latin typeface="Tahoma" panose="020B0604030504040204" pitchFamily="34" charset="0"/>
                <a:ea typeface="Tahoma" panose="020B0604030504040204" pitchFamily="34" charset="0"/>
                <a:cs typeface="Tahoma" panose="020B0604030504040204" pitchFamily="34" charset="0"/>
              </a:defRPr>
            </a:lvl1pPr>
          </a:lstStyle>
          <a:p>
            <a:endParaRPr lang="he-IL" noProof="0"/>
          </a:p>
        </p:txBody>
      </p:sp>
      <p:sp>
        <p:nvSpPr>
          <p:cNvPr id="3" name="מציין מיקום של תאריך 2"/>
          <p:cNvSpPr>
            <a:spLocks noGrp="1"/>
          </p:cNvSpPr>
          <p:nvPr>
            <p:ph type="dt" idx="1"/>
          </p:nvPr>
        </p:nvSpPr>
        <p:spPr>
          <a:xfrm flipH="1">
            <a:off x="1573" y="0"/>
            <a:ext cx="2945659" cy="498056"/>
          </a:xfrm>
          <a:prstGeom prst="rect">
            <a:avLst/>
          </a:prstGeom>
        </p:spPr>
        <p:txBody>
          <a:bodyPr vert="horz" lIns="91440" tIns="45720" rIns="91440" bIns="45720" rtlCol="1"/>
          <a:lstStyle>
            <a:lvl1pPr algn="l" rtl="1">
              <a:defRPr sz="1200">
                <a:latin typeface="Tahoma" panose="020B0604030504040204" pitchFamily="34" charset="0"/>
                <a:ea typeface="Tahoma" panose="020B0604030504040204" pitchFamily="34" charset="0"/>
                <a:cs typeface="Tahoma" panose="020B0604030504040204" pitchFamily="34" charset="0"/>
              </a:defRPr>
            </a:lvl1pPr>
          </a:lstStyle>
          <a:p>
            <a:fld id="{B04DC207-6933-4158-AE0F-AEC727BFF656}" type="datetime1">
              <a:rPr lang="he-IL" smtClean="0"/>
              <a:pPr/>
              <a:t>כ"ח/חשון/תשפ"ו</a:t>
            </a:fld>
            <a:endParaRPr lang="he-IL" dirty="0"/>
          </a:p>
        </p:txBody>
      </p:sp>
      <p:sp>
        <p:nvSpPr>
          <p:cNvPr id="4" name="מציין מיקום של תמונת שקופית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1" anchor="ctr"/>
          <a:lstStyle/>
          <a:p>
            <a:pPr rtl="1"/>
            <a:endParaRPr lang="he-IL" noProof="0"/>
          </a:p>
        </p:txBody>
      </p:sp>
      <p:sp>
        <p:nvSpPr>
          <p:cNvPr id="5" name="מציין מיקום של הערות 4"/>
          <p:cNvSpPr>
            <a:spLocks noGrp="1"/>
          </p:cNvSpPr>
          <p:nvPr>
            <p:ph type="body" sz="quarter" idx="3"/>
          </p:nvPr>
        </p:nvSpPr>
        <p:spPr>
          <a:xfrm flipH="1">
            <a:off x="679768" y="4777194"/>
            <a:ext cx="5438140" cy="3908614"/>
          </a:xfrm>
          <a:prstGeom prst="rect">
            <a:avLst/>
          </a:prstGeom>
        </p:spPr>
        <p:txBody>
          <a:bodyPr vert="horz" lIns="91440" tIns="45720" rIns="91440" bIns="45720" rtlCol="1"/>
          <a:lstStyle/>
          <a:p>
            <a:pPr lvl="0" rtl="1"/>
            <a:r>
              <a:rPr lang="he-IL" noProof="0" dirty="0"/>
              <a:t>לחץ כדי לערוך סגנונות טקסט של תבנית בסיס</a:t>
            </a:r>
          </a:p>
          <a:p>
            <a:pPr lvl="1" rtl="1"/>
            <a:r>
              <a:rPr lang="he-IL" noProof="0" dirty="0"/>
              <a:t>רמה שניה</a:t>
            </a:r>
          </a:p>
          <a:p>
            <a:pPr lvl="2" rtl="1"/>
            <a:r>
              <a:rPr lang="he-IL" noProof="0" dirty="0"/>
              <a:t>רמה שלישית</a:t>
            </a:r>
          </a:p>
          <a:p>
            <a:pPr lvl="3" rtl="1"/>
            <a:r>
              <a:rPr lang="he-IL" noProof="0" dirty="0"/>
              <a:t>רמה רביעית</a:t>
            </a:r>
          </a:p>
          <a:p>
            <a:pPr lvl="4" rtl="1"/>
            <a:r>
              <a:rPr lang="he-IL" noProof="0" dirty="0"/>
              <a:t>רמה חמישית</a:t>
            </a:r>
          </a:p>
        </p:txBody>
      </p:sp>
      <p:sp>
        <p:nvSpPr>
          <p:cNvPr id="6" name="מציין מיקום של כותרת תחתונה 5"/>
          <p:cNvSpPr>
            <a:spLocks noGrp="1"/>
          </p:cNvSpPr>
          <p:nvPr>
            <p:ph type="ftr" sz="quarter" idx="4"/>
          </p:nvPr>
        </p:nvSpPr>
        <p:spPr>
          <a:xfrm flipH="1">
            <a:off x="3852016" y="9428584"/>
            <a:ext cx="2945659" cy="498055"/>
          </a:xfrm>
          <a:prstGeom prst="rect">
            <a:avLst/>
          </a:prstGeom>
        </p:spPr>
        <p:txBody>
          <a:bodyPr vert="horz" lIns="91440" tIns="45720" rIns="91440" bIns="45720" rtlCol="1" anchor="b"/>
          <a:lstStyle>
            <a:lvl1pPr algn="r" rtl="1">
              <a:defRPr sz="1200">
                <a:latin typeface="Tahoma" panose="020B0604030504040204" pitchFamily="34" charset="0"/>
                <a:ea typeface="Tahoma" panose="020B0604030504040204" pitchFamily="34" charset="0"/>
                <a:cs typeface="Tahoma" panose="020B0604030504040204" pitchFamily="34" charset="0"/>
              </a:defRPr>
            </a:lvl1pPr>
          </a:lstStyle>
          <a:p>
            <a:endParaRPr lang="he-IL" noProof="0"/>
          </a:p>
        </p:txBody>
      </p:sp>
      <p:sp>
        <p:nvSpPr>
          <p:cNvPr id="7" name="מציין מיקום של מספר שקופית 6"/>
          <p:cNvSpPr>
            <a:spLocks noGrp="1"/>
          </p:cNvSpPr>
          <p:nvPr>
            <p:ph type="sldNum" sz="quarter" idx="5"/>
          </p:nvPr>
        </p:nvSpPr>
        <p:spPr>
          <a:xfrm flipH="1">
            <a:off x="1573" y="9428584"/>
            <a:ext cx="2945659" cy="498055"/>
          </a:xfrm>
          <a:prstGeom prst="rect">
            <a:avLst/>
          </a:prstGeom>
        </p:spPr>
        <p:txBody>
          <a:bodyPr vert="horz" lIns="91440" tIns="45720" rIns="91440" bIns="45720" rtlCol="1" anchor="b"/>
          <a:lstStyle>
            <a:lvl1pPr algn="l" rtl="1">
              <a:defRPr sz="1200">
                <a:latin typeface="Tahoma" panose="020B0604030504040204" pitchFamily="34" charset="0"/>
                <a:ea typeface="Tahoma" panose="020B0604030504040204" pitchFamily="34" charset="0"/>
                <a:cs typeface="Tahoma" panose="020B0604030504040204" pitchFamily="34" charset="0"/>
              </a:defRPr>
            </a:lvl1pPr>
          </a:lstStyle>
          <a:p>
            <a:fld id="{4B725628-3A68-42F4-BA86-981817953149}" type="slidenum">
              <a:rPr lang="he-IL" smtClean="0"/>
              <a:pPr/>
              <a:t>‹#›</a:t>
            </a:fld>
            <a:endParaRPr lang="he-IL"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algn="r" defTabSz="914400" rtl="1" eaLnBrk="1" latinLnBrk="0" hangingPunct="1">
      <a:defRPr sz="12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4B725628-3A68-42F4-BA86-981817953149}" type="slidenum">
              <a:rPr lang="he-IL" smtClean="0"/>
              <a:pPr/>
              <a:t>2</a:t>
            </a:fld>
            <a:endParaRPr lang="he-IL" dirty="0"/>
          </a:p>
        </p:txBody>
      </p:sp>
    </p:spTree>
    <p:extLst>
      <p:ext uri="{BB962C8B-B14F-4D97-AF65-F5344CB8AC3E}">
        <p14:creationId xmlns:p14="http://schemas.microsoft.com/office/powerpoint/2010/main" val="2541622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4B725628-3A68-42F4-BA86-981817953149}" type="slidenum">
              <a:rPr lang="he-IL" smtClean="0"/>
              <a:pPr/>
              <a:t>3</a:t>
            </a:fld>
            <a:endParaRPr lang="he-IL" dirty="0"/>
          </a:p>
        </p:txBody>
      </p:sp>
    </p:spTree>
    <p:extLst>
      <p:ext uri="{BB962C8B-B14F-4D97-AF65-F5344CB8AC3E}">
        <p14:creationId xmlns:p14="http://schemas.microsoft.com/office/powerpoint/2010/main" val="93603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4B725628-3A68-42F4-BA86-981817953149}" type="slidenum">
              <a:rPr lang="he-IL" smtClean="0"/>
              <a:pPr/>
              <a:t>4</a:t>
            </a:fld>
            <a:endParaRPr lang="he-IL" dirty="0"/>
          </a:p>
        </p:txBody>
      </p:sp>
    </p:spTree>
    <p:extLst>
      <p:ext uri="{BB962C8B-B14F-4D97-AF65-F5344CB8AC3E}">
        <p14:creationId xmlns:p14="http://schemas.microsoft.com/office/powerpoint/2010/main" val="3230160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96DD67B-BCCD-4CCF-8847-28FEBF3D9E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39321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022846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29877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6A13-D5E5-CBA7-7503-1EA288561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46C61-7195-58E2-967C-C4FA06B8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90437-D72C-8DFC-1212-21E5E16BCB1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ABA4D01-BFC7-F148-BE4E-64BC0B6961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4294114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
        <p:nvSpPr>
          <p:cNvPr id="4" name="מציין מיקום של תאריך 3"/>
          <p:cNvSpPr>
            <a:spLocks noGrp="1"/>
          </p:cNvSpPr>
          <p:nvPr>
            <p:ph type="dt" sz="half" idx="10"/>
          </p:nvPr>
        </p:nvSpPr>
        <p:spPr/>
        <p:txBody>
          <a:bodyPr/>
          <a:lstStyle/>
          <a:p>
            <a:fld id="{041B3943-1EAC-49AD-9FE1-0C76E29DC148}" type="datetime1">
              <a:rPr lang="he-IL" smtClean="0">
                <a:solidFill>
                  <a:prstClr val="black">
                    <a:tint val="75000"/>
                  </a:prstClr>
                </a:solidFill>
              </a:rPr>
              <a:pPr/>
              <a:t>כ"ח/חשון/תשפ"ו</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dirty="0">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pic>
        <p:nvPicPr>
          <p:cNvPr id="7" name="תמונה 6">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userDrawn="1"/>
        </p:nvPicPr>
        <p:blipFill rotWithShape="1">
          <a:blip r:embed="rId2"/>
          <a:srcRect r="52444" b="-1"/>
          <a:stretch/>
        </p:blipFill>
        <p:spPr>
          <a:xfrm flipH="1">
            <a:off x="-4174" y="0"/>
            <a:ext cx="12191980" cy="6858000"/>
          </a:xfrm>
          <a:prstGeom prst="rect">
            <a:avLst/>
          </a:prstGeom>
        </p:spPr>
      </p:pic>
      <p:sp>
        <p:nvSpPr>
          <p:cNvPr id="8" name="מלבן 7"/>
          <p:cNvSpPr/>
          <p:nvPr userDrawn="1"/>
        </p:nvSpPr>
        <p:spPr>
          <a:xfrm>
            <a:off x="-4174" y="4271867"/>
            <a:ext cx="7876688" cy="761760"/>
          </a:xfrm>
          <a:prstGeom prst="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sp>
        <p:nvSpPr>
          <p:cNvPr id="9" name="כותרת 1">
            <a:extLst>
              <a:ext uri="{FF2B5EF4-FFF2-40B4-BE49-F238E27FC236}">
                <a16:creationId xmlns:a16="http://schemas.microsoft.com/office/drawing/2014/main" id="{DE3D84FB-5D02-47D2-98FD-4F01A02E2AEA}"/>
              </a:ext>
            </a:extLst>
          </p:cNvPr>
          <p:cNvSpPr>
            <a:spLocks noGrp="1"/>
          </p:cNvSpPr>
          <p:nvPr>
            <p:ph type="ctrTitle" hasCustomPrompt="1"/>
          </p:nvPr>
        </p:nvSpPr>
        <p:spPr>
          <a:xfrm flipH="1">
            <a:off x="-89902" y="4231430"/>
            <a:ext cx="7866240" cy="761760"/>
          </a:xfrm>
          <a:prstGeom prst="rect">
            <a:avLst/>
          </a:prstGeom>
        </p:spPr>
        <p:txBody>
          <a:bodyPr rtlCol="1" anchor="b">
            <a:normAutofit/>
          </a:bodyPr>
          <a:lstStyle>
            <a:lvl1pPr>
              <a:defRPr spc="150" baseline="0">
                <a:solidFill>
                  <a:schemeClr val="bg1"/>
                </a:solidFill>
              </a:defRPr>
            </a:lvl1pPr>
          </a:lstStyle>
          <a:p>
            <a:pPr algn="r"/>
            <a:r>
              <a:rPr lang="he-IL" dirty="0"/>
              <a:t>אגף נכות</a:t>
            </a:r>
          </a:p>
        </p:txBody>
      </p:sp>
      <p:pic>
        <p:nvPicPr>
          <p:cNvPr id="11" name="תמונה 10"/>
          <p:cNvPicPr>
            <a:picLocks noChangeAspect="1"/>
          </p:cNvPicPr>
          <p:nvPr userDrawn="1"/>
        </p:nvPicPr>
        <p:blipFill rotWithShape="1">
          <a:blip r:embed="rId3">
            <a:extLst>
              <a:ext uri="{28A0092B-C50C-407E-A947-70E740481C1C}">
                <a14:useLocalDpi xmlns:a14="http://schemas.microsoft.com/office/drawing/2010/main" val="0"/>
              </a:ext>
            </a:extLst>
          </a:blip>
          <a:srcRect l="80090"/>
          <a:stretch/>
        </p:blipFill>
        <p:spPr>
          <a:xfrm>
            <a:off x="9325647" y="4083393"/>
            <a:ext cx="1544708" cy="1720231"/>
          </a:xfrm>
          <a:prstGeom prst="rect">
            <a:avLst/>
          </a:prstGeom>
        </p:spPr>
      </p:pic>
      <p:sp>
        <p:nvSpPr>
          <p:cNvPr id="13" name="מלבן 12"/>
          <p:cNvSpPr/>
          <p:nvPr userDrawn="1"/>
        </p:nvSpPr>
        <p:spPr>
          <a:xfrm>
            <a:off x="-4174" y="3477352"/>
            <a:ext cx="7887134" cy="81597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pic>
        <p:nvPicPr>
          <p:cNvPr id="2" name="תמונה 1"/>
          <p:cNvPicPr>
            <a:picLocks noChangeAspect="1"/>
          </p:cNvPicPr>
          <p:nvPr userDrawn="1"/>
        </p:nvPicPr>
        <p:blipFill rotWithShape="1">
          <a:blip r:embed="rId3">
            <a:extLst>
              <a:ext uri="{28A0092B-C50C-407E-A947-70E740481C1C}">
                <a14:useLocalDpi xmlns:a14="http://schemas.microsoft.com/office/drawing/2010/main" val="0"/>
              </a:ext>
            </a:extLst>
          </a:blip>
          <a:srcRect t="17192" r="20484" b="49377"/>
          <a:stretch/>
        </p:blipFill>
        <p:spPr>
          <a:xfrm>
            <a:off x="1583570" y="3547974"/>
            <a:ext cx="6141401" cy="572491"/>
          </a:xfrm>
          <a:prstGeom prst="rect">
            <a:avLst/>
          </a:prstGeom>
        </p:spPr>
      </p:pic>
      <p:grpSp>
        <p:nvGrpSpPr>
          <p:cNvPr id="15" name="קבוצה 14"/>
          <p:cNvGrpSpPr/>
          <p:nvPr userDrawn="1"/>
        </p:nvGrpSpPr>
        <p:grpSpPr>
          <a:xfrm flipH="1">
            <a:off x="7842880" y="3477352"/>
            <a:ext cx="0" cy="785408"/>
            <a:chOff x="11449050" y="988249"/>
            <a:chExt cx="0" cy="1103976"/>
          </a:xfrm>
        </p:grpSpPr>
        <p:cxnSp>
          <p:nvCxnSpPr>
            <p:cNvPr id="16" name="מחבר ישר 15"/>
            <p:cNvCxnSpPr>
              <a:cxnSpLocks/>
            </p:cNvCxnSpPr>
            <p:nvPr userDrawn="1"/>
          </p:nvCxnSpPr>
          <p:spPr>
            <a:xfrm flipV="1">
              <a:off x="11449050" y="988249"/>
              <a:ext cx="0" cy="516701"/>
            </a:xfrm>
            <a:prstGeom prst="line">
              <a:avLst/>
            </a:prstGeom>
            <a:ln w="76200">
              <a:solidFill>
                <a:srgbClr val="35C1EF"/>
              </a:solidFill>
            </a:ln>
          </p:spPr>
          <p:style>
            <a:lnRef idx="1">
              <a:schemeClr val="accent1"/>
            </a:lnRef>
            <a:fillRef idx="0">
              <a:schemeClr val="accent1"/>
            </a:fillRef>
            <a:effectRef idx="0">
              <a:schemeClr val="accent1"/>
            </a:effectRef>
            <a:fontRef idx="minor">
              <a:schemeClr val="tx1"/>
            </a:fontRef>
          </p:style>
        </p:cxnSp>
        <p:cxnSp>
          <p:nvCxnSpPr>
            <p:cNvPr id="17" name="מחבר ישר 16"/>
            <p:cNvCxnSpPr>
              <a:cxnSpLocks/>
            </p:cNvCxnSpPr>
            <p:nvPr userDrawn="1"/>
          </p:nvCxnSpPr>
          <p:spPr>
            <a:xfrm flipH="1" flipV="1">
              <a:off x="11449050" y="1454231"/>
              <a:ext cx="0" cy="279891"/>
            </a:xfrm>
            <a:prstGeom prst="line">
              <a:avLst/>
            </a:prstGeom>
            <a:ln w="76200">
              <a:solidFill>
                <a:srgbClr val="35C1EF"/>
              </a:solidFill>
            </a:ln>
          </p:spPr>
          <p:style>
            <a:lnRef idx="1">
              <a:schemeClr val="accent1"/>
            </a:lnRef>
            <a:fillRef idx="0">
              <a:schemeClr val="accent1"/>
            </a:fillRef>
            <a:effectRef idx="0">
              <a:schemeClr val="accent1"/>
            </a:effectRef>
            <a:fontRef idx="minor">
              <a:schemeClr val="tx1"/>
            </a:fontRef>
          </p:style>
        </p:cxnSp>
        <p:cxnSp>
          <p:nvCxnSpPr>
            <p:cNvPr id="18" name="מחבר ישר 17"/>
            <p:cNvCxnSpPr>
              <a:cxnSpLocks/>
            </p:cNvCxnSpPr>
            <p:nvPr userDrawn="1"/>
          </p:nvCxnSpPr>
          <p:spPr>
            <a:xfrm flipH="1" flipV="1">
              <a:off x="11449050" y="1763756"/>
              <a:ext cx="0" cy="117817"/>
            </a:xfrm>
            <a:prstGeom prst="line">
              <a:avLst/>
            </a:prstGeom>
            <a:ln w="76200">
              <a:solidFill>
                <a:srgbClr val="35C1EF"/>
              </a:solidFill>
            </a:ln>
          </p:spPr>
          <p:style>
            <a:lnRef idx="1">
              <a:schemeClr val="accent1"/>
            </a:lnRef>
            <a:fillRef idx="0">
              <a:schemeClr val="accent1"/>
            </a:fillRef>
            <a:effectRef idx="0">
              <a:schemeClr val="accent1"/>
            </a:effectRef>
            <a:fontRef idx="minor">
              <a:schemeClr val="tx1"/>
            </a:fontRef>
          </p:style>
        </p:cxnSp>
        <p:cxnSp>
          <p:nvCxnSpPr>
            <p:cNvPr id="19" name="מחבר ישר 18"/>
            <p:cNvCxnSpPr>
              <a:cxnSpLocks/>
            </p:cNvCxnSpPr>
            <p:nvPr userDrawn="1"/>
          </p:nvCxnSpPr>
          <p:spPr>
            <a:xfrm flipH="1" flipV="1">
              <a:off x="11449050" y="1911028"/>
              <a:ext cx="0" cy="93123"/>
            </a:xfrm>
            <a:prstGeom prst="line">
              <a:avLst/>
            </a:prstGeom>
            <a:ln w="76200">
              <a:solidFill>
                <a:srgbClr val="35C1EF"/>
              </a:solidFill>
            </a:ln>
          </p:spPr>
          <p:style>
            <a:lnRef idx="1">
              <a:schemeClr val="accent1"/>
            </a:lnRef>
            <a:fillRef idx="0">
              <a:schemeClr val="accent1"/>
            </a:fillRef>
            <a:effectRef idx="0">
              <a:schemeClr val="accent1"/>
            </a:effectRef>
            <a:fontRef idx="minor">
              <a:schemeClr val="tx1"/>
            </a:fontRef>
          </p:style>
        </p:cxnSp>
        <p:cxnSp>
          <p:nvCxnSpPr>
            <p:cNvPr id="20" name="מחבר ישר 19"/>
            <p:cNvCxnSpPr>
              <a:cxnSpLocks/>
            </p:cNvCxnSpPr>
            <p:nvPr userDrawn="1"/>
          </p:nvCxnSpPr>
          <p:spPr>
            <a:xfrm flipH="1" flipV="1">
              <a:off x="11449050" y="2028846"/>
              <a:ext cx="0" cy="63379"/>
            </a:xfrm>
            <a:prstGeom prst="line">
              <a:avLst/>
            </a:prstGeom>
            <a:ln w="76200">
              <a:solidFill>
                <a:srgbClr val="35C1E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46104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bg>
      <p:bgPr>
        <a:solidFill>
          <a:schemeClr val="bg1"/>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932329" y="142331"/>
            <a:ext cx="10231562" cy="615701"/>
          </a:xfrm>
          <a:prstGeom prst="rect">
            <a:avLst/>
          </a:prstGeom>
        </p:spPr>
        <p:txBody>
          <a:bodyPr/>
          <a:lstStyle>
            <a:lvl1pPr>
              <a:defRPr>
                <a:solidFill>
                  <a:srgbClr val="005383"/>
                </a:solidFill>
              </a:defRPr>
            </a:lvl1pPr>
          </a:lstStyle>
          <a:p>
            <a:r>
              <a:rPr lang="he-IL" dirty="0"/>
              <a:t>לחץ כדי לערוך סגנון כותרת של תבנית בסיס</a:t>
            </a:r>
          </a:p>
        </p:txBody>
      </p:sp>
      <p:sp>
        <p:nvSpPr>
          <p:cNvPr id="3" name="מציין מיקום תוכן 2"/>
          <p:cNvSpPr>
            <a:spLocks noGrp="1"/>
          </p:cNvSpPr>
          <p:nvPr>
            <p:ph idx="1"/>
          </p:nvPr>
        </p:nvSpPr>
        <p:spPr>
          <a:xfrm>
            <a:off x="932329" y="1085851"/>
            <a:ext cx="10421471" cy="5149486"/>
          </a:xfrm>
        </p:spPr>
        <p:txBody>
          <a:bodyPr/>
          <a:lstStyle>
            <a:lvl1pPr marL="228600" indent="-228600">
              <a:buClr>
                <a:srgbClr val="2AB0DE"/>
              </a:buClr>
              <a:buSzPct val="100000"/>
              <a:buFontTx/>
              <a:buBlip>
                <a:blip r:embed="rId2"/>
              </a:buBlip>
              <a:defRPr>
                <a:solidFill>
                  <a:schemeClr val="bg2">
                    <a:lumMod val="25000"/>
                  </a:schemeClr>
                </a:solidFill>
              </a:defRPr>
            </a:lvl1pPr>
            <a:lvl2pPr marL="685800" indent="-228600">
              <a:buFontTx/>
              <a:buBlip>
                <a:blip r:embed="rId3"/>
              </a:buBlip>
              <a:defRPr>
                <a:solidFill>
                  <a:schemeClr val="tx1"/>
                </a:solidFill>
              </a:defRPr>
            </a:lvl2pPr>
            <a:lvl3pPr marL="1143000" indent="-228600">
              <a:buFont typeface="Courier New" panose="02070309020205020404" pitchFamily="49" charset="0"/>
              <a:buChar char="o"/>
              <a:defRPr/>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he-IL" dirty="0"/>
              <a:t>ערוך סגנונות טקסט של תבנית בסיס</a:t>
            </a:r>
          </a:p>
          <a:p>
            <a:pPr lvl="1"/>
            <a:r>
              <a:rPr lang="he-IL" dirty="0"/>
              <a:t>רמה שניה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p:cNvSpPr>
            <a:spLocks noGrp="1"/>
          </p:cNvSpPr>
          <p:nvPr>
            <p:ph type="dt" sz="half" idx="10"/>
          </p:nvPr>
        </p:nvSpPr>
        <p:spPr/>
        <p:txBody>
          <a:bodyPr/>
          <a:lstStyle/>
          <a:p>
            <a:fld id="{C6B02332-4215-4042-BCB8-40382AA98902}" type="datetime1">
              <a:rPr lang="he-IL" smtClean="0">
                <a:solidFill>
                  <a:prstClr val="black">
                    <a:tint val="75000"/>
                  </a:prstClr>
                </a:solidFill>
              </a:rPr>
              <a:pPr/>
              <a:t>כ"ח/חשון/תשפ"ו</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dirty="0">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949737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a:prstGeom prst="rect">
            <a:avLst/>
          </a:prstGeo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E9015FE9-9749-41BD-814D-7047DF7BC716}" type="datetime1">
              <a:rPr lang="he-IL" smtClean="0">
                <a:solidFill>
                  <a:prstClr val="black">
                    <a:tint val="75000"/>
                  </a:prstClr>
                </a:solidFill>
              </a:rPr>
              <a:pPr/>
              <a:t>כ"ח/חשון/תשפ"ו</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dirty="0">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673508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a:xfrm>
            <a:off x="636238" y="0"/>
            <a:ext cx="10421471" cy="1174325"/>
          </a:xfrm>
          <a:prstGeom prst="rect">
            <a:avLst/>
          </a:prstGeom>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0E14D94A-A912-459F-BAC7-1B46B2FDA989}" type="datetime1">
              <a:rPr lang="he-IL" smtClean="0">
                <a:solidFill>
                  <a:prstClr val="black">
                    <a:tint val="75000"/>
                  </a:prstClr>
                </a:solidFill>
              </a:rPr>
              <a:pPr/>
              <a:t>כ"ח/חשון/תשפ"ו</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dirty="0">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710612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a:prstGeom prst="rect">
            <a:avLst/>
          </a:prstGeo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E990EB88-C329-494B-8B0B-4F4C516259E7}" type="datetime1">
              <a:rPr lang="he-IL" smtClean="0">
                <a:solidFill>
                  <a:prstClr val="black">
                    <a:tint val="75000"/>
                  </a:prstClr>
                </a:solidFill>
              </a:rPr>
              <a:pPr/>
              <a:t>כ"ח/חשון/תשפ"ו</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he-IL" dirty="0">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0974025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636238" y="0"/>
            <a:ext cx="10421471" cy="1174325"/>
          </a:xfrm>
          <a:prstGeom prst="rect">
            <a:avLst/>
          </a:prstGeom>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81E4626A-FCFF-4681-A933-9F4B0F4CF0BF}" type="datetime1">
              <a:rPr lang="he-IL" smtClean="0">
                <a:solidFill>
                  <a:prstClr val="black">
                    <a:tint val="75000"/>
                  </a:prstClr>
                </a:solidFill>
              </a:rPr>
              <a:pPr/>
              <a:t>כ"ח/חשון/תשפ"ו</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he-IL" dirty="0">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155068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2EAB6B8B-883E-424E-ADFA-26E073480727}" type="datetime1">
              <a:rPr lang="he-IL" smtClean="0">
                <a:solidFill>
                  <a:prstClr val="black">
                    <a:tint val="75000"/>
                  </a:prstClr>
                </a:solidFill>
              </a:rPr>
              <a:pPr/>
              <a:t>כ"ח/חשון/תשפ"ו</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he-IL" dirty="0">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034468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a:prstGeom prst="rect">
            <a:avLst/>
          </a:prstGeo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9FEC221-D197-4F57-926A-4CDBB4BF5AD7}" type="datetime1">
              <a:rPr lang="he-IL" smtClean="0">
                <a:solidFill>
                  <a:prstClr val="black">
                    <a:tint val="75000"/>
                  </a:prstClr>
                </a:solidFill>
              </a:rPr>
              <a:pPr/>
              <a:t>כ"ח/חשון/תשפ"ו</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dirty="0">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15504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a:prstGeom prst="rect">
            <a:avLst/>
          </a:prstGeo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D00436D3-41D8-4B1B-9EF5-7B0E471CF269}" type="datetime1">
              <a:rPr lang="he-IL" smtClean="0">
                <a:solidFill>
                  <a:prstClr val="black">
                    <a:tint val="75000"/>
                  </a:prstClr>
                </a:solidFill>
              </a:rPr>
              <a:pPr/>
              <a:t>כ"ח/חשון/תשפ"ו</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dirty="0">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867E5644-1E61-4311-A31E-84CB9C7AA8A9}"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22471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a:xfrm>
            <a:off x="636238" y="0"/>
            <a:ext cx="10421471" cy="1174325"/>
          </a:xfrm>
          <a:prstGeom prst="rect">
            <a:avLst/>
          </a:prstGeom>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632068F-DDDE-46BE-AD92-706072D2095F}" type="datetime1">
              <a:rPr lang="he-IL" smtClean="0">
                <a:solidFill>
                  <a:prstClr val="black">
                    <a:tint val="75000"/>
                  </a:prstClr>
                </a:solidFill>
              </a:rPr>
              <a:pPr/>
              <a:t>כ"ח/חשון/תשפ"ו</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dirty="0">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730164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a:prstGeom prst="rect">
            <a:avLst/>
          </a:prstGeo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938A22A-D034-43EB-B8A3-EB25E2072578}" type="datetime1">
              <a:rPr lang="he-IL" smtClean="0">
                <a:solidFill>
                  <a:prstClr val="black">
                    <a:tint val="75000"/>
                  </a:prstClr>
                </a:solidFill>
              </a:rPr>
              <a:pPr/>
              <a:t>כ"ח/חשון/תשפ"ו</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dirty="0">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852939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השוואה">
    <p:spTree>
      <p:nvGrpSpPr>
        <p:cNvPr id="1" name=""/>
        <p:cNvGrpSpPr/>
        <p:nvPr/>
      </p:nvGrpSpPr>
      <p:grpSpPr>
        <a:xfrm>
          <a:off x="0" y="0"/>
          <a:ext cx="0" cy="0"/>
          <a:chOff x="0" y="0"/>
          <a:chExt cx="0" cy="0"/>
        </a:xfrm>
      </p:grpSpPr>
      <p:sp>
        <p:nvSpPr>
          <p:cNvPr id="10" name="כותרת 9"/>
          <p:cNvSpPr>
            <a:spLocks noGrp="1"/>
          </p:cNvSpPr>
          <p:nvPr>
            <p:ph type="title"/>
          </p:nvPr>
        </p:nvSpPr>
        <p:spPr>
          <a:xfrm flipH="1">
            <a:off x="1447800" y="585216"/>
            <a:ext cx="9720072" cy="1499616"/>
          </a:xfrm>
          <a:prstGeom prst="rect">
            <a:avLst/>
          </a:prstGeo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pPr rtl="1"/>
            <a:r>
              <a:rPr lang="he-IL" noProof="0"/>
              <a:t>לחץ כדי לערוך סגנון כותרת של תבנית בסיס</a:t>
            </a:r>
          </a:p>
        </p:txBody>
      </p:sp>
      <p:sp>
        <p:nvSpPr>
          <p:cNvPr id="3" name="מציין מיקום טקסט 2"/>
          <p:cNvSpPr>
            <a:spLocks noGrp="1"/>
          </p:cNvSpPr>
          <p:nvPr>
            <p:ph type="body" idx="1"/>
          </p:nvPr>
        </p:nvSpPr>
        <p:spPr>
          <a:xfrm flipH="1">
            <a:off x="6412992" y="2179636"/>
            <a:ext cx="4754880" cy="822960"/>
          </a:xfrm>
        </p:spPr>
        <p:txBody>
          <a:bodyPr lIns="137160" rIns="137160" rtlCol="1" anchor="ctr">
            <a:normAutofit/>
          </a:bodyPr>
          <a:lstStyle>
            <a:lvl1pPr marL="0" indent="0" algn="r" rtl="1">
              <a:spcBef>
                <a:spcPts val="0"/>
              </a:spcBef>
              <a:spcAft>
                <a:spcPts val="0"/>
              </a:spcAft>
              <a:buNone/>
              <a:defRPr sz="2300" b="0" cap="none" baseline="0">
                <a:solidFill>
                  <a:schemeClr val="accent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he-IL" noProof="0"/>
              <a:t>ערוך סגנונות טקסט של תבנית בסיס</a:t>
            </a:r>
          </a:p>
        </p:txBody>
      </p:sp>
      <p:sp>
        <p:nvSpPr>
          <p:cNvPr id="4" name="מציין מיקום תוכן 3"/>
          <p:cNvSpPr>
            <a:spLocks noGrp="1"/>
          </p:cNvSpPr>
          <p:nvPr>
            <p:ph sz="half" idx="2"/>
          </p:nvPr>
        </p:nvSpPr>
        <p:spPr>
          <a:xfrm flipH="1">
            <a:off x="6412992" y="2967788"/>
            <a:ext cx="4754880" cy="3341572"/>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vl2pPr algn="r" rtl="1">
              <a:defRPr>
                <a:latin typeface="Tahoma" panose="020B0604030504040204" pitchFamily="34" charset="0"/>
                <a:ea typeface="Tahoma" panose="020B0604030504040204" pitchFamily="34" charset="0"/>
                <a:cs typeface="Tahoma" panose="020B0604030504040204" pitchFamily="34" charset="0"/>
              </a:defRPr>
            </a:lvl2pPr>
            <a:lvl3pPr algn="r" rtl="1">
              <a:defRPr>
                <a:latin typeface="Tahoma" panose="020B0604030504040204" pitchFamily="34" charset="0"/>
                <a:ea typeface="Tahoma" panose="020B0604030504040204" pitchFamily="34" charset="0"/>
                <a:cs typeface="Tahoma" panose="020B0604030504040204" pitchFamily="34" charset="0"/>
              </a:defRPr>
            </a:lvl3pPr>
            <a:lvl4pPr algn="r" rtl="1">
              <a:defRPr>
                <a:latin typeface="Tahoma" panose="020B0604030504040204" pitchFamily="34" charset="0"/>
                <a:ea typeface="Tahoma" panose="020B0604030504040204" pitchFamily="34" charset="0"/>
                <a:cs typeface="Tahoma" panose="020B0604030504040204" pitchFamily="34" charset="0"/>
              </a:defRPr>
            </a:lvl4pPr>
            <a:lvl5pPr algn="r" rtl="1">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ערוך סגנונות טקסט של תבנית בסיס</a:t>
            </a:r>
          </a:p>
          <a:p>
            <a:pPr lvl="1" rtl="1"/>
            <a:r>
              <a:rPr lang="he-IL" noProof="0"/>
              <a:t>רמה שניה</a:t>
            </a:r>
          </a:p>
          <a:p>
            <a:pPr lvl="2" rtl="1"/>
            <a:r>
              <a:rPr lang="he-IL" noProof="0"/>
              <a:t>רמה שלישית</a:t>
            </a:r>
          </a:p>
          <a:p>
            <a:pPr lvl="3" rtl="1"/>
            <a:r>
              <a:rPr lang="he-IL" noProof="0"/>
              <a:t>רמה רביעית</a:t>
            </a:r>
          </a:p>
          <a:p>
            <a:pPr lvl="4" rtl="1"/>
            <a:r>
              <a:rPr lang="he-IL" noProof="0"/>
              <a:t>רמה חמישית</a:t>
            </a:r>
          </a:p>
        </p:txBody>
      </p:sp>
      <p:sp>
        <p:nvSpPr>
          <p:cNvPr id="2" name="מציין מיקום טקסט 4">
            <a:extLst>
              <a:ext uri="{FF2B5EF4-FFF2-40B4-BE49-F238E27FC236}">
                <a16:creationId xmlns:a16="http://schemas.microsoft.com/office/drawing/2014/main" id="{2B158428-2340-46B8-B34F-B6C04ECA0325}"/>
              </a:ext>
            </a:extLst>
          </p:cNvPr>
          <p:cNvSpPr>
            <a:spLocks noGrp="1"/>
          </p:cNvSpPr>
          <p:nvPr>
            <p:ph type="body" idx="1"/>
          </p:nvPr>
        </p:nvSpPr>
        <p:spPr>
          <a:xfrm flipH="1">
            <a:off x="1451360" y="2170400"/>
            <a:ext cx="4754880" cy="822960"/>
          </a:xfrm>
        </p:spPr>
        <p:txBody>
          <a:bodyPr lIns="137160" rIns="137160" rtlCol="1" anchor="ctr">
            <a:normAutofit/>
          </a:bodyPr>
          <a:lstStyle>
            <a:lvl1pPr marL="0" indent="0" algn="r" rtl="1">
              <a:spcBef>
                <a:spcPts val="0"/>
              </a:spcBef>
              <a:spcAft>
                <a:spcPts val="0"/>
              </a:spcAft>
              <a:buNone/>
              <a:defRPr sz="2300" b="0" cap="none" baseline="0">
                <a:solidFill>
                  <a:schemeClr val="accent1"/>
                </a:solidFill>
                <a:latin typeface="Tahoma" panose="020B0604030504040204" pitchFamily="34" charset="0"/>
                <a:ea typeface="Tahoma" panose="020B0604030504040204" pitchFamily="34" charset="0"/>
                <a:cs typeface="Tahoma" panose="020B0604030504040204" pitchFamily="34" charset="0"/>
              </a:defRPr>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he-IL" noProof="0"/>
              <a:t>ערוך סגנונות טקסט של תבנית בסיס</a:t>
            </a:r>
          </a:p>
        </p:txBody>
      </p:sp>
      <p:sp>
        <p:nvSpPr>
          <p:cNvPr id="6" name="מציין מיקום תוכן 5"/>
          <p:cNvSpPr>
            <a:spLocks noGrp="1"/>
          </p:cNvSpPr>
          <p:nvPr>
            <p:ph sz="quarter" idx="4"/>
          </p:nvPr>
        </p:nvSpPr>
        <p:spPr>
          <a:xfrm flipH="1">
            <a:off x="1446232" y="2967788"/>
            <a:ext cx="4754880" cy="3341572"/>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vl2pPr algn="r" rtl="1">
              <a:defRPr>
                <a:latin typeface="Tahoma" panose="020B0604030504040204" pitchFamily="34" charset="0"/>
                <a:ea typeface="Tahoma" panose="020B0604030504040204" pitchFamily="34" charset="0"/>
                <a:cs typeface="Tahoma" panose="020B0604030504040204" pitchFamily="34" charset="0"/>
              </a:defRPr>
            </a:lvl2pPr>
            <a:lvl3pPr algn="r" rtl="1">
              <a:defRPr>
                <a:latin typeface="Tahoma" panose="020B0604030504040204" pitchFamily="34" charset="0"/>
                <a:ea typeface="Tahoma" panose="020B0604030504040204" pitchFamily="34" charset="0"/>
                <a:cs typeface="Tahoma" panose="020B0604030504040204" pitchFamily="34" charset="0"/>
              </a:defRPr>
            </a:lvl3pPr>
            <a:lvl4pPr algn="r" rtl="1">
              <a:defRPr>
                <a:latin typeface="Tahoma" panose="020B0604030504040204" pitchFamily="34" charset="0"/>
                <a:ea typeface="Tahoma" panose="020B0604030504040204" pitchFamily="34" charset="0"/>
                <a:cs typeface="Tahoma" panose="020B0604030504040204" pitchFamily="34" charset="0"/>
              </a:defRPr>
            </a:lvl4pPr>
            <a:lvl5pPr algn="r" rtl="1">
              <a:defRPr>
                <a:latin typeface="Tahoma" panose="020B0604030504040204" pitchFamily="34" charset="0"/>
                <a:ea typeface="Tahoma" panose="020B0604030504040204" pitchFamily="34" charset="0"/>
                <a:cs typeface="Tahoma" panose="020B0604030504040204" pitchFamily="34" charset="0"/>
              </a:defRPr>
            </a:lvl5pPr>
          </a:lstStyle>
          <a:p>
            <a:pPr lvl="0" rtl="1"/>
            <a:r>
              <a:rPr lang="he-IL" noProof="0"/>
              <a:t>ערוך סגנונות טקסט של תבנית בסיס</a:t>
            </a:r>
          </a:p>
          <a:p>
            <a:pPr lvl="1" rtl="1"/>
            <a:r>
              <a:rPr lang="he-IL" noProof="0"/>
              <a:t>רמה שניה</a:t>
            </a:r>
          </a:p>
          <a:p>
            <a:pPr lvl="2" rtl="1"/>
            <a:r>
              <a:rPr lang="he-IL" noProof="0"/>
              <a:t>רמה שלישית</a:t>
            </a:r>
          </a:p>
          <a:p>
            <a:pPr lvl="3" rtl="1"/>
            <a:r>
              <a:rPr lang="he-IL" noProof="0"/>
              <a:t>רמה רביעית</a:t>
            </a:r>
          </a:p>
          <a:p>
            <a:pPr lvl="4" rtl="1"/>
            <a:r>
              <a:rPr lang="he-IL" noProof="0"/>
              <a:t>רמה חמישית</a:t>
            </a:r>
          </a:p>
        </p:txBody>
      </p:sp>
      <p:sp>
        <p:nvSpPr>
          <p:cNvPr id="7" name="מציין מיקום של תאריך 6"/>
          <p:cNvSpPr>
            <a:spLocks noGrp="1"/>
          </p:cNvSpPr>
          <p:nvPr>
            <p:ph type="dt" sz="half" idx="10"/>
          </p:nvPr>
        </p:nvSpPr>
        <p:spPr>
          <a:xfrm flipH="1">
            <a:off x="9013728" y="6470704"/>
            <a:ext cx="2154143"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F53E1731-6014-4518-91DF-DD2EA33DFCFE}" type="datetime1">
              <a:rPr lang="he-IL" smtClean="0">
                <a:solidFill>
                  <a:prstClr val="black">
                    <a:tint val="75000"/>
                  </a:prstClr>
                </a:solidFill>
              </a:rPr>
              <a:pPr/>
              <a:t>כ"ח/חשון/תשפ"ו</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a:xfrm flipH="1">
            <a:off x="1447609" y="6470704"/>
            <a:ext cx="5901459" cy="274320"/>
          </a:xfrm>
        </p:spPr>
        <p:txBody>
          <a:bodyPr rtlCol="1"/>
          <a:lstStyle>
            <a:lvl1pPr algn="l" rtl="1">
              <a:defRPr>
                <a:latin typeface="Tahoma" panose="020B0604030504040204" pitchFamily="34" charset="0"/>
                <a:ea typeface="Tahoma" panose="020B0604030504040204" pitchFamily="34" charset="0"/>
                <a:cs typeface="Tahoma" panose="020B0604030504040204" pitchFamily="34" charset="0"/>
              </a:defRPr>
            </a:lvl1pPr>
          </a:lstStyle>
          <a:p>
            <a:endParaRPr lang="he-IL" dirty="0">
              <a:solidFill>
                <a:prstClr val="black">
                  <a:tint val="75000"/>
                </a:prstClr>
              </a:solidFill>
            </a:endParaRPr>
          </a:p>
        </p:txBody>
      </p:sp>
      <p:sp>
        <p:nvSpPr>
          <p:cNvPr id="9" name="מציין מיקום של מספר שקופית 8"/>
          <p:cNvSpPr>
            <a:spLocks noGrp="1"/>
          </p:cNvSpPr>
          <p:nvPr>
            <p:ph type="sldNum" sz="quarter" idx="12"/>
          </p:nvPr>
        </p:nvSpPr>
        <p:spPr>
          <a:xfrm flipH="1">
            <a:off x="381000" y="6470704"/>
            <a:ext cx="973667" cy="274320"/>
          </a:xfrm>
        </p:spPr>
        <p:txBody>
          <a:bodyPr rtlCol="1"/>
          <a:lstStyle>
            <a:lvl1pPr algn="r" rtl="1">
              <a:defRPr>
                <a:latin typeface="Tahoma" panose="020B0604030504040204" pitchFamily="34" charset="0"/>
                <a:ea typeface="Tahoma" panose="020B0604030504040204" pitchFamily="34" charset="0"/>
                <a:cs typeface="Tahoma" panose="020B0604030504040204" pitchFamily="34" charset="0"/>
              </a:defRPr>
            </a:lvl1p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242632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413242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88384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610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5863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B998F8-5F60-4F3A-941E-65C7CA793196}"/>
              </a:ext>
            </a:extLst>
          </p:cNvPr>
          <p:cNvSpPr/>
          <p:nvPr userDrawn="1"/>
        </p:nvSpPr>
        <p:spPr>
          <a:xfrm>
            <a:off x="0" y="0"/>
            <a:ext cx="398145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16E2B211-279E-47AD-8321-BBE0A034E63C}"/>
              </a:ext>
            </a:extLst>
          </p:cNvPr>
          <p:cNvGrpSpPr/>
          <p:nvPr userDrawn="1"/>
        </p:nvGrpSpPr>
        <p:grpSpPr>
          <a:xfrm rot="12911792" flipH="1" flipV="1">
            <a:off x="2790331" y="4225532"/>
            <a:ext cx="706431" cy="492914"/>
            <a:chOff x="5405974" y="1533288"/>
            <a:chExt cx="608646" cy="424685"/>
          </a:xfrm>
        </p:grpSpPr>
        <p:sp>
          <p:nvSpPr>
            <p:cNvPr id="18" name="Trapezoid 17">
              <a:extLst>
                <a:ext uri="{FF2B5EF4-FFF2-40B4-BE49-F238E27FC236}">
                  <a16:creationId xmlns:a16="http://schemas.microsoft.com/office/drawing/2014/main" id="{3DECB3E9-32A4-485B-873B-63C6C59490D1}"/>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apezoid 18">
              <a:extLst>
                <a:ext uri="{FF2B5EF4-FFF2-40B4-BE49-F238E27FC236}">
                  <a16:creationId xmlns:a16="http://schemas.microsoft.com/office/drawing/2014/main" id="{B97B4F36-AF1D-4D48-AB73-9687DD625973}"/>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apezoid 19">
              <a:extLst>
                <a:ext uri="{FF2B5EF4-FFF2-40B4-BE49-F238E27FC236}">
                  <a16:creationId xmlns:a16="http://schemas.microsoft.com/office/drawing/2014/main" id="{18628655-B24C-4AA8-B86F-E4649EC635E8}"/>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apezoid 20">
              <a:extLst>
                <a:ext uri="{FF2B5EF4-FFF2-40B4-BE49-F238E27FC236}">
                  <a16:creationId xmlns:a16="http://schemas.microsoft.com/office/drawing/2014/main" id="{3A6B24C9-2F1F-4C5E-B867-73AE6CD03838}"/>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apezoid 21">
              <a:extLst>
                <a:ext uri="{FF2B5EF4-FFF2-40B4-BE49-F238E27FC236}">
                  <a16:creationId xmlns:a16="http://schemas.microsoft.com/office/drawing/2014/main" id="{2AA7F5E5-BC6C-4756-A8EB-16B8328FA881}"/>
                </a:ext>
              </a:extLst>
            </p:cNvPr>
            <p:cNvSpPr/>
            <p:nvPr/>
          </p:nvSpPr>
          <p:spPr>
            <a:xfrm rot="8867088" flipH="1">
              <a:off x="5921123" y="1778027"/>
              <a:ext cx="93497" cy="179946"/>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497CDF6D-E63B-4A20-B935-7F27169038D3}"/>
              </a:ext>
            </a:extLst>
          </p:cNvPr>
          <p:cNvGrpSpPr/>
          <p:nvPr userDrawn="1"/>
        </p:nvGrpSpPr>
        <p:grpSpPr>
          <a:xfrm rot="20269720">
            <a:off x="2788843" y="4597087"/>
            <a:ext cx="773065" cy="771576"/>
            <a:chOff x="7167947" y="1624190"/>
            <a:chExt cx="2677920" cy="2672764"/>
          </a:xfrm>
          <a:solidFill>
            <a:schemeClr val="bg1"/>
          </a:solidFill>
        </p:grpSpPr>
        <p:sp>
          <p:nvSpPr>
            <p:cNvPr id="24" name="Freeform: Shape 23">
              <a:extLst>
                <a:ext uri="{FF2B5EF4-FFF2-40B4-BE49-F238E27FC236}">
                  <a16:creationId xmlns:a16="http://schemas.microsoft.com/office/drawing/2014/main" id="{B45EA29E-0702-4F6E-81A2-E3C8EFB2FBFE}"/>
                </a:ext>
              </a:extLst>
            </p:cNvPr>
            <p:cNvSpPr/>
            <p:nvPr/>
          </p:nvSpPr>
          <p:spPr>
            <a:xfrm>
              <a:off x="7167947" y="1624190"/>
              <a:ext cx="2677920" cy="2672764"/>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1270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1429830-A1B2-46C6-8E1F-3CDD87BDE661}"/>
                </a:ext>
              </a:extLst>
            </p:cNvPr>
            <p:cNvSpPr/>
            <p:nvPr/>
          </p:nvSpPr>
          <p:spPr>
            <a:xfrm>
              <a:off x="7628244" y="2084297"/>
              <a:ext cx="1757326" cy="1752551"/>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12700" cap="flat">
              <a:noFill/>
              <a:prstDash val="solid"/>
              <a:miter/>
            </a:ln>
          </p:spPr>
          <p:txBody>
            <a:bodyPr rtlCol="0" anchor="ctr"/>
            <a:lstStyle/>
            <a:p>
              <a:endParaRPr lang="en-US" dirty="0"/>
            </a:p>
          </p:txBody>
        </p:sp>
      </p:grpSp>
      <p:grpSp>
        <p:nvGrpSpPr>
          <p:cNvPr id="26" name="Group 25">
            <a:extLst>
              <a:ext uri="{FF2B5EF4-FFF2-40B4-BE49-F238E27FC236}">
                <a16:creationId xmlns:a16="http://schemas.microsoft.com/office/drawing/2014/main" id="{4A5EFBF7-A8A4-4D6E-8808-92696D9AC638}"/>
              </a:ext>
            </a:extLst>
          </p:cNvPr>
          <p:cNvGrpSpPr/>
          <p:nvPr userDrawn="1"/>
        </p:nvGrpSpPr>
        <p:grpSpPr>
          <a:xfrm rot="6679697" flipV="1">
            <a:off x="2514190" y="4250744"/>
            <a:ext cx="709209" cy="493240"/>
            <a:chOff x="5405974" y="1533288"/>
            <a:chExt cx="611040" cy="424965"/>
          </a:xfrm>
        </p:grpSpPr>
        <p:sp>
          <p:nvSpPr>
            <p:cNvPr id="27" name="Trapezoid 26">
              <a:extLst>
                <a:ext uri="{FF2B5EF4-FFF2-40B4-BE49-F238E27FC236}">
                  <a16:creationId xmlns:a16="http://schemas.microsoft.com/office/drawing/2014/main" id="{F604488B-1EF4-42B1-A6B5-7312ADA6A9C3}"/>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rapezoid 27">
              <a:extLst>
                <a:ext uri="{FF2B5EF4-FFF2-40B4-BE49-F238E27FC236}">
                  <a16:creationId xmlns:a16="http://schemas.microsoft.com/office/drawing/2014/main" id="{D7D307F1-17F2-4B95-9A10-54A9B7C0CFD4}"/>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rapezoid 28">
              <a:extLst>
                <a:ext uri="{FF2B5EF4-FFF2-40B4-BE49-F238E27FC236}">
                  <a16:creationId xmlns:a16="http://schemas.microsoft.com/office/drawing/2014/main" id="{1B2CFD6B-D5DB-4797-A1E8-D6713BECCFF0}"/>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apezoid 29">
              <a:extLst>
                <a:ext uri="{FF2B5EF4-FFF2-40B4-BE49-F238E27FC236}">
                  <a16:creationId xmlns:a16="http://schemas.microsoft.com/office/drawing/2014/main" id="{240F08C5-AEE4-4DA8-B595-DFD5AAB6DE0D}"/>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rapezoid 30">
              <a:extLst>
                <a:ext uri="{FF2B5EF4-FFF2-40B4-BE49-F238E27FC236}">
                  <a16:creationId xmlns:a16="http://schemas.microsoft.com/office/drawing/2014/main" id="{FB146A5D-87C6-47F6-BF4F-3E2D584E5F89}"/>
                </a:ext>
              </a:extLst>
            </p:cNvPr>
            <p:cNvSpPr/>
            <p:nvPr/>
          </p:nvSpPr>
          <p:spPr>
            <a:xfrm rot="8867088" flipH="1">
              <a:off x="5923517" y="1775373"/>
              <a:ext cx="93497" cy="182880"/>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6A379968-FE4C-4380-9AD8-FCC2F2902ED8}"/>
              </a:ext>
            </a:extLst>
          </p:cNvPr>
          <p:cNvGrpSpPr/>
          <p:nvPr userDrawn="1"/>
        </p:nvGrpSpPr>
        <p:grpSpPr>
          <a:xfrm rot="2246763">
            <a:off x="1974127" y="1362251"/>
            <a:ext cx="2028524" cy="1778017"/>
            <a:chOff x="2753518" y="2997140"/>
            <a:chExt cx="2028524" cy="1778017"/>
          </a:xfrm>
          <a:solidFill>
            <a:schemeClr val="bg1">
              <a:alpha val="5000"/>
            </a:schemeClr>
          </a:solidFill>
        </p:grpSpPr>
        <p:sp>
          <p:nvSpPr>
            <p:cNvPr id="5" name="Freeform: Shape 4">
              <a:extLst>
                <a:ext uri="{FF2B5EF4-FFF2-40B4-BE49-F238E27FC236}">
                  <a16:creationId xmlns:a16="http://schemas.microsoft.com/office/drawing/2014/main" id="{CED8DA23-991A-4F5A-84D7-7BDAEC9B967B}"/>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 name="Group 5">
              <a:extLst>
                <a:ext uri="{FF2B5EF4-FFF2-40B4-BE49-F238E27FC236}">
                  <a16:creationId xmlns:a16="http://schemas.microsoft.com/office/drawing/2014/main" id="{F7272C85-BFE8-4E25-B0D2-727926AA6B5E}"/>
                </a:ext>
              </a:extLst>
            </p:cNvPr>
            <p:cNvGrpSpPr/>
            <p:nvPr/>
          </p:nvGrpSpPr>
          <p:grpSpPr>
            <a:xfrm>
              <a:off x="3563163" y="3556278"/>
              <a:ext cx="1218879" cy="1218879"/>
              <a:chOff x="3264582" y="1870309"/>
              <a:chExt cx="1774962" cy="1774962"/>
            </a:xfrm>
            <a:grpFill/>
          </p:grpSpPr>
          <p:sp>
            <p:nvSpPr>
              <p:cNvPr id="8" name="Freeform: Shape 7">
                <a:extLst>
                  <a:ext uri="{FF2B5EF4-FFF2-40B4-BE49-F238E27FC236}">
                    <a16:creationId xmlns:a16="http://schemas.microsoft.com/office/drawing/2014/main" id="{1324B715-E1E3-414A-B516-E282A0E568CA}"/>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505C034-B686-4751-AF7C-F1443083293B}"/>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7" name="Freeform: Shape 6">
              <a:extLst>
                <a:ext uri="{FF2B5EF4-FFF2-40B4-BE49-F238E27FC236}">
                  <a16:creationId xmlns:a16="http://schemas.microsoft.com/office/drawing/2014/main" id="{932CE2BE-5153-4691-A210-F5CEED8B7852}"/>
                </a:ext>
              </a:extLst>
            </p:cNvPr>
            <p:cNvSpPr/>
            <p:nvPr/>
          </p:nvSpPr>
          <p:spPr>
            <a:xfrm>
              <a:off x="3308806" y="2997140"/>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BECD3404-3EA6-420D-8DBC-6D3A595FBFA2}"/>
              </a:ext>
            </a:extLst>
          </p:cNvPr>
          <p:cNvGrpSpPr/>
          <p:nvPr userDrawn="1"/>
        </p:nvGrpSpPr>
        <p:grpSpPr>
          <a:xfrm>
            <a:off x="0" y="2766599"/>
            <a:ext cx="2745260" cy="2471860"/>
            <a:chOff x="6486650" y="2648852"/>
            <a:chExt cx="2745260" cy="2471860"/>
          </a:xfrm>
          <a:solidFill>
            <a:schemeClr val="bg1">
              <a:alpha val="5000"/>
            </a:schemeClr>
          </a:solidFill>
        </p:grpSpPr>
        <p:sp>
          <p:nvSpPr>
            <p:cNvPr id="11" name="Freeform: Shape 10">
              <a:extLst>
                <a:ext uri="{FF2B5EF4-FFF2-40B4-BE49-F238E27FC236}">
                  <a16:creationId xmlns:a16="http://schemas.microsoft.com/office/drawing/2014/main" id="{18ECA3BD-4287-4CAB-8CFB-CC4BBC00858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2" name="Group 11">
              <a:extLst>
                <a:ext uri="{FF2B5EF4-FFF2-40B4-BE49-F238E27FC236}">
                  <a16:creationId xmlns:a16="http://schemas.microsoft.com/office/drawing/2014/main" id="{B404465C-B632-42F2-8273-BA2C7FFDA7A2}"/>
                </a:ext>
              </a:extLst>
            </p:cNvPr>
            <p:cNvGrpSpPr/>
            <p:nvPr/>
          </p:nvGrpSpPr>
          <p:grpSpPr>
            <a:xfrm>
              <a:off x="7392963" y="2648852"/>
              <a:ext cx="1838947" cy="1835405"/>
              <a:chOff x="7167947" y="1624190"/>
              <a:chExt cx="2677922" cy="2672763"/>
            </a:xfrm>
            <a:grpFill/>
          </p:grpSpPr>
          <p:sp>
            <p:nvSpPr>
              <p:cNvPr id="13" name="Freeform: Shape 12">
                <a:extLst>
                  <a:ext uri="{FF2B5EF4-FFF2-40B4-BE49-F238E27FC236}">
                    <a16:creationId xmlns:a16="http://schemas.microsoft.com/office/drawing/2014/main" id="{100150D0-F178-431E-B2C4-A43288E12324}"/>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E443C86-7937-4604-892A-31CBB4C3B253}"/>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5" name="Freeform: Shape 14">
            <a:extLst>
              <a:ext uri="{FF2B5EF4-FFF2-40B4-BE49-F238E27FC236}">
                <a16:creationId xmlns:a16="http://schemas.microsoft.com/office/drawing/2014/main" id="{33011AC2-F2FD-44CD-BF51-A2C7AB4FB7F5}"/>
              </a:ext>
            </a:extLst>
          </p:cNvPr>
          <p:cNvSpPr/>
          <p:nvPr userDrawn="1"/>
        </p:nvSpPr>
        <p:spPr>
          <a:xfrm>
            <a:off x="3140906" y="3608100"/>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795D01C-5E4D-42EF-81C8-036347FC14D7}"/>
              </a:ext>
            </a:extLst>
          </p:cNvPr>
          <p:cNvSpPr/>
          <p:nvPr userDrawn="1"/>
        </p:nvSpPr>
        <p:spPr>
          <a:xfrm rot="2246763">
            <a:off x="103562" y="2021654"/>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endParaRPr lang="en-US"/>
          </a:p>
        </p:txBody>
      </p:sp>
      <p:sp>
        <p:nvSpPr>
          <p:cNvPr id="32" name="Rectangle: Top Corners Rounded 31">
            <a:extLst>
              <a:ext uri="{FF2B5EF4-FFF2-40B4-BE49-F238E27FC236}">
                <a16:creationId xmlns:a16="http://schemas.microsoft.com/office/drawing/2014/main" id="{11BA3E48-397A-40E6-82CD-AFA7318A5754}"/>
              </a:ext>
            </a:extLst>
          </p:cNvPr>
          <p:cNvSpPr/>
          <p:nvPr userDrawn="1"/>
        </p:nvSpPr>
        <p:spPr>
          <a:xfrm rot="10800000" flipH="1">
            <a:off x="292045" y="0"/>
            <a:ext cx="1618488"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FC3E8D1C-B4B0-4270-BF60-0AB071A5B57A}"/>
              </a:ext>
            </a:extLst>
          </p:cNvPr>
          <p:cNvGrpSpPr/>
          <p:nvPr userDrawn="1"/>
        </p:nvGrpSpPr>
        <p:grpSpPr>
          <a:xfrm rot="20249292" flipH="1" flipV="1">
            <a:off x="2408466" y="3007856"/>
            <a:ext cx="405220" cy="1013819"/>
            <a:chOff x="4130248" y="650162"/>
            <a:chExt cx="502279" cy="1664988"/>
          </a:xfrm>
          <a:solidFill>
            <a:schemeClr val="accent2"/>
          </a:solidFill>
        </p:grpSpPr>
        <p:sp>
          <p:nvSpPr>
            <p:cNvPr id="34" name="Trapezoid 33">
              <a:extLst>
                <a:ext uri="{FF2B5EF4-FFF2-40B4-BE49-F238E27FC236}">
                  <a16:creationId xmlns:a16="http://schemas.microsoft.com/office/drawing/2014/main" id="{01E654A2-A845-4D9C-AC7E-DD1A1FB316D8}"/>
                </a:ext>
              </a:extLst>
            </p:cNvPr>
            <p:cNvSpPr/>
            <p:nvPr/>
          </p:nvSpPr>
          <p:spPr>
            <a:xfrm>
              <a:off x="4130248" y="650162"/>
              <a:ext cx="502273" cy="1664988"/>
            </a:xfrm>
            <a:prstGeom prst="trapezoid">
              <a:avLst>
                <a:gd name="adj" fmla="val 9168"/>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rapezoid 94">
              <a:extLst>
                <a:ext uri="{FF2B5EF4-FFF2-40B4-BE49-F238E27FC236}">
                  <a16:creationId xmlns:a16="http://schemas.microsoft.com/office/drawing/2014/main" id="{49392ED5-842E-4BB8-9F02-6F05DBDAC68A}"/>
                </a:ext>
              </a:extLst>
            </p:cNvPr>
            <p:cNvSpPr/>
            <p:nvPr/>
          </p:nvSpPr>
          <p:spPr>
            <a:xfrm>
              <a:off x="4449648" y="650162"/>
              <a:ext cx="182879" cy="1664988"/>
            </a:xfrm>
            <a:custGeom>
              <a:avLst/>
              <a:gdLst>
                <a:gd name="connsiteX0" fmla="*/ 0 w 182880"/>
                <a:gd name="connsiteY0" fmla="*/ 1664988 h 1664988"/>
                <a:gd name="connsiteX1" fmla="*/ 0 w 182880"/>
                <a:gd name="connsiteY1" fmla="*/ 0 h 1664988"/>
                <a:gd name="connsiteX2" fmla="*/ 182880 w 182880"/>
                <a:gd name="connsiteY2" fmla="*/ 0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0540 w 182880"/>
                <a:gd name="connsiteY2" fmla="*/ 3079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68965 w 182880"/>
                <a:gd name="connsiteY2" fmla="*/ 6157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3619 w 182880"/>
                <a:gd name="connsiteY2" fmla="*/ 3079 h 1664988"/>
                <a:gd name="connsiteX3" fmla="*/ 182880 w 182880"/>
                <a:gd name="connsiteY3" fmla="*/ 1664988 h 1664988"/>
                <a:gd name="connsiteX4" fmla="*/ 0 w 182880"/>
                <a:gd name="connsiteY4" fmla="*/ 1664988 h 1664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 h="1664988">
                  <a:moveTo>
                    <a:pt x="0" y="1664988"/>
                  </a:moveTo>
                  <a:lnTo>
                    <a:pt x="0" y="0"/>
                  </a:lnTo>
                  <a:lnTo>
                    <a:pt x="133619" y="3079"/>
                  </a:lnTo>
                  <a:lnTo>
                    <a:pt x="182880" y="1664988"/>
                  </a:lnTo>
                  <a:lnTo>
                    <a:pt x="0" y="1664988"/>
                  </a:lnTo>
                  <a:close/>
                </a:path>
              </a:pathLst>
            </a:cu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3F7416A9-09BE-4355-8142-7849BBC59832}"/>
              </a:ext>
            </a:extLst>
          </p:cNvPr>
          <p:cNvGrpSpPr/>
          <p:nvPr userDrawn="1"/>
        </p:nvGrpSpPr>
        <p:grpSpPr>
          <a:xfrm rot="15704020" flipH="1" flipV="1">
            <a:off x="2663420" y="3873638"/>
            <a:ext cx="340169" cy="340171"/>
            <a:chOff x="5108323" y="1463792"/>
            <a:chExt cx="374636" cy="374638"/>
          </a:xfrm>
        </p:grpSpPr>
        <p:sp>
          <p:nvSpPr>
            <p:cNvPr id="37" name="Oval 36">
              <a:extLst>
                <a:ext uri="{FF2B5EF4-FFF2-40B4-BE49-F238E27FC236}">
                  <a16:creationId xmlns:a16="http://schemas.microsoft.com/office/drawing/2014/main" id="{71F29D26-D2C3-4D21-B19D-E7708FC9FF28}"/>
                </a:ext>
              </a:extLst>
            </p:cNvPr>
            <p:cNvSpPr/>
            <p:nvPr/>
          </p:nvSpPr>
          <p:spPr>
            <a:xfrm>
              <a:off x="5108323" y="1463792"/>
              <a:ext cx="374636" cy="374638"/>
            </a:xfrm>
            <a:prstGeom prst="ellipse">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5AB344E1-E2AB-4438-8DF4-30253B57B63D}"/>
                </a:ext>
              </a:extLst>
            </p:cNvPr>
            <p:cNvSpPr/>
            <p:nvPr/>
          </p:nvSpPr>
          <p:spPr>
            <a:xfrm>
              <a:off x="5167785" y="1523587"/>
              <a:ext cx="255882" cy="255676"/>
            </a:xfrm>
            <a:custGeom>
              <a:avLst/>
              <a:gdLst>
                <a:gd name="connsiteX0" fmla="*/ 127864 w 255882"/>
                <a:gd name="connsiteY0" fmla="*/ 81461 h 255676"/>
                <a:gd name="connsiteX1" fmla="*/ 81805 w 255882"/>
                <a:gd name="connsiteY1" fmla="*/ 127520 h 255676"/>
                <a:gd name="connsiteX2" fmla="*/ 127864 w 255882"/>
                <a:gd name="connsiteY2" fmla="*/ 173579 h 255676"/>
                <a:gd name="connsiteX3" fmla="*/ 173923 w 255882"/>
                <a:gd name="connsiteY3" fmla="*/ 127520 h 255676"/>
                <a:gd name="connsiteX4" fmla="*/ 127864 w 255882"/>
                <a:gd name="connsiteY4" fmla="*/ 81461 h 255676"/>
                <a:gd name="connsiteX5" fmla="*/ 122296 w 255882"/>
                <a:gd name="connsiteY5" fmla="*/ 86 h 255676"/>
                <a:gd name="connsiteX6" fmla="*/ 127383 w 255882"/>
                <a:gd name="connsiteY6" fmla="*/ 4211 h 255676"/>
                <a:gd name="connsiteX7" fmla="*/ 132401 w 255882"/>
                <a:gd name="connsiteY7" fmla="*/ 21809 h 255676"/>
                <a:gd name="connsiteX8" fmla="*/ 145188 w 255882"/>
                <a:gd name="connsiteY8" fmla="*/ 29027 h 255676"/>
                <a:gd name="connsiteX9" fmla="*/ 149312 w 255882"/>
                <a:gd name="connsiteY9" fmla="*/ 25452 h 255676"/>
                <a:gd name="connsiteX10" fmla="*/ 158937 w 255882"/>
                <a:gd name="connsiteY10" fmla="*/ 9160 h 255676"/>
                <a:gd name="connsiteX11" fmla="*/ 166705 w 255882"/>
                <a:gd name="connsiteY11" fmla="*/ 5929 h 255676"/>
                <a:gd name="connsiteX12" fmla="*/ 174404 w 255882"/>
                <a:gd name="connsiteY12" fmla="*/ 18372 h 255676"/>
                <a:gd name="connsiteX13" fmla="*/ 172479 w 255882"/>
                <a:gd name="connsiteY13" fmla="*/ 34046 h 255676"/>
                <a:gd name="connsiteX14" fmla="*/ 172479 w 255882"/>
                <a:gd name="connsiteY14" fmla="*/ 35695 h 255676"/>
                <a:gd name="connsiteX15" fmla="*/ 186434 w 255882"/>
                <a:gd name="connsiteY15" fmla="*/ 41882 h 255676"/>
                <a:gd name="connsiteX16" fmla="*/ 201764 w 255882"/>
                <a:gd name="connsiteY16" fmla="*/ 30402 h 255676"/>
                <a:gd name="connsiteX17" fmla="*/ 211045 w 255882"/>
                <a:gd name="connsiteY17" fmla="*/ 30540 h 255676"/>
                <a:gd name="connsiteX18" fmla="*/ 212488 w 255882"/>
                <a:gd name="connsiteY18" fmla="*/ 31777 h 255676"/>
                <a:gd name="connsiteX19" fmla="*/ 214069 w 255882"/>
                <a:gd name="connsiteY19" fmla="*/ 42364 h 255676"/>
                <a:gd name="connsiteX20" fmla="*/ 205614 w 255882"/>
                <a:gd name="connsiteY20" fmla="*/ 57418 h 255676"/>
                <a:gd name="connsiteX21" fmla="*/ 206783 w 255882"/>
                <a:gd name="connsiteY21" fmla="*/ 67180 h 255676"/>
                <a:gd name="connsiteX22" fmla="*/ 215719 w 255882"/>
                <a:gd name="connsiteY22" fmla="*/ 70755 h 255676"/>
                <a:gd name="connsiteX23" fmla="*/ 233799 w 255882"/>
                <a:gd name="connsiteY23" fmla="*/ 66011 h 255676"/>
                <a:gd name="connsiteX24" fmla="*/ 241498 w 255882"/>
                <a:gd name="connsiteY24" fmla="*/ 68967 h 255676"/>
                <a:gd name="connsiteX25" fmla="*/ 243836 w 255882"/>
                <a:gd name="connsiteY25" fmla="*/ 73573 h 255676"/>
                <a:gd name="connsiteX26" fmla="*/ 241911 w 255882"/>
                <a:gd name="connsiteY26" fmla="*/ 80379 h 255676"/>
                <a:gd name="connsiteX27" fmla="*/ 226443 w 255882"/>
                <a:gd name="connsiteY27" fmla="*/ 92684 h 255676"/>
                <a:gd name="connsiteX28" fmla="*/ 223694 w 255882"/>
                <a:gd name="connsiteY28" fmla="*/ 100177 h 255676"/>
                <a:gd name="connsiteX29" fmla="*/ 224519 w 255882"/>
                <a:gd name="connsiteY29" fmla="*/ 103202 h 255676"/>
                <a:gd name="connsiteX30" fmla="*/ 230843 w 255882"/>
                <a:gd name="connsiteY30" fmla="*/ 108633 h 255676"/>
                <a:gd name="connsiteX31" fmla="*/ 249541 w 255882"/>
                <a:gd name="connsiteY31" fmla="*/ 111176 h 255676"/>
                <a:gd name="connsiteX32" fmla="*/ 255591 w 255882"/>
                <a:gd name="connsiteY32" fmla="*/ 117157 h 255676"/>
                <a:gd name="connsiteX33" fmla="*/ 255797 w 255882"/>
                <a:gd name="connsiteY33" fmla="*/ 122519 h 255676"/>
                <a:gd name="connsiteX34" fmla="*/ 251398 w 255882"/>
                <a:gd name="connsiteY34" fmla="*/ 127675 h 255676"/>
                <a:gd name="connsiteX35" fmla="*/ 233799 w 255882"/>
                <a:gd name="connsiteY35" fmla="*/ 132693 h 255676"/>
                <a:gd name="connsiteX36" fmla="*/ 226650 w 255882"/>
                <a:gd name="connsiteY36" fmla="*/ 144586 h 255676"/>
                <a:gd name="connsiteX37" fmla="*/ 230293 w 255882"/>
                <a:gd name="connsiteY37" fmla="*/ 149398 h 255676"/>
                <a:gd name="connsiteX38" fmla="*/ 246448 w 255882"/>
                <a:gd name="connsiteY38" fmla="*/ 158884 h 255676"/>
                <a:gd name="connsiteX39" fmla="*/ 249954 w 255882"/>
                <a:gd name="connsiteY39" fmla="*/ 167065 h 255676"/>
                <a:gd name="connsiteX40" fmla="*/ 249816 w 255882"/>
                <a:gd name="connsiteY40" fmla="*/ 167890 h 255676"/>
                <a:gd name="connsiteX41" fmla="*/ 240123 w 255882"/>
                <a:gd name="connsiteY41" fmla="*/ 174833 h 255676"/>
                <a:gd name="connsiteX42" fmla="*/ 223212 w 255882"/>
                <a:gd name="connsiteY42" fmla="*/ 172702 h 255676"/>
                <a:gd name="connsiteX43" fmla="*/ 214688 w 255882"/>
                <a:gd name="connsiteY43" fmla="*/ 177102 h 255676"/>
                <a:gd name="connsiteX44" fmla="*/ 214551 w 255882"/>
                <a:gd name="connsiteY44" fmla="*/ 187276 h 255676"/>
                <a:gd name="connsiteX45" fmla="*/ 225481 w 255882"/>
                <a:gd name="connsiteY45" fmla="*/ 201712 h 255676"/>
                <a:gd name="connsiteX46" fmla="*/ 225481 w 255882"/>
                <a:gd name="connsiteY46" fmla="*/ 211130 h 255676"/>
                <a:gd name="connsiteX47" fmla="*/ 225068 w 255882"/>
                <a:gd name="connsiteY47" fmla="*/ 211611 h 255676"/>
                <a:gd name="connsiteX48" fmla="*/ 213245 w 255882"/>
                <a:gd name="connsiteY48" fmla="*/ 213948 h 255676"/>
                <a:gd name="connsiteX49" fmla="*/ 198602 w 255882"/>
                <a:gd name="connsiteY49" fmla="*/ 205699 h 255676"/>
                <a:gd name="connsiteX50" fmla="*/ 188565 w 255882"/>
                <a:gd name="connsiteY50" fmla="*/ 207143 h 255676"/>
                <a:gd name="connsiteX51" fmla="*/ 185334 w 255882"/>
                <a:gd name="connsiteY51" fmla="*/ 216217 h 255676"/>
                <a:gd name="connsiteX52" fmla="*/ 190078 w 255882"/>
                <a:gd name="connsiteY52" fmla="*/ 234503 h 255676"/>
                <a:gd name="connsiteX53" fmla="*/ 187397 w 255882"/>
                <a:gd name="connsiteY53" fmla="*/ 241377 h 255676"/>
                <a:gd name="connsiteX54" fmla="*/ 182585 w 255882"/>
                <a:gd name="connsiteY54" fmla="*/ 243852 h 255676"/>
                <a:gd name="connsiteX55" fmla="*/ 175366 w 255882"/>
                <a:gd name="connsiteY55" fmla="*/ 241859 h 255676"/>
                <a:gd name="connsiteX56" fmla="*/ 164024 w 255882"/>
                <a:gd name="connsiteY56" fmla="*/ 227491 h 255676"/>
                <a:gd name="connsiteX57" fmla="*/ 149381 w 255882"/>
                <a:gd name="connsiteY57" fmla="*/ 226254 h 255676"/>
                <a:gd name="connsiteX58" fmla="*/ 147456 w 255882"/>
                <a:gd name="connsiteY58" fmla="*/ 230103 h 255676"/>
                <a:gd name="connsiteX59" fmla="*/ 144844 w 255882"/>
                <a:gd name="connsiteY59" fmla="*/ 249008 h 255676"/>
                <a:gd name="connsiteX60" fmla="*/ 139895 w 255882"/>
                <a:gd name="connsiteY60" fmla="*/ 255676 h 255676"/>
                <a:gd name="connsiteX61" fmla="*/ 131577 w 255882"/>
                <a:gd name="connsiteY61" fmla="*/ 255676 h 255676"/>
                <a:gd name="connsiteX62" fmla="*/ 127933 w 255882"/>
                <a:gd name="connsiteY62" fmla="*/ 250589 h 255676"/>
                <a:gd name="connsiteX63" fmla="*/ 122777 w 255882"/>
                <a:gd name="connsiteY63" fmla="*/ 232372 h 255676"/>
                <a:gd name="connsiteX64" fmla="*/ 116659 w 255882"/>
                <a:gd name="connsiteY64" fmla="*/ 227010 h 255676"/>
                <a:gd name="connsiteX65" fmla="*/ 112947 w 255882"/>
                <a:gd name="connsiteY65" fmla="*/ 226597 h 255676"/>
                <a:gd name="connsiteX66" fmla="*/ 106622 w 255882"/>
                <a:gd name="connsiteY66" fmla="*/ 230103 h 255676"/>
                <a:gd name="connsiteX67" fmla="*/ 105041 w 255882"/>
                <a:gd name="connsiteY67" fmla="*/ 232784 h 255676"/>
                <a:gd name="connsiteX68" fmla="*/ 96380 w 255882"/>
                <a:gd name="connsiteY68" fmla="*/ 247427 h 255676"/>
                <a:gd name="connsiteX69" fmla="*/ 89849 w 255882"/>
                <a:gd name="connsiteY69" fmla="*/ 250108 h 255676"/>
                <a:gd name="connsiteX70" fmla="*/ 84555 w 255882"/>
                <a:gd name="connsiteY70" fmla="*/ 248320 h 255676"/>
                <a:gd name="connsiteX71" fmla="*/ 80981 w 255882"/>
                <a:gd name="connsiteY71" fmla="*/ 241652 h 255676"/>
                <a:gd name="connsiteX72" fmla="*/ 83249 w 255882"/>
                <a:gd name="connsiteY72" fmla="*/ 222885 h 255676"/>
                <a:gd name="connsiteX73" fmla="*/ 78094 w 255882"/>
                <a:gd name="connsiteY73" fmla="*/ 214155 h 255676"/>
                <a:gd name="connsiteX74" fmla="*/ 68538 w 255882"/>
                <a:gd name="connsiteY74" fmla="*/ 214636 h 255676"/>
                <a:gd name="connsiteX75" fmla="*/ 55133 w 255882"/>
                <a:gd name="connsiteY75" fmla="*/ 224810 h 255676"/>
                <a:gd name="connsiteX76" fmla="*/ 43240 w 255882"/>
                <a:gd name="connsiteY76" fmla="*/ 224123 h 255676"/>
                <a:gd name="connsiteX77" fmla="*/ 42209 w 255882"/>
                <a:gd name="connsiteY77" fmla="*/ 223091 h 255676"/>
                <a:gd name="connsiteX78" fmla="*/ 41178 w 255882"/>
                <a:gd name="connsiteY78" fmla="*/ 214842 h 255676"/>
                <a:gd name="connsiteX79" fmla="*/ 50115 w 255882"/>
                <a:gd name="connsiteY79" fmla="*/ 198893 h 255676"/>
                <a:gd name="connsiteX80" fmla="*/ 51627 w 255882"/>
                <a:gd name="connsiteY80" fmla="*/ 194013 h 255676"/>
                <a:gd name="connsiteX81" fmla="*/ 39597 w 255882"/>
                <a:gd name="connsiteY81" fmla="*/ 185420 h 255676"/>
                <a:gd name="connsiteX82" fmla="*/ 21105 w 255882"/>
                <a:gd name="connsiteY82" fmla="*/ 190232 h 255676"/>
                <a:gd name="connsiteX83" fmla="*/ 15193 w 255882"/>
                <a:gd name="connsiteY83" fmla="*/ 188238 h 255676"/>
                <a:gd name="connsiteX84" fmla="*/ 12237 w 255882"/>
                <a:gd name="connsiteY84" fmla="*/ 183014 h 255676"/>
                <a:gd name="connsiteX85" fmla="*/ 14230 w 255882"/>
                <a:gd name="connsiteY85" fmla="*/ 175314 h 255676"/>
                <a:gd name="connsiteX86" fmla="*/ 27910 w 255882"/>
                <a:gd name="connsiteY86" fmla="*/ 164453 h 255676"/>
                <a:gd name="connsiteX87" fmla="*/ 31554 w 255882"/>
                <a:gd name="connsiteY87" fmla="*/ 153385 h 255676"/>
                <a:gd name="connsiteX88" fmla="*/ 24198 w 255882"/>
                <a:gd name="connsiteY88" fmla="*/ 147198 h 255676"/>
                <a:gd name="connsiteX89" fmla="*/ 6943 w 255882"/>
                <a:gd name="connsiteY89" fmla="*/ 144861 h 255676"/>
                <a:gd name="connsiteX90" fmla="*/ 138 w 255882"/>
                <a:gd name="connsiteY90" fmla="*/ 140049 h 255676"/>
                <a:gd name="connsiteX91" fmla="*/ 0 w 255882"/>
                <a:gd name="connsiteY91" fmla="*/ 131525 h 255676"/>
                <a:gd name="connsiteX92" fmla="*/ 5019 w 255882"/>
                <a:gd name="connsiteY92" fmla="*/ 127881 h 255676"/>
                <a:gd name="connsiteX93" fmla="*/ 22617 w 255882"/>
                <a:gd name="connsiteY93" fmla="*/ 122931 h 255676"/>
                <a:gd name="connsiteX94" fmla="*/ 28667 w 255882"/>
                <a:gd name="connsiteY94" fmla="*/ 116194 h 255676"/>
                <a:gd name="connsiteX95" fmla="*/ 29010 w 255882"/>
                <a:gd name="connsiteY95" fmla="*/ 113307 h 255676"/>
                <a:gd name="connsiteX96" fmla="*/ 25229 w 255882"/>
                <a:gd name="connsiteY96" fmla="*/ 106295 h 255676"/>
                <a:gd name="connsiteX97" fmla="*/ 9281 w 255882"/>
                <a:gd name="connsiteY97" fmla="*/ 96946 h 255676"/>
                <a:gd name="connsiteX98" fmla="*/ 5843 w 255882"/>
                <a:gd name="connsiteY98" fmla="*/ 88560 h 255676"/>
                <a:gd name="connsiteX99" fmla="*/ 6187 w 255882"/>
                <a:gd name="connsiteY99" fmla="*/ 87391 h 255676"/>
                <a:gd name="connsiteX100" fmla="*/ 15261 w 255882"/>
                <a:gd name="connsiteY100" fmla="*/ 81135 h 255676"/>
                <a:gd name="connsiteX101" fmla="*/ 32173 w 255882"/>
                <a:gd name="connsiteY101" fmla="*/ 83060 h 255676"/>
                <a:gd name="connsiteX102" fmla="*/ 40834 w 255882"/>
                <a:gd name="connsiteY102" fmla="*/ 79073 h 255676"/>
                <a:gd name="connsiteX103" fmla="*/ 40147 w 255882"/>
                <a:gd name="connsiteY103" fmla="*/ 67318 h 255676"/>
                <a:gd name="connsiteX104" fmla="*/ 29629 w 255882"/>
                <a:gd name="connsiteY104" fmla="*/ 53363 h 255676"/>
                <a:gd name="connsiteX105" fmla="*/ 29629 w 255882"/>
                <a:gd name="connsiteY105" fmla="*/ 45595 h 255676"/>
                <a:gd name="connsiteX106" fmla="*/ 33066 w 255882"/>
                <a:gd name="connsiteY106" fmla="*/ 41745 h 255676"/>
                <a:gd name="connsiteX107" fmla="*/ 40422 w 255882"/>
                <a:gd name="connsiteY107" fmla="*/ 40920 h 255676"/>
                <a:gd name="connsiteX108" fmla="*/ 56027 w 255882"/>
                <a:gd name="connsiteY108" fmla="*/ 49719 h 255676"/>
                <a:gd name="connsiteX109" fmla="*/ 69982 w 255882"/>
                <a:gd name="connsiteY109" fmla="*/ 45801 h 255676"/>
                <a:gd name="connsiteX110" fmla="*/ 70325 w 255882"/>
                <a:gd name="connsiteY110" fmla="*/ 39751 h 255676"/>
                <a:gd name="connsiteX111" fmla="*/ 65788 w 255882"/>
                <a:gd name="connsiteY111" fmla="*/ 22221 h 255676"/>
                <a:gd name="connsiteX112" fmla="*/ 69088 w 255882"/>
                <a:gd name="connsiteY112" fmla="*/ 14110 h 255676"/>
                <a:gd name="connsiteX113" fmla="*/ 71632 w 255882"/>
                <a:gd name="connsiteY113" fmla="*/ 12735 h 255676"/>
                <a:gd name="connsiteX114" fmla="*/ 81118 w 255882"/>
                <a:gd name="connsiteY114" fmla="*/ 15072 h 255676"/>
                <a:gd name="connsiteX115" fmla="*/ 92049 w 255882"/>
                <a:gd name="connsiteY115" fmla="*/ 28958 h 255676"/>
                <a:gd name="connsiteX116" fmla="*/ 106966 w 255882"/>
                <a:gd name="connsiteY116" fmla="*/ 28890 h 255676"/>
                <a:gd name="connsiteX117" fmla="*/ 108754 w 255882"/>
                <a:gd name="connsiteY117" fmla="*/ 22565 h 255676"/>
                <a:gd name="connsiteX118" fmla="*/ 110953 w 255882"/>
                <a:gd name="connsiteY118" fmla="*/ 6479 h 255676"/>
                <a:gd name="connsiteX119" fmla="*/ 116934 w 255882"/>
                <a:gd name="connsiteY119" fmla="*/ 292 h 255676"/>
                <a:gd name="connsiteX120" fmla="*/ 122296 w 255882"/>
                <a:gd name="connsiteY120" fmla="*/ 86 h 2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55882" h="255676">
                  <a:moveTo>
                    <a:pt x="127864" y="81461"/>
                  </a:moveTo>
                  <a:cubicBezTo>
                    <a:pt x="102426" y="81461"/>
                    <a:pt x="81805" y="102082"/>
                    <a:pt x="81805" y="127520"/>
                  </a:cubicBezTo>
                  <a:cubicBezTo>
                    <a:pt x="81805" y="152958"/>
                    <a:pt x="102426" y="173579"/>
                    <a:pt x="127864" y="173579"/>
                  </a:cubicBezTo>
                  <a:cubicBezTo>
                    <a:pt x="153302" y="173579"/>
                    <a:pt x="173923" y="152958"/>
                    <a:pt x="173923" y="127520"/>
                  </a:cubicBezTo>
                  <a:cubicBezTo>
                    <a:pt x="173923" y="102082"/>
                    <a:pt x="153302" y="81461"/>
                    <a:pt x="127864" y="81461"/>
                  </a:cubicBezTo>
                  <a:close/>
                  <a:moveTo>
                    <a:pt x="122296" y="86"/>
                  </a:moveTo>
                  <a:cubicBezTo>
                    <a:pt x="124908" y="223"/>
                    <a:pt x="126696" y="1598"/>
                    <a:pt x="127383" y="4211"/>
                  </a:cubicBezTo>
                  <a:cubicBezTo>
                    <a:pt x="129033" y="10054"/>
                    <a:pt x="130752" y="15966"/>
                    <a:pt x="132401" y="21809"/>
                  </a:cubicBezTo>
                  <a:cubicBezTo>
                    <a:pt x="134120" y="27790"/>
                    <a:pt x="139070" y="30608"/>
                    <a:pt x="145188" y="29027"/>
                  </a:cubicBezTo>
                  <a:cubicBezTo>
                    <a:pt x="147181" y="28546"/>
                    <a:pt x="148350" y="27102"/>
                    <a:pt x="149312" y="25452"/>
                  </a:cubicBezTo>
                  <a:cubicBezTo>
                    <a:pt x="152475" y="20022"/>
                    <a:pt x="155706" y="14591"/>
                    <a:pt x="158937" y="9160"/>
                  </a:cubicBezTo>
                  <a:cubicBezTo>
                    <a:pt x="160999" y="5654"/>
                    <a:pt x="162786" y="4898"/>
                    <a:pt x="166705" y="5929"/>
                  </a:cubicBezTo>
                  <a:cubicBezTo>
                    <a:pt x="174542" y="7923"/>
                    <a:pt x="175573" y="9641"/>
                    <a:pt x="174404" y="18372"/>
                  </a:cubicBezTo>
                  <a:cubicBezTo>
                    <a:pt x="173717" y="23596"/>
                    <a:pt x="173098" y="28821"/>
                    <a:pt x="172479" y="34046"/>
                  </a:cubicBezTo>
                  <a:cubicBezTo>
                    <a:pt x="172410" y="34595"/>
                    <a:pt x="172410" y="35145"/>
                    <a:pt x="172479" y="35695"/>
                  </a:cubicBezTo>
                  <a:cubicBezTo>
                    <a:pt x="173373" y="41264"/>
                    <a:pt x="181828" y="45113"/>
                    <a:pt x="186434" y="41882"/>
                  </a:cubicBezTo>
                  <a:cubicBezTo>
                    <a:pt x="191659" y="38170"/>
                    <a:pt x="196677" y="34252"/>
                    <a:pt x="201764" y="30402"/>
                  </a:cubicBezTo>
                  <a:cubicBezTo>
                    <a:pt x="205476" y="27584"/>
                    <a:pt x="207333" y="27652"/>
                    <a:pt x="211045" y="30540"/>
                  </a:cubicBezTo>
                  <a:cubicBezTo>
                    <a:pt x="211526" y="30952"/>
                    <a:pt x="212007" y="31296"/>
                    <a:pt x="212488" y="31777"/>
                  </a:cubicBezTo>
                  <a:cubicBezTo>
                    <a:pt x="216819" y="35902"/>
                    <a:pt x="217025" y="37139"/>
                    <a:pt x="214069" y="42364"/>
                  </a:cubicBezTo>
                  <a:cubicBezTo>
                    <a:pt x="211251" y="47382"/>
                    <a:pt x="208570" y="52469"/>
                    <a:pt x="205614" y="57418"/>
                  </a:cubicBezTo>
                  <a:cubicBezTo>
                    <a:pt x="203483" y="61062"/>
                    <a:pt x="204445" y="64087"/>
                    <a:pt x="206783" y="67180"/>
                  </a:cubicBezTo>
                  <a:cubicBezTo>
                    <a:pt x="209120" y="70274"/>
                    <a:pt x="211801" y="71786"/>
                    <a:pt x="215719" y="70755"/>
                  </a:cubicBezTo>
                  <a:cubicBezTo>
                    <a:pt x="221769" y="69174"/>
                    <a:pt x="227818" y="67661"/>
                    <a:pt x="233799" y="66011"/>
                  </a:cubicBezTo>
                  <a:cubicBezTo>
                    <a:pt x="237649" y="64980"/>
                    <a:pt x="239367" y="65599"/>
                    <a:pt x="241498" y="68967"/>
                  </a:cubicBezTo>
                  <a:cubicBezTo>
                    <a:pt x="242461" y="70411"/>
                    <a:pt x="243286" y="71923"/>
                    <a:pt x="243836" y="73573"/>
                  </a:cubicBezTo>
                  <a:cubicBezTo>
                    <a:pt x="244867" y="76529"/>
                    <a:pt x="244385" y="78385"/>
                    <a:pt x="241911" y="80379"/>
                  </a:cubicBezTo>
                  <a:cubicBezTo>
                    <a:pt x="236755" y="84504"/>
                    <a:pt x="231668" y="88628"/>
                    <a:pt x="226443" y="92684"/>
                  </a:cubicBezTo>
                  <a:cubicBezTo>
                    <a:pt x="223831" y="94678"/>
                    <a:pt x="223144" y="97152"/>
                    <a:pt x="223694" y="100177"/>
                  </a:cubicBezTo>
                  <a:cubicBezTo>
                    <a:pt x="223900" y="101208"/>
                    <a:pt x="224244" y="102171"/>
                    <a:pt x="224519" y="103202"/>
                  </a:cubicBezTo>
                  <a:cubicBezTo>
                    <a:pt x="225412" y="106433"/>
                    <a:pt x="227543" y="108220"/>
                    <a:pt x="230843" y="108633"/>
                  </a:cubicBezTo>
                  <a:cubicBezTo>
                    <a:pt x="237099" y="109458"/>
                    <a:pt x="243354" y="110351"/>
                    <a:pt x="249541" y="111176"/>
                  </a:cubicBezTo>
                  <a:cubicBezTo>
                    <a:pt x="253254" y="111657"/>
                    <a:pt x="255178" y="113445"/>
                    <a:pt x="255591" y="117157"/>
                  </a:cubicBezTo>
                  <a:cubicBezTo>
                    <a:pt x="255797" y="118944"/>
                    <a:pt x="256003" y="120732"/>
                    <a:pt x="255797" y="122519"/>
                  </a:cubicBezTo>
                  <a:cubicBezTo>
                    <a:pt x="255453" y="125337"/>
                    <a:pt x="254010" y="126919"/>
                    <a:pt x="251398" y="127675"/>
                  </a:cubicBezTo>
                  <a:cubicBezTo>
                    <a:pt x="245554" y="129325"/>
                    <a:pt x="239642" y="130974"/>
                    <a:pt x="233799" y="132693"/>
                  </a:cubicBezTo>
                  <a:cubicBezTo>
                    <a:pt x="228093" y="134343"/>
                    <a:pt x="225481" y="138674"/>
                    <a:pt x="226650" y="144586"/>
                  </a:cubicBezTo>
                  <a:cubicBezTo>
                    <a:pt x="227062" y="146854"/>
                    <a:pt x="228368" y="148298"/>
                    <a:pt x="230293" y="149398"/>
                  </a:cubicBezTo>
                  <a:cubicBezTo>
                    <a:pt x="235655" y="152560"/>
                    <a:pt x="241017" y="155722"/>
                    <a:pt x="246448" y="158884"/>
                  </a:cubicBezTo>
                  <a:cubicBezTo>
                    <a:pt x="250435" y="161222"/>
                    <a:pt x="251054" y="162597"/>
                    <a:pt x="249954" y="167065"/>
                  </a:cubicBezTo>
                  <a:cubicBezTo>
                    <a:pt x="249885" y="167340"/>
                    <a:pt x="249885" y="167615"/>
                    <a:pt x="249816" y="167890"/>
                  </a:cubicBezTo>
                  <a:cubicBezTo>
                    <a:pt x="248166" y="173321"/>
                    <a:pt x="246310" y="176002"/>
                    <a:pt x="240123" y="174833"/>
                  </a:cubicBezTo>
                  <a:cubicBezTo>
                    <a:pt x="234555" y="173733"/>
                    <a:pt x="228849" y="173527"/>
                    <a:pt x="223212" y="172702"/>
                  </a:cubicBezTo>
                  <a:cubicBezTo>
                    <a:pt x="219225" y="172152"/>
                    <a:pt x="216613" y="173733"/>
                    <a:pt x="214688" y="177102"/>
                  </a:cubicBezTo>
                  <a:cubicBezTo>
                    <a:pt x="212695" y="180539"/>
                    <a:pt x="211801" y="183770"/>
                    <a:pt x="214551" y="187276"/>
                  </a:cubicBezTo>
                  <a:cubicBezTo>
                    <a:pt x="218263" y="192019"/>
                    <a:pt x="221838" y="196900"/>
                    <a:pt x="225481" y="201712"/>
                  </a:cubicBezTo>
                  <a:cubicBezTo>
                    <a:pt x="228506" y="205630"/>
                    <a:pt x="228506" y="207212"/>
                    <a:pt x="225481" y="211130"/>
                  </a:cubicBezTo>
                  <a:cubicBezTo>
                    <a:pt x="225343" y="211267"/>
                    <a:pt x="225206" y="211474"/>
                    <a:pt x="225068" y="211611"/>
                  </a:cubicBezTo>
                  <a:cubicBezTo>
                    <a:pt x="221081" y="215873"/>
                    <a:pt x="219500" y="217729"/>
                    <a:pt x="213245" y="213948"/>
                  </a:cubicBezTo>
                  <a:cubicBezTo>
                    <a:pt x="208432" y="211061"/>
                    <a:pt x="203345" y="208586"/>
                    <a:pt x="198602" y="205699"/>
                  </a:cubicBezTo>
                  <a:cubicBezTo>
                    <a:pt x="194684" y="203362"/>
                    <a:pt x="191659" y="204737"/>
                    <a:pt x="188565" y="207143"/>
                  </a:cubicBezTo>
                  <a:cubicBezTo>
                    <a:pt x="185472" y="209480"/>
                    <a:pt x="184234" y="212299"/>
                    <a:pt x="185334" y="216217"/>
                  </a:cubicBezTo>
                  <a:cubicBezTo>
                    <a:pt x="187053" y="222267"/>
                    <a:pt x="188565" y="228385"/>
                    <a:pt x="190078" y="234503"/>
                  </a:cubicBezTo>
                  <a:cubicBezTo>
                    <a:pt x="190903" y="237803"/>
                    <a:pt x="190215" y="239590"/>
                    <a:pt x="187397" y="241377"/>
                  </a:cubicBezTo>
                  <a:cubicBezTo>
                    <a:pt x="185884" y="242340"/>
                    <a:pt x="184303" y="243233"/>
                    <a:pt x="182585" y="243852"/>
                  </a:cubicBezTo>
                  <a:cubicBezTo>
                    <a:pt x="179560" y="244952"/>
                    <a:pt x="177360" y="244402"/>
                    <a:pt x="175366" y="241859"/>
                  </a:cubicBezTo>
                  <a:cubicBezTo>
                    <a:pt x="171585" y="237115"/>
                    <a:pt x="167805" y="232303"/>
                    <a:pt x="164024" y="227491"/>
                  </a:cubicBezTo>
                  <a:cubicBezTo>
                    <a:pt x="160380" y="222954"/>
                    <a:pt x="153781" y="222335"/>
                    <a:pt x="149381" y="226254"/>
                  </a:cubicBezTo>
                  <a:cubicBezTo>
                    <a:pt x="148213" y="227285"/>
                    <a:pt x="147663" y="228591"/>
                    <a:pt x="147456" y="230103"/>
                  </a:cubicBezTo>
                  <a:cubicBezTo>
                    <a:pt x="146563" y="236428"/>
                    <a:pt x="145532" y="242683"/>
                    <a:pt x="144844" y="249008"/>
                  </a:cubicBezTo>
                  <a:cubicBezTo>
                    <a:pt x="144432" y="252308"/>
                    <a:pt x="143126" y="254645"/>
                    <a:pt x="139895" y="255676"/>
                  </a:cubicBezTo>
                  <a:cubicBezTo>
                    <a:pt x="137145" y="255676"/>
                    <a:pt x="134326" y="255676"/>
                    <a:pt x="131577" y="255676"/>
                  </a:cubicBezTo>
                  <a:cubicBezTo>
                    <a:pt x="129652" y="254507"/>
                    <a:pt x="128552" y="252789"/>
                    <a:pt x="127933" y="250589"/>
                  </a:cubicBezTo>
                  <a:cubicBezTo>
                    <a:pt x="126283" y="244540"/>
                    <a:pt x="124427" y="238490"/>
                    <a:pt x="122777" y="232372"/>
                  </a:cubicBezTo>
                  <a:cubicBezTo>
                    <a:pt x="121884" y="229141"/>
                    <a:pt x="119890" y="227422"/>
                    <a:pt x="116659" y="227010"/>
                  </a:cubicBezTo>
                  <a:cubicBezTo>
                    <a:pt x="115422" y="226872"/>
                    <a:pt x="114184" y="226666"/>
                    <a:pt x="112947" y="226597"/>
                  </a:cubicBezTo>
                  <a:cubicBezTo>
                    <a:pt x="110060" y="226391"/>
                    <a:pt x="108066" y="227697"/>
                    <a:pt x="106622" y="230103"/>
                  </a:cubicBezTo>
                  <a:cubicBezTo>
                    <a:pt x="106072" y="230997"/>
                    <a:pt x="105591" y="231891"/>
                    <a:pt x="105041" y="232784"/>
                  </a:cubicBezTo>
                  <a:cubicBezTo>
                    <a:pt x="102154" y="237665"/>
                    <a:pt x="99335" y="242615"/>
                    <a:pt x="96380" y="247427"/>
                  </a:cubicBezTo>
                  <a:cubicBezTo>
                    <a:pt x="94798" y="250108"/>
                    <a:pt x="92873" y="250795"/>
                    <a:pt x="89849" y="250108"/>
                  </a:cubicBezTo>
                  <a:cubicBezTo>
                    <a:pt x="87993" y="249695"/>
                    <a:pt x="86274" y="249077"/>
                    <a:pt x="84555" y="248320"/>
                  </a:cubicBezTo>
                  <a:cubicBezTo>
                    <a:pt x="81531" y="246877"/>
                    <a:pt x="80568" y="245021"/>
                    <a:pt x="80981" y="241652"/>
                  </a:cubicBezTo>
                  <a:cubicBezTo>
                    <a:pt x="81737" y="235397"/>
                    <a:pt x="82356" y="229141"/>
                    <a:pt x="83249" y="222885"/>
                  </a:cubicBezTo>
                  <a:cubicBezTo>
                    <a:pt x="83868" y="218486"/>
                    <a:pt x="81531" y="216080"/>
                    <a:pt x="78094" y="214155"/>
                  </a:cubicBezTo>
                  <a:cubicBezTo>
                    <a:pt x="74725" y="212299"/>
                    <a:pt x="71700" y="212024"/>
                    <a:pt x="68538" y="214636"/>
                  </a:cubicBezTo>
                  <a:cubicBezTo>
                    <a:pt x="64139" y="218142"/>
                    <a:pt x="59533" y="221373"/>
                    <a:pt x="55133" y="224810"/>
                  </a:cubicBezTo>
                  <a:cubicBezTo>
                    <a:pt x="50665" y="228316"/>
                    <a:pt x="48740" y="229072"/>
                    <a:pt x="43240" y="224123"/>
                  </a:cubicBezTo>
                  <a:cubicBezTo>
                    <a:pt x="42897" y="223779"/>
                    <a:pt x="42553" y="223435"/>
                    <a:pt x="42209" y="223091"/>
                  </a:cubicBezTo>
                  <a:cubicBezTo>
                    <a:pt x="39528" y="220342"/>
                    <a:pt x="39253" y="218211"/>
                    <a:pt x="41178" y="214842"/>
                  </a:cubicBezTo>
                  <a:cubicBezTo>
                    <a:pt x="44134" y="209549"/>
                    <a:pt x="47159" y="204187"/>
                    <a:pt x="50115" y="198893"/>
                  </a:cubicBezTo>
                  <a:cubicBezTo>
                    <a:pt x="50940" y="197381"/>
                    <a:pt x="51833" y="195869"/>
                    <a:pt x="51627" y="194013"/>
                  </a:cubicBezTo>
                  <a:cubicBezTo>
                    <a:pt x="51146" y="188444"/>
                    <a:pt x="44959" y="184045"/>
                    <a:pt x="39597" y="185420"/>
                  </a:cubicBezTo>
                  <a:cubicBezTo>
                    <a:pt x="33410" y="187001"/>
                    <a:pt x="27223" y="188582"/>
                    <a:pt x="21105" y="190232"/>
                  </a:cubicBezTo>
                  <a:cubicBezTo>
                    <a:pt x="18630" y="190919"/>
                    <a:pt x="16774" y="190163"/>
                    <a:pt x="15193" y="188238"/>
                  </a:cubicBezTo>
                  <a:cubicBezTo>
                    <a:pt x="13887" y="186657"/>
                    <a:pt x="13062" y="184870"/>
                    <a:pt x="12237" y="183014"/>
                  </a:cubicBezTo>
                  <a:cubicBezTo>
                    <a:pt x="10862" y="179783"/>
                    <a:pt x="11481" y="177445"/>
                    <a:pt x="14230" y="175314"/>
                  </a:cubicBezTo>
                  <a:cubicBezTo>
                    <a:pt x="18767" y="171671"/>
                    <a:pt x="23373" y="168096"/>
                    <a:pt x="27910" y="164453"/>
                  </a:cubicBezTo>
                  <a:cubicBezTo>
                    <a:pt x="32722" y="160741"/>
                    <a:pt x="33135" y="159159"/>
                    <a:pt x="31554" y="153385"/>
                  </a:cubicBezTo>
                  <a:cubicBezTo>
                    <a:pt x="30454" y="149604"/>
                    <a:pt x="28185" y="147611"/>
                    <a:pt x="24198" y="147198"/>
                  </a:cubicBezTo>
                  <a:cubicBezTo>
                    <a:pt x="18424" y="146579"/>
                    <a:pt x="12718" y="145479"/>
                    <a:pt x="6943" y="144861"/>
                  </a:cubicBezTo>
                  <a:cubicBezTo>
                    <a:pt x="3644" y="144517"/>
                    <a:pt x="1306" y="143211"/>
                    <a:pt x="138" y="140049"/>
                  </a:cubicBezTo>
                  <a:cubicBezTo>
                    <a:pt x="0" y="137093"/>
                    <a:pt x="0" y="134343"/>
                    <a:pt x="0" y="131525"/>
                  </a:cubicBezTo>
                  <a:cubicBezTo>
                    <a:pt x="1100" y="129462"/>
                    <a:pt x="2819" y="128431"/>
                    <a:pt x="5019" y="127881"/>
                  </a:cubicBezTo>
                  <a:cubicBezTo>
                    <a:pt x="10931" y="126300"/>
                    <a:pt x="16705" y="124513"/>
                    <a:pt x="22617" y="122931"/>
                  </a:cubicBezTo>
                  <a:cubicBezTo>
                    <a:pt x="26192" y="121969"/>
                    <a:pt x="28323" y="119975"/>
                    <a:pt x="28667" y="116194"/>
                  </a:cubicBezTo>
                  <a:cubicBezTo>
                    <a:pt x="28735" y="115232"/>
                    <a:pt x="28873" y="114270"/>
                    <a:pt x="29010" y="113307"/>
                  </a:cubicBezTo>
                  <a:cubicBezTo>
                    <a:pt x="29354" y="110076"/>
                    <a:pt x="27910" y="107876"/>
                    <a:pt x="25229" y="106295"/>
                  </a:cubicBezTo>
                  <a:cubicBezTo>
                    <a:pt x="19867" y="103202"/>
                    <a:pt x="14574" y="100040"/>
                    <a:pt x="9281" y="96946"/>
                  </a:cubicBezTo>
                  <a:cubicBezTo>
                    <a:pt x="5362" y="94678"/>
                    <a:pt x="4675" y="92959"/>
                    <a:pt x="5843" y="88560"/>
                  </a:cubicBezTo>
                  <a:cubicBezTo>
                    <a:pt x="5981" y="88147"/>
                    <a:pt x="6050" y="87735"/>
                    <a:pt x="6187" y="87391"/>
                  </a:cubicBezTo>
                  <a:cubicBezTo>
                    <a:pt x="7906" y="81685"/>
                    <a:pt x="9418" y="80585"/>
                    <a:pt x="15261" y="81135"/>
                  </a:cubicBezTo>
                  <a:cubicBezTo>
                    <a:pt x="20898" y="81685"/>
                    <a:pt x="26535" y="82304"/>
                    <a:pt x="32173" y="83060"/>
                  </a:cubicBezTo>
                  <a:cubicBezTo>
                    <a:pt x="36641" y="83610"/>
                    <a:pt x="38566" y="82854"/>
                    <a:pt x="40834" y="79073"/>
                  </a:cubicBezTo>
                  <a:cubicBezTo>
                    <a:pt x="44065" y="73848"/>
                    <a:pt x="43928" y="72198"/>
                    <a:pt x="40147" y="67318"/>
                  </a:cubicBezTo>
                  <a:cubicBezTo>
                    <a:pt x="36572" y="62712"/>
                    <a:pt x="33066" y="58037"/>
                    <a:pt x="29629" y="53363"/>
                  </a:cubicBezTo>
                  <a:cubicBezTo>
                    <a:pt x="27567" y="50613"/>
                    <a:pt x="27567" y="48344"/>
                    <a:pt x="29629" y="45595"/>
                  </a:cubicBezTo>
                  <a:cubicBezTo>
                    <a:pt x="30660" y="44220"/>
                    <a:pt x="31760" y="42845"/>
                    <a:pt x="33066" y="41745"/>
                  </a:cubicBezTo>
                  <a:cubicBezTo>
                    <a:pt x="35678" y="39545"/>
                    <a:pt x="37466" y="39270"/>
                    <a:pt x="40422" y="40920"/>
                  </a:cubicBezTo>
                  <a:cubicBezTo>
                    <a:pt x="45646" y="43807"/>
                    <a:pt x="51008" y="46488"/>
                    <a:pt x="56027" y="49719"/>
                  </a:cubicBezTo>
                  <a:cubicBezTo>
                    <a:pt x="61801" y="53431"/>
                    <a:pt x="65788" y="50957"/>
                    <a:pt x="69982" y="45801"/>
                  </a:cubicBezTo>
                  <a:cubicBezTo>
                    <a:pt x="71357" y="44082"/>
                    <a:pt x="70875" y="41814"/>
                    <a:pt x="70325" y="39751"/>
                  </a:cubicBezTo>
                  <a:cubicBezTo>
                    <a:pt x="68813" y="33908"/>
                    <a:pt x="67301" y="28065"/>
                    <a:pt x="65788" y="22221"/>
                  </a:cubicBezTo>
                  <a:cubicBezTo>
                    <a:pt x="64688" y="18028"/>
                    <a:pt x="65376" y="16309"/>
                    <a:pt x="69088" y="14110"/>
                  </a:cubicBezTo>
                  <a:cubicBezTo>
                    <a:pt x="69913" y="13628"/>
                    <a:pt x="70738" y="13147"/>
                    <a:pt x="71632" y="12735"/>
                  </a:cubicBezTo>
                  <a:cubicBezTo>
                    <a:pt x="76100" y="10672"/>
                    <a:pt x="78094" y="11154"/>
                    <a:pt x="81118" y="15072"/>
                  </a:cubicBezTo>
                  <a:cubicBezTo>
                    <a:pt x="84762" y="19678"/>
                    <a:pt x="88405" y="24353"/>
                    <a:pt x="92049" y="28958"/>
                  </a:cubicBezTo>
                  <a:cubicBezTo>
                    <a:pt x="95486" y="33221"/>
                    <a:pt x="103529" y="33221"/>
                    <a:pt x="106966" y="28890"/>
                  </a:cubicBezTo>
                  <a:cubicBezTo>
                    <a:pt x="108410" y="27034"/>
                    <a:pt x="108410" y="24696"/>
                    <a:pt x="108754" y="22565"/>
                  </a:cubicBezTo>
                  <a:cubicBezTo>
                    <a:pt x="109578" y="17203"/>
                    <a:pt x="110266" y="11841"/>
                    <a:pt x="110953" y="6479"/>
                  </a:cubicBezTo>
                  <a:cubicBezTo>
                    <a:pt x="111503" y="2217"/>
                    <a:pt x="112672" y="1048"/>
                    <a:pt x="116934" y="292"/>
                  </a:cubicBezTo>
                  <a:cubicBezTo>
                    <a:pt x="118721" y="-52"/>
                    <a:pt x="120509" y="-52"/>
                    <a:pt x="122296" y="86"/>
                  </a:cubicBezTo>
                  <a:close/>
                </a:path>
              </a:pathLst>
            </a:custGeom>
            <a:solidFill>
              <a:schemeClr val="bg1"/>
            </a:solidFill>
            <a:ln w="5155" cap="flat">
              <a:noFill/>
              <a:prstDash val="solid"/>
              <a:miter/>
            </a:ln>
          </p:spPr>
          <p:txBody>
            <a:bodyPr rtlCol="0" anchor="ctr"/>
            <a:lstStyle/>
            <a:p>
              <a:endParaRPr lang="en-US"/>
            </a:p>
          </p:txBody>
        </p:sp>
      </p:grpSp>
      <p:grpSp>
        <p:nvGrpSpPr>
          <p:cNvPr id="39" name="Group 38">
            <a:extLst>
              <a:ext uri="{FF2B5EF4-FFF2-40B4-BE49-F238E27FC236}">
                <a16:creationId xmlns:a16="http://schemas.microsoft.com/office/drawing/2014/main" id="{3EE38B58-01FE-4D5B-B52B-DF7FB23D2B2C}"/>
              </a:ext>
            </a:extLst>
          </p:cNvPr>
          <p:cNvGrpSpPr/>
          <p:nvPr userDrawn="1"/>
        </p:nvGrpSpPr>
        <p:grpSpPr>
          <a:xfrm rot="17572368" flipH="1">
            <a:off x="1480750" y="1474295"/>
            <a:ext cx="487113" cy="1701453"/>
            <a:chOff x="391499" y="630207"/>
            <a:chExt cx="531848" cy="1593194"/>
          </a:xfrm>
        </p:grpSpPr>
        <p:sp>
          <p:nvSpPr>
            <p:cNvPr id="40" name="Rectangle: Rounded Corners 39">
              <a:extLst>
                <a:ext uri="{FF2B5EF4-FFF2-40B4-BE49-F238E27FC236}">
                  <a16:creationId xmlns:a16="http://schemas.microsoft.com/office/drawing/2014/main" id="{ADC60DCB-AA80-49A7-A330-6DEA44AF3C32}"/>
                </a:ext>
              </a:extLst>
            </p:cNvPr>
            <p:cNvSpPr/>
            <p:nvPr/>
          </p:nvSpPr>
          <p:spPr>
            <a:xfrm rot="20495611">
              <a:off x="400453" y="630207"/>
              <a:ext cx="522894" cy="1539139"/>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8126044E-368C-440B-B94F-7A414E81ED0E}"/>
                </a:ext>
              </a:extLst>
            </p:cNvPr>
            <p:cNvSpPr/>
            <p:nvPr/>
          </p:nvSpPr>
          <p:spPr>
            <a:xfrm rot="20495611">
              <a:off x="391499" y="684262"/>
              <a:ext cx="191608" cy="1539139"/>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609EA3D-BF09-4750-8B89-52062CCAA8D8}"/>
              </a:ext>
            </a:extLst>
          </p:cNvPr>
          <p:cNvGrpSpPr/>
          <p:nvPr userDrawn="1"/>
        </p:nvGrpSpPr>
        <p:grpSpPr>
          <a:xfrm rot="9737426" flipH="1">
            <a:off x="2091150" y="2624217"/>
            <a:ext cx="514460" cy="514460"/>
            <a:chOff x="121429" y="411151"/>
            <a:chExt cx="607375" cy="607375"/>
          </a:xfrm>
        </p:grpSpPr>
        <p:sp>
          <p:nvSpPr>
            <p:cNvPr id="43" name="Oval 42">
              <a:extLst>
                <a:ext uri="{FF2B5EF4-FFF2-40B4-BE49-F238E27FC236}">
                  <a16:creationId xmlns:a16="http://schemas.microsoft.com/office/drawing/2014/main" id="{8CD88CA8-507A-4052-B3D1-5825B8BBAFFC}"/>
                </a:ext>
              </a:extLst>
            </p:cNvPr>
            <p:cNvSpPr/>
            <p:nvPr/>
          </p:nvSpPr>
          <p:spPr>
            <a:xfrm>
              <a:off x="121429" y="411151"/>
              <a:ext cx="607375" cy="607375"/>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29BC079D-A9B7-4437-8CA1-2DF8E7A33A14}"/>
                </a:ext>
              </a:extLst>
            </p:cNvPr>
            <p:cNvSpPr/>
            <p:nvPr/>
          </p:nvSpPr>
          <p:spPr>
            <a:xfrm>
              <a:off x="186933" y="476655"/>
              <a:ext cx="476367" cy="476367"/>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88F9EC3F-3387-4CF3-A03F-AC9058376362}"/>
                </a:ext>
              </a:extLst>
            </p:cNvPr>
            <p:cNvSpPr/>
            <p:nvPr/>
          </p:nvSpPr>
          <p:spPr>
            <a:xfrm>
              <a:off x="306264" y="596604"/>
              <a:ext cx="237705" cy="23646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CC56068D-EB7D-490A-87C5-924066AB69B5}"/>
                </a:ext>
              </a:extLst>
            </p:cNvPr>
            <p:cNvSpPr/>
            <p:nvPr/>
          </p:nvSpPr>
          <p:spPr>
            <a:xfrm>
              <a:off x="385558" y="675280"/>
              <a:ext cx="79122" cy="7912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23646BA1-CE2A-4CBB-97E9-9222C9AD8E3F}"/>
              </a:ext>
            </a:extLst>
          </p:cNvPr>
          <p:cNvGrpSpPr/>
          <p:nvPr userDrawn="1"/>
        </p:nvGrpSpPr>
        <p:grpSpPr>
          <a:xfrm rot="9743765" flipH="1">
            <a:off x="849043" y="392925"/>
            <a:ext cx="459928" cy="1377757"/>
            <a:chOff x="391499" y="630207"/>
            <a:chExt cx="531845" cy="1593193"/>
          </a:xfrm>
        </p:grpSpPr>
        <p:sp>
          <p:nvSpPr>
            <p:cNvPr id="48" name="Rectangle: Rounded Corners 47">
              <a:extLst>
                <a:ext uri="{FF2B5EF4-FFF2-40B4-BE49-F238E27FC236}">
                  <a16:creationId xmlns:a16="http://schemas.microsoft.com/office/drawing/2014/main" id="{DE287937-2334-4531-AC46-A7DC53F51BD5}"/>
                </a:ext>
              </a:extLst>
            </p:cNvPr>
            <p:cNvSpPr/>
            <p:nvPr/>
          </p:nvSpPr>
          <p:spPr>
            <a:xfrm rot="20495611">
              <a:off x="400452" y="630207"/>
              <a:ext cx="522892" cy="1539138"/>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A1EE65D8-6FBD-4080-AA95-429B44E248D1}"/>
                </a:ext>
              </a:extLst>
            </p:cNvPr>
            <p:cNvSpPr/>
            <p:nvPr/>
          </p:nvSpPr>
          <p:spPr>
            <a:xfrm rot="20495611">
              <a:off x="391499" y="684262"/>
              <a:ext cx="191607" cy="1539138"/>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Oval 49">
            <a:extLst>
              <a:ext uri="{FF2B5EF4-FFF2-40B4-BE49-F238E27FC236}">
                <a16:creationId xmlns:a16="http://schemas.microsoft.com/office/drawing/2014/main" id="{6227990C-BB00-45E1-9810-8A586B2334D7}"/>
              </a:ext>
            </a:extLst>
          </p:cNvPr>
          <p:cNvSpPr/>
          <p:nvPr userDrawn="1"/>
        </p:nvSpPr>
        <p:spPr>
          <a:xfrm rot="10800000" flipH="1">
            <a:off x="747743" y="1420860"/>
            <a:ext cx="618628" cy="618628"/>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7FC309BA-165E-4651-AC85-AA6CD5F0458E}"/>
              </a:ext>
            </a:extLst>
          </p:cNvPr>
          <p:cNvSpPr/>
          <p:nvPr userDrawn="1"/>
        </p:nvSpPr>
        <p:spPr>
          <a:xfrm rot="10800000" flipH="1">
            <a:off x="814461" y="1487577"/>
            <a:ext cx="485192" cy="485192"/>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54C48116-DF0F-4187-A190-7F66C44BF701}"/>
              </a:ext>
            </a:extLst>
          </p:cNvPr>
          <p:cNvSpPr/>
          <p:nvPr userDrawn="1"/>
        </p:nvSpPr>
        <p:spPr>
          <a:xfrm rot="10800000" flipH="1">
            <a:off x="936003" y="1609750"/>
            <a:ext cx="242109" cy="24084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3" name="Oval 52">
            <a:extLst>
              <a:ext uri="{FF2B5EF4-FFF2-40B4-BE49-F238E27FC236}">
                <a16:creationId xmlns:a16="http://schemas.microsoft.com/office/drawing/2014/main" id="{1CB88625-BD84-4AC0-8A04-F9D426252DC6}"/>
              </a:ext>
            </a:extLst>
          </p:cNvPr>
          <p:cNvSpPr/>
          <p:nvPr userDrawn="1"/>
        </p:nvSpPr>
        <p:spPr>
          <a:xfrm rot="10800000" flipH="1">
            <a:off x="1016764" y="1689879"/>
            <a:ext cx="80588" cy="80588"/>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Top Corners Rounded 53">
            <a:extLst>
              <a:ext uri="{FF2B5EF4-FFF2-40B4-BE49-F238E27FC236}">
                <a16:creationId xmlns:a16="http://schemas.microsoft.com/office/drawing/2014/main" id="{FDB0D61A-55FF-42B8-B442-7B044B1376C5}"/>
              </a:ext>
            </a:extLst>
          </p:cNvPr>
          <p:cNvSpPr/>
          <p:nvPr userDrawn="1"/>
        </p:nvSpPr>
        <p:spPr>
          <a:xfrm rot="10800000" flipH="1">
            <a:off x="478272" y="255586"/>
            <a:ext cx="1246034" cy="71186"/>
          </a:xfrm>
          <a:prstGeom prst="round2SameRect">
            <a:avLst>
              <a:gd name="adj1" fmla="val 50000"/>
              <a:gd name="adj2"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Top Corners Rounded 54">
            <a:extLst>
              <a:ext uri="{FF2B5EF4-FFF2-40B4-BE49-F238E27FC236}">
                <a16:creationId xmlns:a16="http://schemas.microsoft.com/office/drawing/2014/main" id="{18A1D6DB-506D-44F9-B480-A76B310C3E71}"/>
              </a:ext>
            </a:extLst>
          </p:cNvPr>
          <p:cNvSpPr/>
          <p:nvPr userDrawn="1"/>
        </p:nvSpPr>
        <p:spPr>
          <a:xfrm rot="10800000" flipH="1">
            <a:off x="640963" y="322185"/>
            <a:ext cx="920653" cy="256032"/>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DC50F240-F8DE-4A86-B350-32B373D2B6BC}"/>
              </a:ext>
            </a:extLst>
          </p:cNvPr>
          <p:cNvSpPr txBox="1"/>
          <p:nvPr userDrawn="1"/>
        </p:nvSpPr>
        <p:spPr>
          <a:xfrm>
            <a:off x="292045" y="6035759"/>
            <a:ext cx="3434108" cy="500056"/>
          </a:xfrm>
          <a:custGeom>
            <a:avLst/>
            <a:gdLst>
              <a:gd name="connsiteX0" fmla="*/ 918715 w 3349328"/>
              <a:gd name="connsiteY0" fmla="*/ 111816 h 487710"/>
              <a:gd name="connsiteX1" fmla="*/ 918715 w 3349328"/>
              <a:gd name="connsiteY1" fmla="*/ 374535 h 487710"/>
              <a:gd name="connsiteX2" fmla="*/ 946303 w 3349328"/>
              <a:gd name="connsiteY2" fmla="*/ 374535 h 487710"/>
              <a:gd name="connsiteX3" fmla="*/ 1052905 w 3349328"/>
              <a:gd name="connsiteY3" fmla="*/ 327170 h 487710"/>
              <a:gd name="connsiteX4" fmla="*/ 1079813 w 3349328"/>
              <a:gd name="connsiteY4" fmla="*/ 243005 h 487710"/>
              <a:gd name="connsiteX5" fmla="*/ 1052905 w 3349328"/>
              <a:gd name="connsiteY5" fmla="*/ 159181 h 487710"/>
              <a:gd name="connsiteX6" fmla="*/ 946303 w 3349328"/>
              <a:gd name="connsiteY6" fmla="*/ 111816 h 487710"/>
              <a:gd name="connsiteX7" fmla="*/ 2629830 w 3349328"/>
              <a:gd name="connsiteY7" fmla="*/ 102981 h 487710"/>
              <a:gd name="connsiteX8" fmla="*/ 2629830 w 3349328"/>
              <a:gd name="connsiteY8" fmla="*/ 218535 h 487710"/>
              <a:gd name="connsiteX9" fmla="*/ 2652342 w 3349328"/>
              <a:gd name="connsiteY9" fmla="*/ 218535 h 487710"/>
              <a:gd name="connsiteX10" fmla="*/ 2707256 w 3349328"/>
              <a:gd name="connsiteY10" fmla="*/ 202610 h 487710"/>
              <a:gd name="connsiteX11" fmla="*/ 2725333 w 3349328"/>
              <a:gd name="connsiteY11" fmla="*/ 160588 h 487710"/>
              <a:gd name="connsiteX12" fmla="*/ 2707256 w 3349328"/>
              <a:gd name="connsiteY12" fmla="*/ 118906 h 487710"/>
              <a:gd name="connsiteX13" fmla="*/ 2652342 w 3349328"/>
              <a:gd name="connsiteY13" fmla="*/ 102981 h 487710"/>
              <a:gd name="connsiteX14" fmla="*/ 222349 w 3349328"/>
              <a:gd name="connsiteY14" fmla="*/ 23791 h 487710"/>
              <a:gd name="connsiteX15" fmla="*/ 343001 w 3349328"/>
              <a:gd name="connsiteY15" fmla="*/ 23791 h 487710"/>
              <a:gd name="connsiteX16" fmla="*/ 564934 w 3349328"/>
              <a:gd name="connsiteY16" fmla="*/ 307580 h 487710"/>
              <a:gd name="connsiteX17" fmla="*/ 564934 w 3349328"/>
              <a:gd name="connsiteY17" fmla="*/ 23791 h 487710"/>
              <a:gd name="connsiteX18" fmla="*/ 685587 w 3349328"/>
              <a:gd name="connsiteY18" fmla="*/ 23791 h 487710"/>
              <a:gd name="connsiteX19" fmla="*/ 685587 w 3349328"/>
              <a:gd name="connsiteY19" fmla="*/ 487710 h 487710"/>
              <a:gd name="connsiteX20" fmla="*/ 564934 w 3349328"/>
              <a:gd name="connsiteY20" fmla="*/ 487710 h 487710"/>
              <a:gd name="connsiteX21" fmla="*/ 343001 w 3349328"/>
              <a:gd name="connsiteY21" fmla="*/ 203580 h 487710"/>
              <a:gd name="connsiteX22" fmla="*/ 343001 w 3349328"/>
              <a:gd name="connsiteY22" fmla="*/ 487710 h 487710"/>
              <a:gd name="connsiteX23" fmla="*/ 222349 w 3349328"/>
              <a:gd name="connsiteY23" fmla="*/ 487710 h 487710"/>
              <a:gd name="connsiteX24" fmla="*/ 0 w 3349328"/>
              <a:gd name="connsiteY24" fmla="*/ 23791 h 487710"/>
              <a:gd name="connsiteX25" fmla="*/ 120653 w 3349328"/>
              <a:gd name="connsiteY25" fmla="*/ 23791 h 487710"/>
              <a:gd name="connsiteX26" fmla="*/ 120653 w 3349328"/>
              <a:gd name="connsiteY26" fmla="*/ 487710 h 487710"/>
              <a:gd name="connsiteX27" fmla="*/ 0 w 3349328"/>
              <a:gd name="connsiteY27" fmla="*/ 487710 h 487710"/>
              <a:gd name="connsiteX28" fmla="*/ 2887110 w 3349328"/>
              <a:gd name="connsiteY28" fmla="*/ 11217 h 487710"/>
              <a:gd name="connsiteX29" fmla="*/ 3031213 w 3349328"/>
              <a:gd name="connsiteY29" fmla="*/ 11217 h 487710"/>
              <a:gd name="connsiteX30" fmla="*/ 3118899 w 3349328"/>
              <a:gd name="connsiteY30" fmla="*/ 137647 h 487710"/>
              <a:gd name="connsiteX31" fmla="*/ 3203186 w 3349328"/>
              <a:gd name="connsiteY31" fmla="*/ 11217 h 487710"/>
              <a:gd name="connsiteX32" fmla="*/ 3349328 w 3349328"/>
              <a:gd name="connsiteY32" fmla="*/ 11217 h 487710"/>
              <a:gd name="connsiteX33" fmla="*/ 3175657 w 3349328"/>
              <a:gd name="connsiteY33" fmla="*/ 252183 h 487710"/>
              <a:gd name="connsiteX34" fmla="*/ 3175657 w 3349328"/>
              <a:gd name="connsiteY34" fmla="*/ 475135 h 487710"/>
              <a:gd name="connsiteX35" fmla="*/ 3055003 w 3349328"/>
              <a:gd name="connsiteY35" fmla="*/ 475135 h 487710"/>
              <a:gd name="connsiteX36" fmla="*/ 3055003 w 3349328"/>
              <a:gd name="connsiteY36" fmla="*/ 252183 h 487710"/>
              <a:gd name="connsiteX37" fmla="*/ 2509178 w 3349328"/>
              <a:gd name="connsiteY37" fmla="*/ 11217 h 487710"/>
              <a:gd name="connsiteX38" fmla="*/ 2696784 w 3349328"/>
              <a:gd name="connsiteY38" fmla="*/ 11217 h 487710"/>
              <a:gd name="connsiteX39" fmla="*/ 2818457 w 3349328"/>
              <a:gd name="connsiteY39" fmla="*/ 60497 h 487710"/>
              <a:gd name="connsiteX40" fmla="*/ 2850405 w 3349328"/>
              <a:gd name="connsiteY40" fmla="*/ 153960 h 487710"/>
              <a:gd name="connsiteX41" fmla="*/ 2813699 w 3349328"/>
              <a:gd name="connsiteY41" fmla="*/ 252183 h 487710"/>
              <a:gd name="connsiteX42" fmla="*/ 2749123 w 3349328"/>
              <a:gd name="connsiteY42" fmla="*/ 284810 h 487710"/>
              <a:gd name="connsiteX43" fmla="*/ 2894927 w 3349328"/>
              <a:gd name="connsiteY43" fmla="*/ 475135 h 487710"/>
              <a:gd name="connsiteX44" fmla="*/ 2745046 w 3349328"/>
              <a:gd name="connsiteY44" fmla="*/ 475135 h 487710"/>
              <a:gd name="connsiteX45" fmla="*/ 2629830 w 3349328"/>
              <a:gd name="connsiteY45" fmla="*/ 297045 h 487710"/>
              <a:gd name="connsiteX46" fmla="*/ 2629830 w 3349328"/>
              <a:gd name="connsiteY46" fmla="*/ 475135 h 487710"/>
              <a:gd name="connsiteX47" fmla="*/ 2509178 w 3349328"/>
              <a:gd name="connsiteY47" fmla="*/ 475135 h 487710"/>
              <a:gd name="connsiteX48" fmla="*/ 2136647 w 3349328"/>
              <a:gd name="connsiteY48" fmla="*/ 11217 h 487710"/>
              <a:gd name="connsiteX49" fmla="*/ 2455441 w 3349328"/>
              <a:gd name="connsiteY49" fmla="*/ 11217 h 487710"/>
              <a:gd name="connsiteX50" fmla="*/ 2455441 w 3349328"/>
              <a:gd name="connsiteY50" fmla="*/ 111816 h 487710"/>
              <a:gd name="connsiteX51" fmla="*/ 2355520 w 3349328"/>
              <a:gd name="connsiteY51" fmla="*/ 111816 h 487710"/>
              <a:gd name="connsiteX52" fmla="*/ 2355520 w 3349328"/>
              <a:gd name="connsiteY52" fmla="*/ 475135 h 487710"/>
              <a:gd name="connsiteX53" fmla="*/ 2234868 w 3349328"/>
              <a:gd name="connsiteY53" fmla="*/ 475135 h 487710"/>
              <a:gd name="connsiteX54" fmla="*/ 2234868 w 3349328"/>
              <a:gd name="connsiteY54" fmla="*/ 111816 h 487710"/>
              <a:gd name="connsiteX55" fmla="*/ 2136647 w 3349328"/>
              <a:gd name="connsiteY55" fmla="*/ 111816 h 487710"/>
              <a:gd name="connsiteX56" fmla="*/ 1281429 w 3349328"/>
              <a:gd name="connsiteY56" fmla="*/ 11217 h 487710"/>
              <a:gd name="connsiteX57" fmla="*/ 1402081 w 3349328"/>
              <a:gd name="connsiteY57" fmla="*/ 11217 h 487710"/>
              <a:gd name="connsiteX58" fmla="*/ 1402081 w 3349328"/>
              <a:gd name="connsiteY58" fmla="*/ 262151 h 487710"/>
              <a:gd name="connsiteX59" fmla="*/ 1403101 w 3349328"/>
              <a:gd name="connsiteY59" fmla="*/ 307310 h 487710"/>
              <a:gd name="connsiteX60" fmla="*/ 1446264 w 3349328"/>
              <a:gd name="connsiteY60" fmla="*/ 373180 h 487710"/>
              <a:gd name="connsiteX61" fmla="*/ 1482289 w 3349328"/>
              <a:gd name="connsiteY61" fmla="*/ 380992 h 487710"/>
              <a:gd name="connsiteX62" fmla="*/ 1548903 w 3349328"/>
              <a:gd name="connsiteY62" fmla="*/ 350091 h 487710"/>
              <a:gd name="connsiteX63" fmla="*/ 1565557 w 3349328"/>
              <a:gd name="connsiteY63" fmla="*/ 262151 h 487710"/>
              <a:gd name="connsiteX64" fmla="*/ 1565557 w 3349328"/>
              <a:gd name="connsiteY64" fmla="*/ 11217 h 487710"/>
              <a:gd name="connsiteX65" fmla="*/ 1686210 w 3349328"/>
              <a:gd name="connsiteY65" fmla="*/ 11217 h 487710"/>
              <a:gd name="connsiteX66" fmla="*/ 1686210 w 3349328"/>
              <a:gd name="connsiteY66" fmla="*/ 278692 h 487710"/>
              <a:gd name="connsiteX67" fmla="*/ 1679413 w 3349328"/>
              <a:gd name="connsiteY67" fmla="*/ 350064 h 487710"/>
              <a:gd name="connsiteX68" fmla="*/ 1629112 w 3349328"/>
              <a:gd name="connsiteY68" fmla="*/ 433672 h 487710"/>
              <a:gd name="connsiteX69" fmla="*/ 1478212 w 3349328"/>
              <a:gd name="connsiteY69" fmla="*/ 487030 h 487710"/>
              <a:gd name="connsiteX70" fmla="*/ 1327990 w 3349328"/>
              <a:gd name="connsiteY70" fmla="*/ 432652 h 487710"/>
              <a:gd name="connsiteX71" fmla="*/ 1288906 w 3349328"/>
              <a:gd name="connsiteY71" fmla="*/ 360940 h 487710"/>
              <a:gd name="connsiteX72" fmla="*/ 1281429 w 3349328"/>
              <a:gd name="connsiteY72" fmla="*/ 278692 h 487710"/>
              <a:gd name="connsiteX73" fmla="*/ 798063 w 3349328"/>
              <a:gd name="connsiteY73" fmla="*/ 11217 h 487710"/>
              <a:gd name="connsiteX74" fmla="*/ 976153 w 3349328"/>
              <a:gd name="connsiteY74" fmla="*/ 11217 h 487710"/>
              <a:gd name="connsiteX75" fmla="*/ 1097146 w 3349328"/>
              <a:gd name="connsiteY75" fmla="*/ 47581 h 487710"/>
              <a:gd name="connsiteX76" fmla="*/ 1181093 w 3349328"/>
              <a:gd name="connsiteY76" fmla="*/ 142065 h 487710"/>
              <a:gd name="connsiteX77" fmla="*/ 1204883 w 3349328"/>
              <a:gd name="connsiteY77" fmla="*/ 243005 h 487710"/>
              <a:gd name="connsiteX78" fmla="*/ 1161210 w 3349328"/>
              <a:gd name="connsiteY78" fmla="*/ 377084 h 487710"/>
              <a:gd name="connsiteX79" fmla="*/ 1049564 w 3349328"/>
              <a:gd name="connsiteY79" fmla="*/ 462560 h 487710"/>
              <a:gd name="connsiteX80" fmla="*/ 976153 w 3349328"/>
              <a:gd name="connsiteY80" fmla="*/ 475135 h 487710"/>
              <a:gd name="connsiteX81" fmla="*/ 798063 w 3349328"/>
              <a:gd name="connsiteY81" fmla="*/ 475135 h 487710"/>
              <a:gd name="connsiteX82" fmla="*/ 1939788 w 3349328"/>
              <a:gd name="connsiteY82" fmla="*/ 0 h 487710"/>
              <a:gd name="connsiteX83" fmla="*/ 2086950 w 3349328"/>
              <a:gd name="connsiteY83" fmla="*/ 37726 h 487710"/>
              <a:gd name="connsiteX84" fmla="*/ 2038689 w 3349328"/>
              <a:gd name="connsiteY84" fmla="*/ 131529 h 487710"/>
              <a:gd name="connsiteX85" fmla="*/ 1958953 w 3349328"/>
              <a:gd name="connsiteY85" fmla="*/ 100602 h 487710"/>
              <a:gd name="connsiteX86" fmla="*/ 1924196 w 3349328"/>
              <a:gd name="connsiteY86" fmla="*/ 110494 h 487710"/>
              <a:gd name="connsiteX87" fmla="*/ 1906822 w 3349328"/>
              <a:gd name="connsiteY87" fmla="*/ 140514 h 487710"/>
              <a:gd name="connsiteX88" fmla="*/ 1929629 w 3349328"/>
              <a:gd name="connsiteY88" fmla="*/ 172233 h 487710"/>
              <a:gd name="connsiteX89" fmla="*/ 1990911 w 3349328"/>
              <a:gd name="connsiteY89" fmla="*/ 193384 h 487710"/>
              <a:gd name="connsiteX90" fmla="*/ 2082150 w 3349328"/>
              <a:gd name="connsiteY90" fmla="*/ 246468 h 487710"/>
              <a:gd name="connsiteX91" fmla="*/ 2105644 w 3349328"/>
              <a:gd name="connsiteY91" fmla="*/ 321663 h 487710"/>
              <a:gd name="connsiteX92" fmla="*/ 2002323 w 3349328"/>
              <a:gd name="connsiteY92" fmla="*/ 475119 h 487710"/>
              <a:gd name="connsiteX93" fmla="*/ 1924834 w 3349328"/>
              <a:gd name="connsiteY93" fmla="*/ 487710 h 487710"/>
              <a:gd name="connsiteX94" fmla="*/ 1763397 w 3349328"/>
              <a:gd name="connsiteY94" fmla="*/ 435031 h 487710"/>
              <a:gd name="connsiteX95" fmla="*/ 1815056 w 3349328"/>
              <a:gd name="connsiteY95" fmla="*/ 337828 h 487710"/>
              <a:gd name="connsiteX96" fmla="*/ 1921653 w 3349328"/>
              <a:gd name="connsiteY96" fmla="*/ 387110 h 487710"/>
              <a:gd name="connsiteX97" fmla="*/ 1961503 w 3349328"/>
              <a:gd name="connsiteY97" fmla="*/ 376122 h 487710"/>
              <a:gd name="connsiteX98" fmla="*/ 1980572 w 3349328"/>
              <a:gd name="connsiteY98" fmla="*/ 341106 h 487710"/>
              <a:gd name="connsiteX99" fmla="*/ 1959463 w 3349328"/>
              <a:gd name="connsiteY99" fmla="*/ 306773 h 487710"/>
              <a:gd name="connsiteX100" fmla="*/ 1906693 w 3349328"/>
              <a:gd name="connsiteY100" fmla="*/ 285828 h 487710"/>
              <a:gd name="connsiteX101" fmla="*/ 1850180 w 3349328"/>
              <a:gd name="connsiteY101" fmla="*/ 267498 h 487710"/>
              <a:gd name="connsiteX102" fmla="*/ 1818860 w 3349328"/>
              <a:gd name="connsiteY102" fmla="*/ 249165 h 487710"/>
              <a:gd name="connsiteX103" fmla="*/ 1781750 w 3349328"/>
              <a:gd name="connsiteY103" fmla="*/ 156833 h 487710"/>
              <a:gd name="connsiteX104" fmla="*/ 1820155 w 3349328"/>
              <a:gd name="connsiteY104" fmla="*/ 49903 h 487710"/>
              <a:gd name="connsiteX105" fmla="*/ 1939788 w 3349328"/>
              <a:gd name="connsiteY105" fmla="*/ 0 h 48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328" h="487710">
                <a:moveTo>
                  <a:pt x="918715" y="111816"/>
                </a:moveTo>
                <a:lnTo>
                  <a:pt x="918715" y="374535"/>
                </a:lnTo>
                <a:lnTo>
                  <a:pt x="946303" y="374535"/>
                </a:lnTo>
                <a:cubicBezTo>
                  <a:pt x="993757" y="374535"/>
                  <a:pt x="1029291" y="358747"/>
                  <a:pt x="1052905" y="327170"/>
                </a:cubicBezTo>
                <a:cubicBezTo>
                  <a:pt x="1070843" y="303090"/>
                  <a:pt x="1079813" y="275035"/>
                  <a:pt x="1079813" y="243005"/>
                </a:cubicBezTo>
                <a:cubicBezTo>
                  <a:pt x="1079813" y="210977"/>
                  <a:pt x="1070843" y="183035"/>
                  <a:pt x="1052905" y="159181"/>
                </a:cubicBezTo>
                <a:cubicBezTo>
                  <a:pt x="1029065" y="127605"/>
                  <a:pt x="993530" y="111816"/>
                  <a:pt x="946303" y="111816"/>
                </a:cubicBezTo>
                <a:close/>
                <a:moveTo>
                  <a:pt x="2629830" y="102981"/>
                </a:moveTo>
                <a:lnTo>
                  <a:pt x="2629830" y="218535"/>
                </a:lnTo>
                <a:lnTo>
                  <a:pt x="2652342" y="218535"/>
                </a:lnTo>
                <a:cubicBezTo>
                  <a:pt x="2677810" y="218535"/>
                  <a:pt x="2696115" y="213227"/>
                  <a:pt x="2707256" y="202610"/>
                </a:cubicBezTo>
                <a:cubicBezTo>
                  <a:pt x="2719308" y="191085"/>
                  <a:pt x="2725333" y="177079"/>
                  <a:pt x="2725333" y="160588"/>
                </a:cubicBezTo>
                <a:cubicBezTo>
                  <a:pt x="2725333" y="144097"/>
                  <a:pt x="2719308" y="130203"/>
                  <a:pt x="2707256" y="118906"/>
                </a:cubicBezTo>
                <a:cubicBezTo>
                  <a:pt x="2695885" y="108289"/>
                  <a:pt x="2677580" y="102981"/>
                  <a:pt x="2652342" y="102981"/>
                </a:cubicBezTo>
                <a:close/>
                <a:moveTo>
                  <a:pt x="222349" y="23791"/>
                </a:moveTo>
                <a:lnTo>
                  <a:pt x="343001" y="23791"/>
                </a:lnTo>
                <a:lnTo>
                  <a:pt x="564934" y="307580"/>
                </a:lnTo>
                <a:lnTo>
                  <a:pt x="564934" y="23791"/>
                </a:lnTo>
                <a:lnTo>
                  <a:pt x="685587" y="23791"/>
                </a:lnTo>
                <a:lnTo>
                  <a:pt x="685587" y="487710"/>
                </a:lnTo>
                <a:lnTo>
                  <a:pt x="564934" y="487710"/>
                </a:lnTo>
                <a:lnTo>
                  <a:pt x="343001" y="203580"/>
                </a:lnTo>
                <a:lnTo>
                  <a:pt x="343001" y="487710"/>
                </a:lnTo>
                <a:lnTo>
                  <a:pt x="222349" y="487710"/>
                </a:lnTo>
                <a:close/>
                <a:moveTo>
                  <a:pt x="0" y="23791"/>
                </a:moveTo>
                <a:lnTo>
                  <a:pt x="120653" y="23791"/>
                </a:lnTo>
                <a:lnTo>
                  <a:pt x="120653" y="487710"/>
                </a:lnTo>
                <a:lnTo>
                  <a:pt x="0" y="487710"/>
                </a:lnTo>
                <a:close/>
                <a:moveTo>
                  <a:pt x="2887110" y="11217"/>
                </a:moveTo>
                <a:lnTo>
                  <a:pt x="3031213" y="11217"/>
                </a:lnTo>
                <a:lnTo>
                  <a:pt x="3118899" y="137647"/>
                </a:lnTo>
                <a:lnTo>
                  <a:pt x="3203186" y="11217"/>
                </a:lnTo>
                <a:lnTo>
                  <a:pt x="3349328" y="11217"/>
                </a:lnTo>
                <a:lnTo>
                  <a:pt x="3175657" y="252183"/>
                </a:lnTo>
                <a:lnTo>
                  <a:pt x="3175657" y="475135"/>
                </a:lnTo>
                <a:lnTo>
                  <a:pt x="3055003" y="475135"/>
                </a:lnTo>
                <a:lnTo>
                  <a:pt x="3055003" y="252183"/>
                </a:lnTo>
                <a:close/>
                <a:moveTo>
                  <a:pt x="2509178" y="11217"/>
                </a:moveTo>
                <a:lnTo>
                  <a:pt x="2696784" y="11217"/>
                </a:lnTo>
                <a:cubicBezTo>
                  <a:pt x="2751617" y="11217"/>
                  <a:pt x="2792173" y="27643"/>
                  <a:pt x="2818457" y="60497"/>
                </a:cubicBezTo>
                <a:cubicBezTo>
                  <a:pt x="2839755" y="87006"/>
                  <a:pt x="2850405" y="118161"/>
                  <a:pt x="2850405" y="153960"/>
                </a:cubicBezTo>
                <a:cubicBezTo>
                  <a:pt x="2850405" y="194971"/>
                  <a:pt x="2838170" y="227712"/>
                  <a:pt x="2813699" y="252183"/>
                </a:cubicBezTo>
                <a:cubicBezTo>
                  <a:pt x="2798065" y="267816"/>
                  <a:pt x="2776540" y="278692"/>
                  <a:pt x="2749123" y="284810"/>
                </a:cubicBezTo>
                <a:lnTo>
                  <a:pt x="2894927" y="475135"/>
                </a:lnTo>
                <a:lnTo>
                  <a:pt x="2745046" y="475135"/>
                </a:lnTo>
                <a:lnTo>
                  <a:pt x="2629830" y="297045"/>
                </a:lnTo>
                <a:lnTo>
                  <a:pt x="2629830" y="475135"/>
                </a:lnTo>
                <a:lnTo>
                  <a:pt x="2509178" y="475135"/>
                </a:lnTo>
                <a:close/>
                <a:moveTo>
                  <a:pt x="2136647" y="11217"/>
                </a:moveTo>
                <a:lnTo>
                  <a:pt x="2455441" y="11217"/>
                </a:lnTo>
                <a:lnTo>
                  <a:pt x="2455441" y="111816"/>
                </a:lnTo>
                <a:lnTo>
                  <a:pt x="2355520" y="111816"/>
                </a:lnTo>
                <a:lnTo>
                  <a:pt x="2355520" y="475135"/>
                </a:lnTo>
                <a:lnTo>
                  <a:pt x="2234868" y="475135"/>
                </a:lnTo>
                <a:lnTo>
                  <a:pt x="2234868" y="111816"/>
                </a:lnTo>
                <a:lnTo>
                  <a:pt x="2136647" y="111816"/>
                </a:lnTo>
                <a:close/>
                <a:moveTo>
                  <a:pt x="1281429" y="11217"/>
                </a:moveTo>
                <a:lnTo>
                  <a:pt x="1402081" y="11217"/>
                </a:lnTo>
                <a:lnTo>
                  <a:pt x="1402081" y="262151"/>
                </a:lnTo>
                <a:cubicBezTo>
                  <a:pt x="1402081" y="282294"/>
                  <a:pt x="1402421" y="297347"/>
                  <a:pt x="1403101" y="307310"/>
                </a:cubicBezTo>
                <a:cubicBezTo>
                  <a:pt x="1405367" y="338775"/>
                  <a:pt x="1419754" y="360733"/>
                  <a:pt x="1446264" y="373180"/>
                </a:cubicBezTo>
                <a:cubicBezTo>
                  <a:pt x="1457139" y="378388"/>
                  <a:pt x="1469148" y="380992"/>
                  <a:pt x="1482289" y="380992"/>
                </a:cubicBezTo>
                <a:cubicBezTo>
                  <a:pt x="1511745" y="380992"/>
                  <a:pt x="1533949" y="370691"/>
                  <a:pt x="1548903" y="350091"/>
                </a:cubicBezTo>
                <a:cubicBezTo>
                  <a:pt x="1560006" y="334924"/>
                  <a:pt x="1565557" y="305610"/>
                  <a:pt x="1565557" y="262151"/>
                </a:cubicBezTo>
                <a:lnTo>
                  <a:pt x="1565557" y="11217"/>
                </a:lnTo>
                <a:lnTo>
                  <a:pt x="1686210" y="11217"/>
                </a:lnTo>
                <a:lnTo>
                  <a:pt x="1686210" y="278692"/>
                </a:lnTo>
                <a:cubicBezTo>
                  <a:pt x="1686210" y="306561"/>
                  <a:pt x="1683944" y="330351"/>
                  <a:pt x="1679413" y="350064"/>
                </a:cubicBezTo>
                <a:cubicBezTo>
                  <a:pt x="1672389" y="380652"/>
                  <a:pt x="1655622" y="408522"/>
                  <a:pt x="1629112" y="433672"/>
                </a:cubicBezTo>
                <a:cubicBezTo>
                  <a:pt x="1591500" y="469244"/>
                  <a:pt x="1541200" y="487030"/>
                  <a:pt x="1478212" y="487030"/>
                </a:cubicBezTo>
                <a:cubicBezTo>
                  <a:pt x="1414090" y="487030"/>
                  <a:pt x="1364016" y="468904"/>
                  <a:pt x="1327990" y="432652"/>
                </a:cubicBezTo>
                <a:cubicBezTo>
                  <a:pt x="1308958" y="413619"/>
                  <a:pt x="1295929" y="389715"/>
                  <a:pt x="1288906" y="360940"/>
                </a:cubicBezTo>
                <a:cubicBezTo>
                  <a:pt x="1283921" y="340548"/>
                  <a:pt x="1281429" y="313131"/>
                  <a:pt x="1281429" y="278692"/>
                </a:cubicBezTo>
                <a:close/>
                <a:moveTo>
                  <a:pt x="798063" y="11217"/>
                </a:moveTo>
                <a:lnTo>
                  <a:pt x="976153" y="11217"/>
                </a:lnTo>
                <a:cubicBezTo>
                  <a:pt x="1019656" y="11217"/>
                  <a:pt x="1059987" y="23337"/>
                  <a:pt x="1097146" y="47581"/>
                </a:cubicBezTo>
                <a:cubicBezTo>
                  <a:pt x="1133625" y="71146"/>
                  <a:pt x="1161607" y="102641"/>
                  <a:pt x="1181093" y="142065"/>
                </a:cubicBezTo>
                <a:cubicBezTo>
                  <a:pt x="1196954" y="174692"/>
                  <a:pt x="1204883" y="208339"/>
                  <a:pt x="1204883" y="243005"/>
                </a:cubicBezTo>
                <a:cubicBezTo>
                  <a:pt x="1204883" y="291267"/>
                  <a:pt x="1190325" y="335960"/>
                  <a:pt x="1161210" y="377084"/>
                </a:cubicBezTo>
                <a:cubicBezTo>
                  <a:pt x="1132096" y="418207"/>
                  <a:pt x="1094879" y="446699"/>
                  <a:pt x="1049564" y="462560"/>
                </a:cubicBezTo>
                <a:cubicBezTo>
                  <a:pt x="1025547" y="470943"/>
                  <a:pt x="1001077" y="475135"/>
                  <a:pt x="976153" y="475135"/>
                </a:cubicBezTo>
                <a:lnTo>
                  <a:pt x="798063" y="475135"/>
                </a:lnTo>
                <a:close/>
                <a:moveTo>
                  <a:pt x="1939788" y="0"/>
                </a:moveTo>
                <a:cubicBezTo>
                  <a:pt x="1989862" y="0"/>
                  <a:pt x="2038916" y="12575"/>
                  <a:pt x="2086950" y="37726"/>
                </a:cubicBezTo>
                <a:lnTo>
                  <a:pt x="2038689" y="131529"/>
                </a:lnTo>
                <a:cubicBezTo>
                  <a:pt x="2012339" y="110910"/>
                  <a:pt x="1985760" y="100602"/>
                  <a:pt x="1958953" y="100602"/>
                </a:cubicBezTo>
                <a:cubicBezTo>
                  <a:pt x="1946007" y="100602"/>
                  <a:pt x="1934421" y="103899"/>
                  <a:pt x="1924196" y="110494"/>
                </a:cubicBezTo>
                <a:cubicBezTo>
                  <a:pt x="1912613" y="118000"/>
                  <a:pt x="1906822" y="128007"/>
                  <a:pt x="1906822" y="140514"/>
                </a:cubicBezTo>
                <a:cubicBezTo>
                  <a:pt x="1906822" y="152792"/>
                  <a:pt x="1914423" y="163365"/>
                  <a:pt x="1929629" y="172233"/>
                </a:cubicBezTo>
                <a:cubicBezTo>
                  <a:pt x="1936440" y="176330"/>
                  <a:pt x="1956869" y="183380"/>
                  <a:pt x="1990911" y="193384"/>
                </a:cubicBezTo>
                <a:cubicBezTo>
                  <a:pt x="2033583" y="205862"/>
                  <a:pt x="2063995" y="223556"/>
                  <a:pt x="2082150" y="246468"/>
                </a:cubicBezTo>
                <a:cubicBezTo>
                  <a:pt x="2097812" y="265976"/>
                  <a:pt x="2105644" y="291040"/>
                  <a:pt x="2105644" y="321663"/>
                </a:cubicBezTo>
                <a:cubicBezTo>
                  <a:pt x="2105644" y="400148"/>
                  <a:pt x="2071204" y="451300"/>
                  <a:pt x="2002323" y="475119"/>
                </a:cubicBezTo>
                <a:cubicBezTo>
                  <a:pt x="1978306" y="483513"/>
                  <a:pt x="1952476" y="487710"/>
                  <a:pt x="1924834" y="487710"/>
                </a:cubicBezTo>
                <a:cubicBezTo>
                  <a:pt x="1866829" y="487710"/>
                  <a:pt x="1813018" y="470151"/>
                  <a:pt x="1763397" y="435031"/>
                </a:cubicBezTo>
                <a:lnTo>
                  <a:pt x="1815056" y="337828"/>
                </a:lnTo>
                <a:cubicBezTo>
                  <a:pt x="1851383" y="370682"/>
                  <a:pt x="1886915" y="387110"/>
                  <a:pt x="1921653" y="387110"/>
                </a:cubicBezTo>
                <a:cubicBezTo>
                  <a:pt x="1937319" y="387110"/>
                  <a:pt x="1950602" y="383447"/>
                  <a:pt x="1961503" y="376122"/>
                </a:cubicBezTo>
                <a:cubicBezTo>
                  <a:pt x="1974216" y="367884"/>
                  <a:pt x="1980572" y="356212"/>
                  <a:pt x="1980572" y="341106"/>
                </a:cubicBezTo>
                <a:cubicBezTo>
                  <a:pt x="1980572" y="327372"/>
                  <a:pt x="1973536" y="315929"/>
                  <a:pt x="1959463" y="306773"/>
                </a:cubicBezTo>
                <a:cubicBezTo>
                  <a:pt x="1949023" y="299905"/>
                  <a:pt x="1931433" y="292924"/>
                  <a:pt x="1906693" y="285828"/>
                </a:cubicBezTo>
                <a:cubicBezTo>
                  <a:pt x="1876736" y="277003"/>
                  <a:pt x="1857898" y="270893"/>
                  <a:pt x="1850180" y="267498"/>
                </a:cubicBezTo>
                <a:cubicBezTo>
                  <a:pt x="1837923" y="262294"/>
                  <a:pt x="1827484" y="256182"/>
                  <a:pt x="1818860" y="249165"/>
                </a:cubicBezTo>
                <a:cubicBezTo>
                  <a:pt x="1794119" y="228798"/>
                  <a:pt x="1781750" y="198021"/>
                  <a:pt x="1781750" y="156833"/>
                </a:cubicBezTo>
                <a:cubicBezTo>
                  <a:pt x="1781750" y="113833"/>
                  <a:pt x="1794552" y="78189"/>
                  <a:pt x="1820155" y="49903"/>
                </a:cubicBezTo>
                <a:cubicBezTo>
                  <a:pt x="1850063" y="16634"/>
                  <a:pt x="1889941" y="0"/>
                  <a:pt x="1939788"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latin typeface="Aharoni" panose="02010803020104030203" pitchFamily="2" charset="-79"/>
              <a:cs typeface="Aharoni" panose="02010803020104030203" pitchFamily="2" charset="-79"/>
            </a:endParaRPr>
          </a:p>
        </p:txBody>
      </p:sp>
      <p:sp>
        <p:nvSpPr>
          <p:cNvPr id="57" name="TextBox 56">
            <a:extLst>
              <a:ext uri="{FF2B5EF4-FFF2-40B4-BE49-F238E27FC236}">
                <a16:creationId xmlns:a16="http://schemas.microsoft.com/office/drawing/2014/main" id="{A0AE5792-052C-425C-AEBF-0DF8BD95BBA5}"/>
              </a:ext>
            </a:extLst>
          </p:cNvPr>
          <p:cNvSpPr txBox="1"/>
          <p:nvPr userDrawn="1"/>
        </p:nvSpPr>
        <p:spPr>
          <a:xfrm>
            <a:off x="2153235" y="5199161"/>
            <a:ext cx="811572" cy="689415"/>
          </a:xfrm>
          <a:custGeom>
            <a:avLst/>
            <a:gdLst>
              <a:gd name="connsiteX0" fmla="*/ 717483 w 844822"/>
              <a:gd name="connsiteY0" fmla="*/ 542899 h 717660"/>
              <a:gd name="connsiteX1" fmla="*/ 753792 w 844822"/>
              <a:gd name="connsiteY1" fmla="*/ 536357 h 717660"/>
              <a:gd name="connsiteX2" fmla="*/ 818277 w 844822"/>
              <a:gd name="connsiteY2" fmla="*/ 562525 h 717660"/>
              <a:gd name="connsiteX3" fmla="*/ 844822 w 844822"/>
              <a:gd name="connsiteY3" fmla="*/ 626631 h 717660"/>
              <a:gd name="connsiteX4" fmla="*/ 818276 w 844822"/>
              <a:gd name="connsiteY4" fmla="*/ 691109 h 717660"/>
              <a:gd name="connsiteX5" fmla="*/ 753792 w 844822"/>
              <a:gd name="connsiteY5" fmla="*/ 717660 h 717660"/>
              <a:gd name="connsiteX6" fmla="*/ 687428 w 844822"/>
              <a:gd name="connsiteY6" fmla="*/ 691108 h 717660"/>
              <a:gd name="connsiteX7" fmla="*/ 660499 w 844822"/>
              <a:gd name="connsiteY7" fmla="*/ 626631 h 717660"/>
              <a:gd name="connsiteX8" fmla="*/ 687428 w 844822"/>
              <a:gd name="connsiteY8" fmla="*/ 562525 h 717660"/>
              <a:gd name="connsiteX9" fmla="*/ 717483 w 844822"/>
              <a:gd name="connsiteY9" fmla="*/ 542899 h 717660"/>
              <a:gd name="connsiteX10" fmla="*/ 291596 w 844822"/>
              <a:gd name="connsiteY10" fmla="*/ 251558 h 717660"/>
              <a:gd name="connsiteX11" fmla="*/ 153352 w 844822"/>
              <a:gd name="connsiteY11" fmla="*/ 466855 h 717660"/>
              <a:gd name="connsiteX12" fmla="*/ 291596 w 844822"/>
              <a:gd name="connsiteY12" fmla="*/ 466855 h 717660"/>
              <a:gd name="connsiteX13" fmla="*/ 291596 w 844822"/>
              <a:gd name="connsiteY13" fmla="*/ 0 h 717660"/>
              <a:gd name="connsiteX14" fmla="*/ 444192 w 844822"/>
              <a:gd name="connsiteY14" fmla="*/ 0 h 717660"/>
              <a:gd name="connsiteX15" fmla="*/ 444192 w 844822"/>
              <a:gd name="connsiteY15" fmla="*/ 466856 h 717660"/>
              <a:gd name="connsiteX16" fmla="*/ 524269 w 844822"/>
              <a:gd name="connsiteY16" fmla="*/ 466855 h 717660"/>
              <a:gd name="connsiteX17" fmla="*/ 469123 w 844822"/>
              <a:gd name="connsiteY17" fmla="*/ 602080 h 717660"/>
              <a:gd name="connsiteX18" fmla="*/ 444192 w 844822"/>
              <a:gd name="connsiteY18" fmla="*/ 602080 h 717660"/>
              <a:gd name="connsiteX19" fmla="*/ 444192 w 844822"/>
              <a:gd name="connsiteY19" fmla="*/ 705574 h 717660"/>
              <a:gd name="connsiteX20" fmla="*/ 291596 w 844822"/>
              <a:gd name="connsiteY20" fmla="*/ 705574 h 717660"/>
              <a:gd name="connsiteX21" fmla="*/ 291596 w 844822"/>
              <a:gd name="connsiteY21" fmla="*/ 602080 h 717660"/>
              <a:gd name="connsiteX22" fmla="*/ 0 w 844822"/>
              <a:gd name="connsiteY22" fmla="*/ 602080 h 717660"/>
              <a:gd name="connsiteX23" fmla="*/ 0 w 844822"/>
              <a:gd name="connsiteY23" fmla="*/ 478944 h 71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44822" h="717660">
                <a:moveTo>
                  <a:pt x="717483" y="542899"/>
                </a:moveTo>
                <a:cubicBezTo>
                  <a:pt x="728544" y="538538"/>
                  <a:pt x="740647" y="536358"/>
                  <a:pt x="753792" y="536357"/>
                </a:cubicBezTo>
                <a:cubicBezTo>
                  <a:pt x="779084" y="536357"/>
                  <a:pt x="800579" y="545079"/>
                  <a:pt x="818277" y="562525"/>
                </a:cubicBezTo>
                <a:cubicBezTo>
                  <a:pt x="835975" y="579971"/>
                  <a:pt x="844822" y="601339"/>
                  <a:pt x="844822" y="626631"/>
                </a:cubicBezTo>
                <a:cubicBezTo>
                  <a:pt x="844822" y="651914"/>
                  <a:pt x="835975" y="673405"/>
                  <a:pt x="818276" y="691109"/>
                </a:cubicBezTo>
                <a:cubicBezTo>
                  <a:pt x="800579" y="708810"/>
                  <a:pt x="779084" y="717660"/>
                  <a:pt x="753792" y="717660"/>
                </a:cubicBezTo>
                <a:cubicBezTo>
                  <a:pt x="727501" y="717660"/>
                  <a:pt x="705381" y="708810"/>
                  <a:pt x="687428" y="691108"/>
                </a:cubicBezTo>
                <a:cubicBezTo>
                  <a:pt x="669474" y="673405"/>
                  <a:pt x="660499" y="651914"/>
                  <a:pt x="660499" y="626631"/>
                </a:cubicBezTo>
                <a:cubicBezTo>
                  <a:pt x="660499" y="601339"/>
                  <a:pt x="669474" y="579971"/>
                  <a:pt x="687428" y="562525"/>
                </a:cubicBezTo>
                <a:cubicBezTo>
                  <a:pt x="696405" y="553802"/>
                  <a:pt x="706423" y="547260"/>
                  <a:pt x="717483" y="542899"/>
                </a:cubicBezTo>
                <a:close/>
                <a:moveTo>
                  <a:pt x="291596" y="251558"/>
                </a:moveTo>
                <a:lnTo>
                  <a:pt x="153352" y="466855"/>
                </a:lnTo>
                <a:lnTo>
                  <a:pt x="291596" y="466855"/>
                </a:lnTo>
                <a:close/>
                <a:moveTo>
                  <a:pt x="291596" y="0"/>
                </a:moveTo>
                <a:lnTo>
                  <a:pt x="444192" y="0"/>
                </a:lnTo>
                <a:lnTo>
                  <a:pt x="444192" y="466856"/>
                </a:lnTo>
                <a:lnTo>
                  <a:pt x="524269" y="466855"/>
                </a:lnTo>
                <a:lnTo>
                  <a:pt x="469123" y="602080"/>
                </a:lnTo>
                <a:lnTo>
                  <a:pt x="444192" y="602080"/>
                </a:lnTo>
                <a:lnTo>
                  <a:pt x="444192" y="705574"/>
                </a:lnTo>
                <a:lnTo>
                  <a:pt x="291596" y="705574"/>
                </a:lnTo>
                <a:lnTo>
                  <a:pt x="291596" y="602080"/>
                </a:lnTo>
                <a:lnTo>
                  <a:pt x="0" y="602080"/>
                </a:lnTo>
                <a:lnTo>
                  <a:pt x="0" y="478944"/>
                </a:lnTo>
                <a:close/>
              </a:path>
            </a:pathLst>
          </a:custGeom>
          <a:solidFill>
            <a:schemeClr val="bg1"/>
          </a:solidFill>
          <a:ln w="12700">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latin typeface="Aharoni" panose="02010803020104030203" pitchFamily="2" charset="-79"/>
              <a:cs typeface="Aharoni" panose="02010803020104030203" pitchFamily="2" charset="-79"/>
            </a:endParaRPr>
          </a:p>
        </p:txBody>
      </p:sp>
      <p:grpSp>
        <p:nvGrpSpPr>
          <p:cNvPr id="58" name="Group 57">
            <a:extLst>
              <a:ext uri="{FF2B5EF4-FFF2-40B4-BE49-F238E27FC236}">
                <a16:creationId xmlns:a16="http://schemas.microsoft.com/office/drawing/2014/main" id="{85B43318-2DB8-4BB3-B9A0-1354FEE4DB4F}"/>
              </a:ext>
            </a:extLst>
          </p:cNvPr>
          <p:cNvGrpSpPr/>
          <p:nvPr userDrawn="1"/>
        </p:nvGrpSpPr>
        <p:grpSpPr>
          <a:xfrm>
            <a:off x="1114621" y="213820"/>
            <a:ext cx="1607080" cy="1447031"/>
            <a:chOff x="6486650" y="2648852"/>
            <a:chExt cx="2745260" cy="2471860"/>
          </a:xfrm>
          <a:solidFill>
            <a:schemeClr val="bg1">
              <a:alpha val="5000"/>
            </a:schemeClr>
          </a:solidFill>
        </p:grpSpPr>
        <p:sp>
          <p:nvSpPr>
            <p:cNvPr id="59" name="Freeform: Shape 58">
              <a:extLst>
                <a:ext uri="{FF2B5EF4-FFF2-40B4-BE49-F238E27FC236}">
                  <a16:creationId xmlns:a16="http://schemas.microsoft.com/office/drawing/2014/main" id="{0934DCFA-D112-40A3-AF10-E7F0DCB664A9}"/>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60" name="Group 59">
              <a:extLst>
                <a:ext uri="{FF2B5EF4-FFF2-40B4-BE49-F238E27FC236}">
                  <a16:creationId xmlns:a16="http://schemas.microsoft.com/office/drawing/2014/main" id="{CD1301E3-DB0A-4D14-8837-E77509D7406C}"/>
                </a:ext>
              </a:extLst>
            </p:cNvPr>
            <p:cNvGrpSpPr/>
            <p:nvPr/>
          </p:nvGrpSpPr>
          <p:grpSpPr>
            <a:xfrm>
              <a:off x="7392963" y="2648852"/>
              <a:ext cx="1838947" cy="1835405"/>
              <a:chOff x="7167947" y="1624190"/>
              <a:chExt cx="2677922" cy="2672763"/>
            </a:xfrm>
            <a:grpFill/>
          </p:grpSpPr>
          <p:sp>
            <p:nvSpPr>
              <p:cNvPr id="61" name="Freeform: Shape 60">
                <a:extLst>
                  <a:ext uri="{FF2B5EF4-FFF2-40B4-BE49-F238E27FC236}">
                    <a16:creationId xmlns:a16="http://schemas.microsoft.com/office/drawing/2014/main" id="{9F2E27B1-7A75-4322-A01B-69D10FEB32AE}"/>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1A179398-E96C-4ADE-99E3-9230E765D534}"/>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64" name="Group 63">
            <a:extLst>
              <a:ext uri="{FF2B5EF4-FFF2-40B4-BE49-F238E27FC236}">
                <a16:creationId xmlns:a16="http://schemas.microsoft.com/office/drawing/2014/main" id="{B75EAAF5-9297-42F1-BF31-33670B897310}"/>
              </a:ext>
            </a:extLst>
          </p:cNvPr>
          <p:cNvGrpSpPr/>
          <p:nvPr userDrawn="1"/>
        </p:nvGrpSpPr>
        <p:grpSpPr>
          <a:xfrm rot="15300000">
            <a:off x="1967240" y="4555753"/>
            <a:ext cx="912206" cy="821359"/>
            <a:chOff x="6486650" y="2648852"/>
            <a:chExt cx="2745260" cy="2471860"/>
          </a:xfrm>
          <a:solidFill>
            <a:schemeClr val="bg1">
              <a:alpha val="5000"/>
            </a:schemeClr>
          </a:solidFill>
        </p:grpSpPr>
        <p:sp>
          <p:nvSpPr>
            <p:cNvPr id="65" name="Freeform: Shape 64">
              <a:extLst>
                <a:ext uri="{FF2B5EF4-FFF2-40B4-BE49-F238E27FC236}">
                  <a16:creationId xmlns:a16="http://schemas.microsoft.com/office/drawing/2014/main" id="{EB6A0FEE-3790-480E-AA13-354BBE7CEFD2}"/>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66" name="Group 65">
              <a:extLst>
                <a:ext uri="{FF2B5EF4-FFF2-40B4-BE49-F238E27FC236}">
                  <a16:creationId xmlns:a16="http://schemas.microsoft.com/office/drawing/2014/main" id="{A05E6556-C66E-421B-B7D3-709644D56DDA}"/>
                </a:ext>
              </a:extLst>
            </p:cNvPr>
            <p:cNvGrpSpPr/>
            <p:nvPr/>
          </p:nvGrpSpPr>
          <p:grpSpPr>
            <a:xfrm>
              <a:off x="7392963" y="2648852"/>
              <a:ext cx="1838947" cy="1835405"/>
              <a:chOff x="7167947" y="1624190"/>
              <a:chExt cx="2677922" cy="2672763"/>
            </a:xfrm>
            <a:grpFill/>
          </p:grpSpPr>
          <p:sp>
            <p:nvSpPr>
              <p:cNvPr id="67" name="Freeform: Shape 66">
                <a:extLst>
                  <a:ext uri="{FF2B5EF4-FFF2-40B4-BE49-F238E27FC236}">
                    <a16:creationId xmlns:a16="http://schemas.microsoft.com/office/drawing/2014/main" id="{16513AB7-70B6-41AE-BAF5-4E84C65AB256}"/>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56123C7-5F64-4F5E-94DF-CE50049E0840}"/>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69" name="Freeform: Shape 68">
            <a:extLst>
              <a:ext uri="{FF2B5EF4-FFF2-40B4-BE49-F238E27FC236}">
                <a16:creationId xmlns:a16="http://schemas.microsoft.com/office/drawing/2014/main" id="{A51BEBA6-51A0-40FD-A445-F1CF56E3FB1A}"/>
              </a:ext>
            </a:extLst>
          </p:cNvPr>
          <p:cNvSpPr/>
          <p:nvPr userDrawn="1"/>
        </p:nvSpPr>
        <p:spPr>
          <a:xfrm>
            <a:off x="2978093" y="369489"/>
            <a:ext cx="623915" cy="635123"/>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Tree>
    <p:extLst>
      <p:ext uri="{BB962C8B-B14F-4D97-AF65-F5344CB8AC3E}">
        <p14:creationId xmlns:p14="http://schemas.microsoft.com/office/powerpoint/2010/main" val="2028795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slide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7B7D1B0-1139-47E7-A404-619CAF68D59B}"/>
              </a:ext>
            </a:extLst>
          </p:cNvPr>
          <p:cNvSpPr>
            <a:spLocks noGrp="1"/>
          </p:cNvSpPr>
          <p:nvPr>
            <p:ph type="pic" sz="quarter" idx="10" hasCustomPrompt="1"/>
          </p:nvPr>
        </p:nvSpPr>
        <p:spPr>
          <a:xfrm>
            <a:off x="1282512" y="0"/>
            <a:ext cx="9626981" cy="6858000"/>
          </a:xfrm>
          <a:custGeom>
            <a:avLst/>
            <a:gdLst>
              <a:gd name="connsiteX0" fmla="*/ 0 w 9626981"/>
              <a:gd name="connsiteY0" fmla="*/ 0 h 6858000"/>
              <a:gd name="connsiteX1" fmla="*/ 4760133 w 9626981"/>
              <a:gd name="connsiteY1" fmla="*/ 0 h 6858000"/>
              <a:gd name="connsiteX2" fmla="*/ 9626981 w 9626981"/>
              <a:gd name="connsiteY2" fmla="*/ 6858000 h 6858000"/>
              <a:gd name="connsiteX3" fmla="*/ 4866848 w 96269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626981" h="6858000">
                <a:moveTo>
                  <a:pt x="0" y="0"/>
                </a:moveTo>
                <a:lnTo>
                  <a:pt x="4760133" y="0"/>
                </a:lnTo>
                <a:lnTo>
                  <a:pt x="9626981" y="6858000"/>
                </a:lnTo>
                <a:lnTo>
                  <a:pt x="4866848" y="6858000"/>
                </a:lnTo>
                <a:close/>
              </a:path>
            </a:pathLst>
          </a:custGeom>
          <a:solidFill>
            <a:schemeClr val="bg1">
              <a:lumMod val="95000"/>
            </a:schemeClr>
          </a:solidFill>
          <a:ln w="152400">
            <a:noFill/>
          </a:ln>
          <a:effectLst/>
        </p:spPr>
        <p:txBody>
          <a:bodyPr wrap="square" anchor="ctr">
            <a:noAutofit/>
          </a:bodyPr>
          <a:lstStyle>
            <a:lvl1pPr marL="0" indent="0" algn="ctr">
              <a:buFontTx/>
              <a:buNone/>
              <a:defRPr sz="14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823304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 slide layou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D42F50A-D54B-4085-9B51-D4561AE43789}"/>
              </a:ext>
            </a:extLst>
          </p:cNvPr>
          <p:cNvSpPr>
            <a:spLocks noGrp="1"/>
          </p:cNvSpPr>
          <p:nvPr>
            <p:ph type="pic" sz="quarter" idx="11" hasCustomPrompt="1"/>
          </p:nvPr>
        </p:nvSpPr>
        <p:spPr>
          <a:xfrm>
            <a:off x="3317860" y="659465"/>
            <a:ext cx="5556281" cy="5539071"/>
          </a:xfrm>
          <a:custGeom>
            <a:avLst/>
            <a:gdLst>
              <a:gd name="connsiteX0" fmla="*/ 2778140 w 5556281"/>
              <a:gd name="connsiteY0" fmla="*/ 1624152 h 5539071"/>
              <a:gd name="connsiteX1" fmla="*/ 1632756 w 5556281"/>
              <a:gd name="connsiteY1" fmla="*/ 2769536 h 5539071"/>
              <a:gd name="connsiteX2" fmla="*/ 2778140 w 5556281"/>
              <a:gd name="connsiteY2" fmla="*/ 3914920 h 5539071"/>
              <a:gd name="connsiteX3" fmla="*/ 3923524 w 5556281"/>
              <a:gd name="connsiteY3" fmla="*/ 2769536 h 5539071"/>
              <a:gd name="connsiteX4" fmla="*/ 2778140 w 5556281"/>
              <a:gd name="connsiteY4" fmla="*/ 1624152 h 5539071"/>
              <a:gd name="connsiteX5" fmla="*/ 3162198 w 5556281"/>
              <a:gd name="connsiteY5" fmla="*/ 151 h 5539071"/>
              <a:gd name="connsiteX6" fmla="*/ 3189369 w 5556281"/>
              <a:gd name="connsiteY6" fmla="*/ 2803 h 5539071"/>
              <a:gd name="connsiteX7" fmla="*/ 3689300 w 5556281"/>
              <a:gd name="connsiteY7" fmla="*/ 121613 h 5539071"/>
              <a:gd name="connsiteX8" fmla="*/ 3747933 w 5556281"/>
              <a:gd name="connsiteY8" fmla="*/ 194134 h 5539071"/>
              <a:gd name="connsiteX9" fmla="*/ 3751019 w 5556281"/>
              <a:gd name="connsiteY9" fmla="*/ 254313 h 5539071"/>
              <a:gd name="connsiteX10" fmla="*/ 3763361 w 5556281"/>
              <a:gd name="connsiteY10" fmla="*/ 627717 h 5539071"/>
              <a:gd name="connsiteX11" fmla="*/ 3767990 w 5556281"/>
              <a:gd name="connsiteY11" fmla="*/ 731096 h 5539071"/>
              <a:gd name="connsiteX12" fmla="*/ 3815825 w 5556281"/>
              <a:gd name="connsiteY12" fmla="*/ 808246 h 5539071"/>
              <a:gd name="connsiteX13" fmla="*/ 3928463 w 5556281"/>
              <a:gd name="connsiteY13" fmla="*/ 873052 h 5539071"/>
              <a:gd name="connsiteX14" fmla="*/ 4036474 w 5556281"/>
              <a:gd name="connsiteY14" fmla="*/ 873052 h 5539071"/>
              <a:gd name="connsiteX15" fmla="*/ 4493199 w 5556281"/>
              <a:gd name="connsiteY15" fmla="*/ 618458 h 5539071"/>
              <a:gd name="connsiteX16" fmla="*/ 4590409 w 5556281"/>
              <a:gd name="connsiteY16" fmla="*/ 632346 h 5539071"/>
              <a:gd name="connsiteX17" fmla="*/ 4945295 w 5556281"/>
              <a:gd name="connsiteY17" fmla="*/ 994951 h 5539071"/>
              <a:gd name="connsiteX18" fmla="*/ 4957640 w 5556281"/>
              <a:gd name="connsiteY18" fmla="*/ 1095244 h 5539071"/>
              <a:gd name="connsiteX19" fmla="*/ 4692245 w 5556281"/>
              <a:gd name="connsiteY19" fmla="*/ 1542714 h 5539071"/>
              <a:gd name="connsiteX20" fmla="*/ 4690702 w 5556281"/>
              <a:gd name="connsiteY20" fmla="*/ 1646093 h 5539071"/>
              <a:gd name="connsiteX21" fmla="*/ 4758594 w 5556281"/>
              <a:gd name="connsiteY21" fmla="*/ 1771076 h 5539071"/>
              <a:gd name="connsiteX22" fmla="*/ 4837287 w 5556281"/>
              <a:gd name="connsiteY22" fmla="*/ 1820454 h 5539071"/>
              <a:gd name="connsiteX23" fmla="*/ 5014730 w 5556281"/>
              <a:gd name="connsiteY23" fmla="*/ 1832795 h 5539071"/>
              <a:gd name="connsiteX24" fmla="*/ 5375792 w 5556281"/>
              <a:gd name="connsiteY24" fmla="*/ 1855941 h 5539071"/>
              <a:gd name="connsiteX25" fmla="*/ 5445227 w 5556281"/>
              <a:gd name="connsiteY25" fmla="*/ 1914574 h 5539071"/>
              <a:gd name="connsiteX26" fmla="*/ 5554778 w 5556281"/>
              <a:gd name="connsiteY26" fmla="*/ 2417592 h 5539071"/>
              <a:gd name="connsiteX27" fmla="*/ 5537805 w 5556281"/>
              <a:gd name="connsiteY27" fmla="*/ 2479311 h 5539071"/>
              <a:gd name="connsiteX28" fmla="*/ 5506946 w 5556281"/>
              <a:gd name="connsiteY28" fmla="*/ 2500914 h 5539071"/>
              <a:gd name="connsiteX29" fmla="*/ 5042505 w 5556281"/>
              <a:gd name="connsiteY29" fmla="*/ 2732362 h 5539071"/>
              <a:gd name="connsiteX30" fmla="*/ 4990041 w 5556281"/>
              <a:gd name="connsiteY30" fmla="*/ 2811055 h 5539071"/>
              <a:gd name="connsiteX31" fmla="*/ 4979243 w 5556281"/>
              <a:gd name="connsiteY31" fmla="*/ 2985415 h 5539071"/>
              <a:gd name="connsiteX32" fmla="*/ 5019359 w 5556281"/>
              <a:gd name="connsiteY32" fmla="*/ 3068735 h 5539071"/>
              <a:gd name="connsiteX33" fmla="*/ 5448313 w 5556281"/>
              <a:gd name="connsiteY33" fmla="*/ 3385051 h 5539071"/>
              <a:gd name="connsiteX34" fmla="*/ 5477631 w 5556281"/>
              <a:gd name="connsiteY34" fmla="*/ 3480714 h 5539071"/>
              <a:gd name="connsiteX35" fmla="*/ 5398935 w 5556281"/>
              <a:gd name="connsiteY35" fmla="*/ 3698277 h 5539071"/>
              <a:gd name="connsiteX36" fmla="*/ 5309443 w 5556281"/>
              <a:gd name="connsiteY36" fmla="*/ 3940526 h 5539071"/>
              <a:gd name="connsiteX37" fmla="*/ 5233836 w 5556281"/>
              <a:gd name="connsiteY37" fmla="*/ 3989904 h 5539071"/>
              <a:gd name="connsiteX38" fmla="*/ 5040963 w 5556281"/>
              <a:gd name="connsiteY38" fmla="*/ 3969844 h 5539071"/>
              <a:gd name="connsiteX39" fmla="*/ 4707676 w 5556281"/>
              <a:gd name="connsiteY39" fmla="*/ 3934357 h 5539071"/>
              <a:gd name="connsiteX40" fmla="*/ 4622811 w 5556281"/>
              <a:gd name="connsiteY40" fmla="*/ 3972931 h 5539071"/>
              <a:gd name="connsiteX41" fmla="*/ 4502457 w 5556281"/>
              <a:gd name="connsiteY41" fmla="*/ 4136489 h 5539071"/>
              <a:gd name="connsiteX42" fmla="*/ 4488570 w 5556281"/>
              <a:gd name="connsiteY42" fmla="*/ 4239869 h 5539071"/>
              <a:gd name="connsiteX43" fmla="*/ 4675271 w 5556281"/>
              <a:gd name="connsiteY43" fmla="*/ 4730542 h 5539071"/>
              <a:gd name="connsiteX44" fmla="*/ 4647499 w 5556281"/>
              <a:gd name="connsiteY44" fmla="*/ 4830835 h 5539071"/>
              <a:gd name="connsiteX45" fmla="*/ 4278723 w 5556281"/>
              <a:gd name="connsiteY45" fmla="*/ 5110117 h 5539071"/>
              <a:gd name="connsiteX46" fmla="*/ 4178427 w 5556281"/>
              <a:gd name="connsiteY46" fmla="*/ 5108574 h 5539071"/>
              <a:gd name="connsiteX47" fmla="*/ 3778791 w 5556281"/>
              <a:gd name="connsiteY47" fmla="*/ 4786089 h 5539071"/>
              <a:gd name="connsiteX48" fmla="*/ 3684671 w 5556281"/>
              <a:gd name="connsiteY48" fmla="*/ 4767572 h 5539071"/>
              <a:gd name="connsiteX49" fmla="*/ 3450134 w 5556281"/>
              <a:gd name="connsiteY49" fmla="*/ 4857067 h 5539071"/>
              <a:gd name="connsiteX50" fmla="*/ 3393044 w 5556281"/>
              <a:gd name="connsiteY50" fmla="*/ 4924959 h 5539071"/>
              <a:gd name="connsiteX51" fmla="*/ 3360639 w 5556281"/>
              <a:gd name="connsiteY51" fmla="*/ 5079259 h 5539071"/>
              <a:gd name="connsiteX52" fmla="*/ 3283489 w 5556281"/>
              <a:gd name="connsiteY52" fmla="*/ 5448033 h 5539071"/>
              <a:gd name="connsiteX53" fmla="*/ 3218687 w 5556281"/>
              <a:gd name="connsiteY53" fmla="*/ 5509753 h 5539071"/>
              <a:gd name="connsiteX54" fmla="*/ 2973349 w 5556281"/>
              <a:gd name="connsiteY54" fmla="*/ 5535985 h 5539071"/>
              <a:gd name="connsiteX55" fmla="*/ 2868424 w 5556281"/>
              <a:gd name="connsiteY55" fmla="*/ 5539071 h 5539071"/>
              <a:gd name="connsiteX56" fmla="*/ 2723385 w 5556281"/>
              <a:gd name="connsiteY56" fmla="*/ 5539071 h 5539071"/>
              <a:gd name="connsiteX57" fmla="*/ 2666291 w 5556281"/>
              <a:gd name="connsiteY57" fmla="*/ 5474265 h 5539071"/>
              <a:gd name="connsiteX58" fmla="*/ 2507365 w 5556281"/>
              <a:gd name="connsiteY58" fmla="*/ 4992850 h 5539071"/>
              <a:gd name="connsiteX59" fmla="*/ 2431758 w 5556281"/>
              <a:gd name="connsiteY59" fmla="*/ 4924959 h 5539071"/>
              <a:gd name="connsiteX60" fmla="*/ 2184880 w 5556281"/>
              <a:gd name="connsiteY60" fmla="*/ 4869411 h 5539071"/>
              <a:gd name="connsiteX61" fmla="*/ 2075329 w 5556281"/>
              <a:gd name="connsiteY61" fmla="*/ 4901813 h 5539071"/>
              <a:gd name="connsiteX62" fmla="*/ 1714267 w 5556281"/>
              <a:gd name="connsiteY62" fmla="*/ 5267504 h 5539071"/>
              <a:gd name="connsiteX63" fmla="*/ 1621686 w 5556281"/>
              <a:gd name="connsiteY63" fmla="*/ 5282934 h 5539071"/>
              <a:gd name="connsiteX64" fmla="*/ 1234396 w 5556281"/>
              <a:gd name="connsiteY64" fmla="*/ 5065371 h 5539071"/>
              <a:gd name="connsiteX65" fmla="*/ 1191190 w 5556281"/>
              <a:gd name="connsiteY65" fmla="*/ 4966618 h 5539071"/>
              <a:gd name="connsiteX66" fmla="*/ 1317715 w 5556281"/>
              <a:gd name="connsiteY66" fmla="*/ 4468233 h 5539071"/>
              <a:gd name="connsiteX67" fmla="*/ 1294569 w 5556281"/>
              <a:gd name="connsiteY67" fmla="*/ 4372566 h 5539071"/>
              <a:gd name="connsiteX68" fmla="*/ 1107868 w 5556281"/>
              <a:gd name="connsiteY68" fmla="*/ 4178149 h 5539071"/>
              <a:gd name="connsiteX69" fmla="*/ 1018376 w 5556281"/>
              <a:gd name="connsiteY69" fmla="*/ 4151917 h 5539071"/>
              <a:gd name="connsiteX70" fmla="*/ 928882 w 5556281"/>
              <a:gd name="connsiteY70" fmla="*/ 4171977 h 5539071"/>
              <a:gd name="connsiteX71" fmla="*/ 509190 w 5556281"/>
              <a:gd name="connsiteY71" fmla="*/ 4266101 h 5539071"/>
              <a:gd name="connsiteX72" fmla="*/ 422778 w 5556281"/>
              <a:gd name="connsiteY72" fmla="*/ 4227524 h 5539071"/>
              <a:gd name="connsiteX73" fmla="*/ 211391 w 5556281"/>
              <a:gd name="connsiteY73" fmla="*/ 3818630 h 5539071"/>
              <a:gd name="connsiteX74" fmla="*/ 226818 w 5556281"/>
              <a:gd name="connsiteY74" fmla="*/ 3730682 h 5539071"/>
              <a:gd name="connsiteX75" fmla="*/ 617198 w 5556281"/>
              <a:gd name="connsiteY75" fmla="*/ 3368077 h 5539071"/>
              <a:gd name="connsiteX76" fmla="*/ 648056 w 5556281"/>
              <a:gd name="connsiteY76" fmla="*/ 3280125 h 5539071"/>
              <a:gd name="connsiteX77" fmla="*/ 601767 w 5556281"/>
              <a:gd name="connsiteY77" fmla="*/ 3028618 h 5539071"/>
              <a:gd name="connsiteX78" fmla="*/ 541591 w 5556281"/>
              <a:gd name="connsiteY78" fmla="*/ 2957640 h 5539071"/>
              <a:gd name="connsiteX79" fmla="*/ 200589 w 5556281"/>
              <a:gd name="connsiteY79" fmla="*/ 2832658 h 5539071"/>
              <a:gd name="connsiteX80" fmla="*/ 0 w 5556281"/>
              <a:gd name="connsiteY80" fmla="*/ 2757051 h 5539071"/>
              <a:gd name="connsiteX81" fmla="*/ 0 w 5556281"/>
              <a:gd name="connsiteY81" fmla="*/ 2670642 h 5539071"/>
              <a:gd name="connsiteX82" fmla="*/ 13885 w 5556281"/>
              <a:gd name="connsiteY82" fmla="*/ 2519428 h 5539071"/>
              <a:gd name="connsiteX83" fmla="*/ 52461 w 5556281"/>
              <a:gd name="connsiteY83" fmla="*/ 2224718 h 5539071"/>
              <a:gd name="connsiteX84" fmla="*/ 114181 w 5556281"/>
              <a:gd name="connsiteY84" fmla="*/ 2162996 h 5539071"/>
              <a:gd name="connsiteX85" fmla="*/ 640344 w 5556281"/>
              <a:gd name="connsiteY85" fmla="*/ 2067332 h 5539071"/>
              <a:gd name="connsiteX86" fmla="*/ 717491 w 5556281"/>
              <a:gd name="connsiteY86" fmla="*/ 2007155 h 5539071"/>
              <a:gd name="connsiteX87" fmla="*/ 797727 w 5556281"/>
              <a:gd name="connsiteY87" fmla="*/ 1814281 h 5539071"/>
              <a:gd name="connsiteX88" fmla="*/ 783840 w 5556281"/>
              <a:gd name="connsiteY88" fmla="*/ 1704727 h 5539071"/>
              <a:gd name="connsiteX89" fmla="*/ 476785 w 5556281"/>
              <a:gd name="connsiteY89" fmla="*/ 1300462 h 5539071"/>
              <a:gd name="connsiteX90" fmla="*/ 478329 w 5556281"/>
              <a:gd name="connsiteY90" fmla="*/ 1200169 h 5539071"/>
              <a:gd name="connsiteX91" fmla="*/ 776125 w 5556281"/>
              <a:gd name="connsiteY91" fmla="*/ 831392 h 5539071"/>
              <a:gd name="connsiteX92" fmla="*/ 881050 w 5556281"/>
              <a:gd name="connsiteY92" fmla="*/ 803617 h 5539071"/>
              <a:gd name="connsiteX93" fmla="*/ 1368636 w 5556281"/>
              <a:gd name="connsiteY93" fmla="*/ 1005749 h 5539071"/>
              <a:gd name="connsiteX94" fmla="*/ 1462757 w 5556281"/>
              <a:gd name="connsiteY94" fmla="*/ 998037 h 5539071"/>
              <a:gd name="connsiteX95" fmla="*/ 1617057 w 5556281"/>
              <a:gd name="connsiteY95" fmla="*/ 891569 h 5539071"/>
              <a:gd name="connsiteX96" fmla="*/ 1654088 w 5556281"/>
              <a:gd name="connsiteY96" fmla="*/ 819048 h 5539071"/>
              <a:gd name="connsiteX97" fmla="*/ 1651005 w 5556281"/>
              <a:gd name="connsiteY97" fmla="*/ 765044 h 5539071"/>
              <a:gd name="connsiteX98" fmla="*/ 1632488 w 5556281"/>
              <a:gd name="connsiteY98" fmla="*/ 525881 h 5539071"/>
              <a:gd name="connsiteX99" fmla="*/ 1613971 w 5556281"/>
              <a:gd name="connsiteY99" fmla="*/ 286715 h 5539071"/>
              <a:gd name="connsiteX100" fmla="*/ 1664889 w 5556281"/>
              <a:gd name="connsiteY100" fmla="*/ 208022 h 5539071"/>
              <a:gd name="connsiteX101" fmla="*/ 2141674 w 5556281"/>
              <a:gd name="connsiteY101" fmla="*/ 47552 h 5539071"/>
              <a:gd name="connsiteX102" fmla="*/ 2172535 w 5556281"/>
              <a:gd name="connsiteY102" fmla="*/ 42923 h 5539071"/>
              <a:gd name="connsiteX103" fmla="*/ 2237341 w 5556281"/>
              <a:gd name="connsiteY103" fmla="*/ 86126 h 5539071"/>
              <a:gd name="connsiteX104" fmla="*/ 2535137 w 5556281"/>
              <a:gd name="connsiteY104" fmla="*/ 516622 h 5539071"/>
              <a:gd name="connsiteX105" fmla="*/ 2627718 w 5556281"/>
              <a:gd name="connsiteY105" fmla="*/ 561368 h 5539071"/>
              <a:gd name="connsiteX106" fmla="*/ 2786647 w 5556281"/>
              <a:gd name="connsiteY106" fmla="*/ 555196 h 5539071"/>
              <a:gd name="connsiteX107" fmla="*/ 2836022 w 5556281"/>
              <a:gd name="connsiteY107" fmla="*/ 530507 h 5539071"/>
              <a:gd name="connsiteX108" fmla="*/ 2852996 w 5556281"/>
              <a:gd name="connsiteY108" fmla="*/ 505821 h 5539071"/>
              <a:gd name="connsiteX109" fmla="*/ 2930143 w 5556281"/>
              <a:gd name="connsiteY109" fmla="*/ 363865 h 5539071"/>
              <a:gd name="connsiteX110" fmla="*/ 3102960 w 5556281"/>
              <a:gd name="connsiteY110" fmla="*/ 41380 h 5539071"/>
              <a:gd name="connsiteX111" fmla="*/ 3162198 w 5556281"/>
              <a:gd name="connsiteY111" fmla="*/ 151 h 553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5556281" h="5539071">
                <a:moveTo>
                  <a:pt x="2778140" y="1624152"/>
                </a:moveTo>
                <a:cubicBezTo>
                  <a:pt x="2145562" y="1624152"/>
                  <a:pt x="1632756" y="2136958"/>
                  <a:pt x="1632756" y="2769536"/>
                </a:cubicBezTo>
                <a:cubicBezTo>
                  <a:pt x="1632756" y="3402114"/>
                  <a:pt x="2145562" y="3914920"/>
                  <a:pt x="2778140" y="3914920"/>
                </a:cubicBezTo>
                <a:cubicBezTo>
                  <a:pt x="3410718" y="3914920"/>
                  <a:pt x="3923524" y="3402114"/>
                  <a:pt x="3923524" y="2769536"/>
                </a:cubicBezTo>
                <a:cubicBezTo>
                  <a:pt x="3923524" y="2136958"/>
                  <a:pt x="3410718" y="1624152"/>
                  <a:pt x="2778140" y="1624152"/>
                </a:cubicBezTo>
                <a:close/>
                <a:moveTo>
                  <a:pt x="3162198" y="151"/>
                </a:moveTo>
                <a:cubicBezTo>
                  <a:pt x="3170660" y="-379"/>
                  <a:pt x="3179725" y="489"/>
                  <a:pt x="3189369" y="2803"/>
                </a:cubicBezTo>
                <a:cubicBezTo>
                  <a:pt x="3356013" y="42923"/>
                  <a:pt x="3522655" y="81496"/>
                  <a:pt x="3689300" y="121613"/>
                </a:cubicBezTo>
                <a:cubicBezTo>
                  <a:pt x="3724787" y="130871"/>
                  <a:pt x="3746390" y="157104"/>
                  <a:pt x="3747933" y="194134"/>
                </a:cubicBezTo>
                <a:cubicBezTo>
                  <a:pt x="3749476" y="214194"/>
                  <a:pt x="3749476" y="234254"/>
                  <a:pt x="3751019" y="254313"/>
                </a:cubicBezTo>
                <a:cubicBezTo>
                  <a:pt x="3755645" y="379296"/>
                  <a:pt x="3758735" y="504278"/>
                  <a:pt x="3763361" y="627717"/>
                </a:cubicBezTo>
                <a:cubicBezTo>
                  <a:pt x="3764907" y="661664"/>
                  <a:pt x="3766450" y="697152"/>
                  <a:pt x="3767990" y="731096"/>
                </a:cubicBezTo>
                <a:cubicBezTo>
                  <a:pt x="3769533" y="765044"/>
                  <a:pt x="3786507" y="791275"/>
                  <a:pt x="3815825" y="808246"/>
                </a:cubicBezTo>
                <a:cubicBezTo>
                  <a:pt x="3852855" y="829849"/>
                  <a:pt x="3891432" y="849909"/>
                  <a:pt x="3928463" y="873052"/>
                </a:cubicBezTo>
                <a:cubicBezTo>
                  <a:pt x="3965496" y="894655"/>
                  <a:pt x="3999440" y="893112"/>
                  <a:pt x="4036474" y="873052"/>
                </a:cubicBezTo>
                <a:cubicBezTo>
                  <a:pt x="4189231" y="788189"/>
                  <a:pt x="4340442" y="703324"/>
                  <a:pt x="4493199" y="618458"/>
                </a:cubicBezTo>
                <a:cubicBezTo>
                  <a:pt x="4528689" y="598402"/>
                  <a:pt x="4562634" y="604571"/>
                  <a:pt x="4590409" y="632346"/>
                </a:cubicBezTo>
                <a:cubicBezTo>
                  <a:pt x="4709219" y="752699"/>
                  <a:pt x="4826485" y="874595"/>
                  <a:pt x="4945295" y="994951"/>
                </a:cubicBezTo>
                <a:cubicBezTo>
                  <a:pt x="4976157" y="1027352"/>
                  <a:pt x="4980786" y="1056670"/>
                  <a:pt x="4957640" y="1095244"/>
                </a:cubicBezTo>
                <a:cubicBezTo>
                  <a:pt x="4869689" y="1244915"/>
                  <a:pt x="4780194" y="1393043"/>
                  <a:pt x="4692245" y="1542714"/>
                </a:cubicBezTo>
                <a:cubicBezTo>
                  <a:pt x="4672185" y="1576659"/>
                  <a:pt x="4670643" y="1612149"/>
                  <a:pt x="4690702" y="1646093"/>
                </a:cubicBezTo>
                <a:cubicBezTo>
                  <a:pt x="4713848" y="1687753"/>
                  <a:pt x="4735448" y="1729416"/>
                  <a:pt x="4758594" y="1771076"/>
                </a:cubicBezTo>
                <a:cubicBezTo>
                  <a:pt x="4775567" y="1801937"/>
                  <a:pt x="4801797" y="1818911"/>
                  <a:pt x="4837287" y="1820454"/>
                </a:cubicBezTo>
                <a:cubicBezTo>
                  <a:pt x="4895921" y="1825083"/>
                  <a:pt x="4956097" y="1828169"/>
                  <a:pt x="5014730" y="1832795"/>
                </a:cubicBezTo>
                <a:cubicBezTo>
                  <a:pt x="5135083" y="1840510"/>
                  <a:pt x="5255439" y="1848226"/>
                  <a:pt x="5375792" y="1855941"/>
                </a:cubicBezTo>
                <a:cubicBezTo>
                  <a:pt x="5409736" y="1857484"/>
                  <a:pt x="5437511" y="1880630"/>
                  <a:pt x="5445227" y="1914574"/>
                </a:cubicBezTo>
                <a:cubicBezTo>
                  <a:pt x="5482257" y="2081219"/>
                  <a:pt x="5517747" y="2249404"/>
                  <a:pt x="5554778" y="2417592"/>
                </a:cubicBezTo>
                <a:cubicBezTo>
                  <a:pt x="5559407" y="2440735"/>
                  <a:pt x="5553235" y="2460795"/>
                  <a:pt x="5537805" y="2479311"/>
                </a:cubicBezTo>
                <a:cubicBezTo>
                  <a:pt x="5530089" y="2488570"/>
                  <a:pt x="5517747" y="2494742"/>
                  <a:pt x="5506946" y="2500914"/>
                </a:cubicBezTo>
                <a:cubicBezTo>
                  <a:pt x="5352646" y="2578062"/>
                  <a:pt x="5198345" y="2655212"/>
                  <a:pt x="5042505" y="2732362"/>
                </a:cubicBezTo>
                <a:cubicBezTo>
                  <a:pt x="5010101" y="2749336"/>
                  <a:pt x="4991587" y="2774025"/>
                  <a:pt x="4990041" y="2811055"/>
                </a:cubicBezTo>
                <a:cubicBezTo>
                  <a:pt x="4986958" y="2869688"/>
                  <a:pt x="4982326" y="2926779"/>
                  <a:pt x="4979243" y="2985415"/>
                </a:cubicBezTo>
                <a:cubicBezTo>
                  <a:pt x="4977699" y="3019360"/>
                  <a:pt x="4990041" y="3048678"/>
                  <a:pt x="5019359" y="3068735"/>
                </a:cubicBezTo>
                <a:cubicBezTo>
                  <a:pt x="5162858" y="3173660"/>
                  <a:pt x="5304814" y="3280125"/>
                  <a:pt x="5448313" y="3385051"/>
                </a:cubicBezTo>
                <a:cubicBezTo>
                  <a:pt x="5482257" y="3409737"/>
                  <a:pt x="5493059" y="3440598"/>
                  <a:pt x="5477631" y="3480714"/>
                </a:cubicBezTo>
                <a:cubicBezTo>
                  <a:pt x="5451399" y="3553235"/>
                  <a:pt x="5425167" y="3625756"/>
                  <a:pt x="5398935" y="3698277"/>
                </a:cubicBezTo>
                <a:cubicBezTo>
                  <a:pt x="5369619" y="3778514"/>
                  <a:pt x="5340305" y="3860293"/>
                  <a:pt x="5309443" y="3940526"/>
                </a:cubicBezTo>
                <a:cubicBezTo>
                  <a:pt x="5297099" y="3974474"/>
                  <a:pt x="5267781" y="3992990"/>
                  <a:pt x="5233836" y="3989904"/>
                </a:cubicBezTo>
                <a:cubicBezTo>
                  <a:pt x="5169031" y="3983732"/>
                  <a:pt x="5105768" y="3976017"/>
                  <a:pt x="5040963" y="3969844"/>
                </a:cubicBezTo>
                <a:cubicBezTo>
                  <a:pt x="4929868" y="3957500"/>
                  <a:pt x="4818771" y="3945155"/>
                  <a:pt x="4707676" y="3934357"/>
                </a:cubicBezTo>
                <a:cubicBezTo>
                  <a:pt x="4672185" y="3931271"/>
                  <a:pt x="4644413" y="3943612"/>
                  <a:pt x="4622811" y="3972931"/>
                </a:cubicBezTo>
                <a:cubicBezTo>
                  <a:pt x="4582694" y="4026935"/>
                  <a:pt x="4544117" y="4082482"/>
                  <a:pt x="4502457" y="4136489"/>
                </a:cubicBezTo>
                <a:cubicBezTo>
                  <a:pt x="4477769" y="4168891"/>
                  <a:pt x="4474683" y="4202838"/>
                  <a:pt x="4488570" y="4239869"/>
                </a:cubicBezTo>
                <a:cubicBezTo>
                  <a:pt x="4550289" y="4403427"/>
                  <a:pt x="4613552" y="4566983"/>
                  <a:pt x="4675271" y="4730542"/>
                </a:cubicBezTo>
                <a:cubicBezTo>
                  <a:pt x="4692245" y="4773744"/>
                  <a:pt x="4682987" y="4803063"/>
                  <a:pt x="4647499" y="4830835"/>
                </a:cubicBezTo>
                <a:cubicBezTo>
                  <a:pt x="4524057" y="4923416"/>
                  <a:pt x="4402161" y="5017539"/>
                  <a:pt x="4278723" y="5110117"/>
                </a:cubicBezTo>
                <a:cubicBezTo>
                  <a:pt x="4243235" y="5136349"/>
                  <a:pt x="4212374" y="5136349"/>
                  <a:pt x="4178427" y="5108574"/>
                </a:cubicBezTo>
                <a:cubicBezTo>
                  <a:pt x="4045729" y="5002109"/>
                  <a:pt x="3911492" y="4894097"/>
                  <a:pt x="3778791" y="4786089"/>
                </a:cubicBezTo>
                <a:cubicBezTo>
                  <a:pt x="3749476" y="4762943"/>
                  <a:pt x="3718615" y="4755228"/>
                  <a:pt x="3684671" y="4767572"/>
                </a:cubicBezTo>
                <a:cubicBezTo>
                  <a:pt x="3605977" y="4796890"/>
                  <a:pt x="3527284" y="4826209"/>
                  <a:pt x="3450134" y="4857067"/>
                </a:cubicBezTo>
                <a:cubicBezTo>
                  <a:pt x="3419276" y="4869411"/>
                  <a:pt x="3400759" y="4892557"/>
                  <a:pt x="3393044" y="4924959"/>
                </a:cubicBezTo>
                <a:cubicBezTo>
                  <a:pt x="3382243" y="4975877"/>
                  <a:pt x="3371444" y="5028338"/>
                  <a:pt x="3360639" y="5079259"/>
                </a:cubicBezTo>
                <a:cubicBezTo>
                  <a:pt x="3334411" y="5202698"/>
                  <a:pt x="3309721" y="5324594"/>
                  <a:pt x="3283489" y="5448033"/>
                </a:cubicBezTo>
                <a:cubicBezTo>
                  <a:pt x="3275777" y="5483524"/>
                  <a:pt x="3254174" y="5505126"/>
                  <a:pt x="3218687" y="5509753"/>
                </a:cubicBezTo>
                <a:cubicBezTo>
                  <a:pt x="3136907" y="5520554"/>
                  <a:pt x="3055128" y="5528269"/>
                  <a:pt x="2973349" y="5535985"/>
                </a:cubicBezTo>
                <a:cubicBezTo>
                  <a:pt x="2933232" y="5532899"/>
                  <a:pt x="2900828" y="5535985"/>
                  <a:pt x="2868424" y="5539071"/>
                </a:cubicBezTo>
                <a:cubicBezTo>
                  <a:pt x="2820592" y="5539071"/>
                  <a:pt x="2772760" y="5539071"/>
                  <a:pt x="2723385" y="5539071"/>
                </a:cubicBezTo>
                <a:cubicBezTo>
                  <a:pt x="2692523" y="5528269"/>
                  <a:pt x="2675550" y="5505126"/>
                  <a:pt x="2666291" y="5474265"/>
                </a:cubicBezTo>
                <a:cubicBezTo>
                  <a:pt x="2613831" y="5313793"/>
                  <a:pt x="2559826" y="5153323"/>
                  <a:pt x="2507365" y="4992850"/>
                </a:cubicBezTo>
                <a:cubicBezTo>
                  <a:pt x="2495021" y="4955817"/>
                  <a:pt x="2470335" y="4932674"/>
                  <a:pt x="2431758" y="4924959"/>
                </a:cubicBezTo>
                <a:cubicBezTo>
                  <a:pt x="2349979" y="4906442"/>
                  <a:pt x="2266657" y="4889468"/>
                  <a:pt x="2184880" y="4869411"/>
                </a:cubicBezTo>
                <a:cubicBezTo>
                  <a:pt x="2141674" y="4858610"/>
                  <a:pt x="2106187" y="4869411"/>
                  <a:pt x="2075329" y="4901813"/>
                </a:cubicBezTo>
                <a:cubicBezTo>
                  <a:pt x="1956516" y="5025252"/>
                  <a:pt x="1834620" y="5145608"/>
                  <a:pt x="1714267" y="5267504"/>
                </a:cubicBezTo>
                <a:cubicBezTo>
                  <a:pt x="1686492" y="5295276"/>
                  <a:pt x="1654088" y="5301451"/>
                  <a:pt x="1621686" y="5282934"/>
                </a:cubicBezTo>
                <a:cubicBezTo>
                  <a:pt x="1492075" y="5210413"/>
                  <a:pt x="1364004" y="5137892"/>
                  <a:pt x="1234396" y="5065371"/>
                </a:cubicBezTo>
                <a:cubicBezTo>
                  <a:pt x="1189647" y="5040682"/>
                  <a:pt x="1178846" y="5014453"/>
                  <a:pt x="1191190" y="4966618"/>
                </a:cubicBezTo>
                <a:cubicBezTo>
                  <a:pt x="1232850" y="4799977"/>
                  <a:pt x="1276055" y="4634875"/>
                  <a:pt x="1317715" y="4468233"/>
                </a:cubicBezTo>
                <a:cubicBezTo>
                  <a:pt x="1326977" y="4432743"/>
                  <a:pt x="1320801" y="4400341"/>
                  <a:pt x="1294569" y="4372566"/>
                </a:cubicBezTo>
                <a:cubicBezTo>
                  <a:pt x="1232850" y="4307760"/>
                  <a:pt x="1169587" y="4242955"/>
                  <a:pt x="1107868" y="4178149"/>
                </a:cubicBezTo>
                <a:cubicBezTo>
                  <a:pt x="1083182" y="4151917"/>
                  <a:pt x="1052321" y="4144202"/>
                  <a:pt x="1018376" y="4151917"/>
                </a:cubicBezTo>
                <a:cubicBezTo>
                  <a:pt x="987518" y="4158089"/>
                  <a:pt x="958200" y="4165804"/>
                  <a:pt x="928882" y="4171977"/>
                </a:cubicBezTo>
                <a:cubicBezTo>
                  <a:pt x="788469" y="4202838"/>
                  <a:pt x="649599" y="4235239"/>
                  <a:pt x="509190" y="4266101"/>
                </a:cubicBezTo>
                <a:cubicBezTo>
                  <a:pt x="470613" y="4275359"/>
                  <a:pt x="439755" y="4261472"/>
                  <a:pt x="422778" y="4227524"/>
                </a:cubicBezTo>
                <a:cubicBezTo>
                  <a:pt x="351800" y="4091740"/>
                  <a:pt x="282366" y="3954414"/>
                  <a:pt x="211391" y="3818630"/>
                </a:cubicBezTo>
                <a:cubicBezTo>
                  <a:pt x="195960" y="3787772"/>
                  <a:pt x="202132" y="3753825"/>
                  <a:pt x="226818" y="3730682"/>
                </a:cubicBezTo>
                <a:cubicBezTo>
                  <a:pt x="356433" y="3610326"/>
                  <a:pt x="487587" y="3488430"/>
                  <a:pt x="617198" y="3368077"/>
                </a:cubicBezTo>
                <a:cubicBezTo>
                  <a:pt x="643427" y="3344931"/>
                  <a:pt x="652686" y="3314073"/>
                  <a:pt x="648056" y="3280125"/>
                </a:cubicBezTo>
                <a:cubicBezTo>
                  <a:pt x="632629" y="3196803"/>
                  <a:pt x="617198" y="3111937"/>
                  <a:pt x="601767" y="3028618"/>
                </a:cubicBezTo>
                <a:cubicBezTo>
                  <a:pt x="595595" y="2993127"/>
                  <a:pt x="575535" y="2969985"/>
                  <a:pt x="541591" y="2957640"/>
                </a:cubicBezTo>
                <a:cubicBezTo>
                  <a:pt x="427407" y="2915980"/>
                  <a:pt x="313227" y="2874318"/>
                  <a:pt x="200589" y="2832658"/>
                </a:cubicBezTo>
                <a:cubicBezTo>
                  <a:pt x="134241" y="2807969"/>
                  <a:pt x="66349" y="2786366"/>
                  <a:pt x="0" y="2757051"/>
                </a:cubicBezTo>
                <a:cubicBezTo>
                  <a:pt x="0" y="2727733"/>
                  <a:pt x="0" y="2699960"/>
                  <a:pt x="0" y="2670642"/>
                </a:cubicBezTo>
                <a:cubicBezTo>
                  <a:pt x="4629" y="2619724"/>
                  <a:pt x="9259" y="2570349"/>
                  <a:pt x="13885" y="2519428"/>
                </a:cubicBezTo>
                <a:cubicBezTo>
                  <a:pt x="23146" y="2420678"/>
                  <a:pt x="37031" y="2321925"/>
                  <a:pt x="52461" y="2224718"/>
                </a:cubicBezTo>
                <a:cubicBezTo>
                  <a:pt x="57091" y="2192314"/>
                  <a:pt x="80236" y="2169168"/>
                  <a:pt x="114181" y="2162996"/>
                </a:cubicBezTo>
                <a:cubicBezTo>
                  <a:pt x="290081" y="2130594"/>
                  <a:pt x="464441" y="2099733"/>
                  <a:pt x="640344" y="2067332"/>
                </a:cubicBezTo>
                <a:cubicBezTo>
                  <a:pt x="677375" y="2061160"/>
                  <a:pt x="702064" y="2041100"/>
                  <a:pt x="717491" y="2007155"/>
                </a:cubicBezTo>
                <a:cubicBezTo>
                  <a:pt x="743723" y="1942350"/>
                  <a:pt x="771498" y="1877544"/>
                  <a:pt x="797727" y="1814281"/>
                </a:cubicBezTo>
                <a:cubicBezTo>
                  <a:pt x="814701" y="1774162"/>
                  <a:pt x="810072" y="1740217"/>
                  <a:pt x="783840" y="1704727"/>
                </a:cubicBezTo>
                <a:cubicBezTo>
                  <a:pt x="680461" y="1570486"/>
                  <a:pt x="578625" y="1434703"/>
                  <a:pt x="476785" y="1300462"/>
                </a:cubicBezTo>
                <a:cubicBezTo>
                  <a:pt x="450553" y="1264975"/>
                  <a:pt x="450553" y="1234114"/>
                  <a:pt x="478329" y="1200169"/>
                </a:cubicBezTo>
                <a:cubicBezTo>
                  <a:pt x="577078" y="1076730"/>
                  <a:pt x="675831" y="954831"/>
                  <a:pt x="776125" y="831392"/>
                </a:cubicBezTo>
                <a:cubicBezTo>
                  <a:pt x="808529" y="792819"/>
                  <a:pt x="834761" y="785103"/>
                  <a:pt x="881050" y="803617"/>
                </a:cubicBezTo>
                <a:cubicBezTo>
                  <a:pt x="1043065" y="871512"/>
                  <a:pt x="1205078" y="937860"/>
                  <a:pt x="1368636" y="1005749"/>
                </a:cubicBezTo>
                <a:cubicBezTo>
                  <a:pt x="1401037" y="1019637"/>
                  <a:pt x="1433439" y="1018094"/>
                  <a:pt x="1462757" y="998037"/>
                </a:cubicBezTo>
                <a:cubicBezTo>
                  <a:pt x="1515221" y="962546"/>
                  <a:pt x="1566139" y="927059"/>
                  <a:pt x="1617057" y="891569"/>
                </a:cubicBezTo>
                <a:cubicBezTo>
                  <a:pt x="1641743" y="874595"/>
                  <a:pt x="1654088" y="849909"/>
                  <a:pt x="1654088" y="819048"/>
                </a:cubicBezTo>
                <a:cubicBezTo>
                  <a:pt x="1654088" y="800531"/>
                  <a:pt x="1652548" y="782017"/>
                  <a:pt x="1651005" y="765044"/>
                </a:cubicBezTo>
                <a:cubicBezTo>
                  <a:pt x="1644832" y="684807"/>
                  <a:pt x="1638660" y="606114"/>
                  <a:pt x="1632488" y="525881"/>
                </a:cubicBezTo>
                <a:cubicBezTo>
                  <a:pt x="1626316" y="445644"/>
                  <a:pt x="1620143" y="366951"/>
                  <a:pt x="1613971" y="286715"/>
                </a:cubicBezTo>
                <a:cubicBezTo>
                  <a:pt x="1610885" y="249681"/>
                  <a:pt x="1629402" y="220366"/>
                  <a:pt x="1664889" y="208022"/>
                </a:cubicBezTo>
                <a:cubicBezTo>
                  <a:pt x="1823819" y="154017"/>
                  <a:pt x="1982748" y="100013"/>
                  <a:pt x="2141674" y="47552"/>
                </a:cubicBezTo>
                <a:cubicBezTo>
                  <a:pt x="2152476" y="44466"/>
                  <a:pt x="2161734" y="42923"/>
                  <a:pt x="2172535" y="42923"/>
                </a:cubicBezTo>
                <a:cubicBezTo>
                  <a:pt x="2201851" y="44466"/>
                  <a:pt x="2220367" y="62980"/>
                  <a:pt x="2237341" y="86126"/>
                </a:cubicBezTo>
                <a:cubicBezTo>
                  <a:pt x="2336091" y="229624"/>
                  <a:pt x="2436387" y="373123"/>
                  <a:pt x="2535137" y="516622"/>
                </a:cubicBezTo>
                <a:cubicBezTo>
                  <a:pt x="2558283" y="549024"/>
                  <a:pt x="2589145" y="564454"/>
                  <a:pt x="2627718" y="561368"/>
                </a:cubicBezTo>
                <a:cubicBezTo>
                  <a:pt x="2680179" y="556739"/>
                  <a:pt x="2734186" y="555196"/>
                  <a:pt x="2786647" y="555196"/>
                </a:cubicBezTo>
                <a:cubicBezTo>
                  <a:pt x="2808250" y="555196"/>
                  <a:pt x="2823681" y="547480"/>
                  <a:pt x="2836022" y="530507"/>
                </a:cubicBezTo>
                <a:cubicBezTo>
                  <a:pt x="2842195" y="522794"/>
                  <a:pt x="2848367" y="513536"/>
                  <a:pt x="2852996" y="505821"/>
                </a:cubicBezTo>
                <a:cubicBezTo>
                  <a:pt x="2879228" y="457986"/>
                  <a:pt x="2903914" y="410154"/>
                  <a:pt x="2930143" y="363865"/>
                </a:cubicBezTo>
                <a:cubicBezTo>
                  <a:pt x="2987237" y="255856"/>
                  <a:pt x="3045870" y="149388"/>
                  <a:pt x="3102960" y="41380"/>
                </a:cubicBezTo>
                <a:cubicBezTo>
                  <a:pt x="3116848" y="15919"/>
                  <a:pt x="3136811" y="1742"/>
                  <a:pt x="3162198" y="151"/>
                </a:cubicBezTo>
                <a:close/>
              </a:path>
            </a:pathLst>
          </a:custGeom>
          <a:solidFill>
            <a:schemeClr val="bg1">
              <a:lumMod val="95000"/>
            </a:schemeClr>
          </a:solidFill>
          <a:ln w="152400">
            <a:noFill/>
          </a:ln>
          <a:effectLst/>
        </p:spPr>
        <p:txBody>
          <a:bodyPr wrap="square" anchor="t">
            <a:noAutofit/>
          </a:bodyPr>
          <a:lstStyle>
            <a:lvl1pPr marL="0" indent="0" algn="ctr">
              <a:buFontTx/>
              <a:buNone/>
              <a:defRPr sz="20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686924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 slide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1424D9-1201-489D-8759-802BEB428968}"/>
              </a:ext>
            </a:extLst>
          </p:cNvPr>
          <p:cNvSpPr/>
          <p:nvPr userDrawn="1"/>
        </p:nvSpPr>
        <p:spPr>
          <a:xfrm>
            <a:off x="808468" y="3753255"/>
            <a:ext cx="3143250" cy="20049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F0AA1C5-BCBE-4E2F-A961-AB73B3335AEC}"/>
              </a:ext>
            </a:extLst>
          </p:cNvPr>
          <p:cNvSpPr/>
          <p:nvPr userDrawn="1"/>
        </p:nvSpPr>
        <p:spPr>
          <a:xfrm>
            <a:off x="0" y="0"/>
            <a:ext cx="12192000" cy="3753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AA3D867-D133-48FC-B3C8-A5F667B90D58}"/>
              </a:ext>
            </a:extLst>
          </p:cNvPr>
          <p:cNvSpPr/>
          <p:nvPr userDrawn="1"/>
        </p:nvSpPr>
        <p:spPr>
          <a:xfrm>
            <a:off x="819150" y="1762124"/>
            <a:ext cx="3143250" cy="19911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902288" y="1883517"/>
            <a:ext cx="2955610" cy="3753256"/>
          </a:xfrm>
          <a:prstGeom prst="rect">
            <a:avLst/>
          </a:prstGeom>
          <a:solidFill>
            <a:schemeClr val="bg1">
              <a:lumMod val="95000"/>
            </a:schemeClr>
          </a:solidFill>
          <a:ln w="12700">
            <a:gradFill>
              <a:gsLst>
                <a:gs pos="0">
                  <a:schemeClr val="bg1">
                    <a:alpha val="59000"/>
                  </a:schemeClr>
                </a:gs>
                <a:gs pos="100000">
                  <a:schemeClr val="bg1">
                    <a:alpha val="17000"/>
                  </a:schemeClr>
                </a:gs>
              </a:gsLst>
              <a:lin ang="78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4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4" name="Text Placeholder 9">
            <a:extLst>
              <a:ext uri="{FF2B5EF4-FFF2-40B4-BE49-F238E27FC236}">
                <a16:creationId xmlns:a16="http://schemas.microsoft.com/office/drawing/2014/main" id="{252358FC-753C-4A29-8F87-6685EF055F3F}"/>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357840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4E22717C-9F52-4A37-85B9-FD48F3E55AAC}"/>
              </a:ext>
            </a:extLst>
          </p:cNvPr>
          <p:cNvSpPr>
            <a:spLocks noGrp="1"/>
          </p:cNvSpPr>
          <p:nvPr>
            <p:ph type="pic" sz="quarter" idx="14" hasCustomPrompt="1"/>
          </p:nvPr>
        </p:nvSpPr>
        <p:spPr>
          <a:xfrm>
            <a:off x="0" y="-1"/>
            <a:ext cx="12192000" cy="3838575"/>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2" name="Rectangle 1">
            <a:extLst>
              <a:ext uri="{FF2B5EF4-FFF2-40B4-BE49-F238E27FC236}">
                <a16:creationId xmlns:a16="http://schemas.microsoft.com/office/drawing/2014/main" id="{E666B193-49A3-4956-A9EF-296EF16EA757}"/>
              </a:ext>
            </a:extLst>
          </p:cNvPr>
          <p:cNvSpPr/>
          <p:nvPr userDrawn="1"/>
        </p:nvSpPr>
        <p:spPr>
          <a:xfrm>
            <a:off x="0" y="3810000"/>
            <a:ext cx="12192000" cy="304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81475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2_Images &amp; Contents Layout">
    <p:spTree>
      <p:nvGrpSpPr>
        <p:cNvPr id="1" name=""/>
        <p:cNvGrpSpPr/>
        <p:nvPr/>
      </p:nvGrpSpPr>
      <p:grpSpPr>
        <a:xfrm>
          <a:off x="0" y="0"/>
          <a:ext cx="0" cy="0"/>
          <a:chOff x="0" y="0"/>
          <a:chExt cx="0" cy="0"/>
        </a:xfrm>
      </p:grpSpPr>
      <p:sp>
        <p:nvSpPr>
          <p:cNvPr id="122" name="그림 개체 틀 121">
            <a:extLst>
              <a:ext uri="{FF2B5EF4-FFF2-40B4-BE49-F238E27FC236}">
                <a16:creationId xmlns:a16="http://schemas.microsoft.com/office/drawing/2014/main" id="{A5626D23-6CC7-4600-833F-1D3C40A75C48}"/>
              </a:ext>
            </a:extLst>
          </p:cNvPr>
          <p:cNvSpPr>
            <a:spLocks noGrp="1"/>
          </p:cNvSpPr>
          <p:nvPr>
            <p:ph type="pic" sz="quarter" idx="65" hasCustomPrompt="1"/>
          </p:nvPr>
        </p:nvSpPr>
        <p:spPr>
          <a:xfrm>
            <a:off x="5164510" y="635634"/>
            <a:ext cx="6379790" cy="5586731"/>
          </a:xfrm>
          <a:custGeom>
            <a:avLst/>
            <a:gdLst>
              <a:gd name="connsiteX0" fmla="*/ 0 w 6379790"/>
              <a:gd name="connsiteY0" fmla="*/ 4788536 h 5586731"/>
              <a:gd name="connsiteX1" fmla="*/ 797474 w 6379790"/>
              <a:gd name="connsiteY1" fmla="*/ 4788536 h 5586731"/>
              <a:gd name="connsiteX2" fmla="*/ 797474 w 6379790"/>
              <a:gd name="connsiteY2" fmla="*/ 5586731 h 5586731"/>
              <a:gd name="connsiteX3" fmla="*/ 0 w 6379790"/>
              <a:gd name="connsiteY3" fmla="*/ 5586731 h 5586731"/>
              <a:gd name="connsiteX4" fmla="*/ 2392422 w 6379790"/>
              <a:gd name="connsiteY4" fmla="*/ 3990341 h 5586731"/>
              <a:gd name="connsiteX5" fmla="*/ 2392422 w 6379790"/>
              <a:gd name="connsiteY5" fmla="*/ 4788536 h 5586731"/>
              <a:gd name="connsiteX6" fmla="*/ 3189895 w 6379790"/>
              <a:gd name="connsiteY6" fmla="*/ 4788536 h 5586731"/>
              <a:gd name="connsiteX7" fmla="*/ 3189895 w 6379790"/>
              <a:gd name="connsiteY7" fmla="*/ 3990341 h 5586731"/>
              <a:gd name="connsiteX8" fmla="*/ 0 w 6379790"/>
              <a:gd name="connsiteY8" fmla="*/ 3192146 h 5586731"/>
              <a:gd name="connsiteX9" fmla="*/ 797474 w 6379790"/>
              <a:gd name="connsiteY9" fmla="*/ 3192146 h 5586731"/>
              <a:gd name="connsiteX10" fmla="*/ 797474 w 6379790"/>
              <a:gd name="connsiteY10" fmla="*/ 3990341 h 5586731"/>
              <a:gd name="connsiteX11" fmla="*/ 0 w 6379790"/>
              <a:gd name="connsiteY11" fmla="*/ 3990341 h 5586731"/>
              <a:gd name="connsiteX12" fmla="*/ 1594948 w 6379790"/>
              <a:gd name="connsiteY12" fmla="*/ 0 h 5586731"/>
              <a:gd name="connsiteX13" fmla="*/ 3189895 w 6379790"/>
              <a:gd name="connsiteY13" fmla="*/ 0 h 5586731"/>
              <a:gd name="connsiteX14" fmla="*/ 3189895 w 6379790"/>
              <a:gd name="connsiteY14" fmla="*/ 797563 h 5586731"/>
              <a:gd name="connsiteX15" fmla="*/ 3987369 w 6379790"/>
              <a:gd name="connsiteY15" fmla="*/ 797563 h 5586731"/>
              <a:gd name="connsiteX16" fmla="*/ 3987369 w 6379790"/>
              <a:gd name="connsiteY16" fmla="*/ 0 h 5586731"/>
              <a:gd name="connsiteX17" fmla="*/ 6379790 w 6379790"/>
              <a:gd name="connsiteY17" fmla="*/ 0 h 5586731"/>
              <a:gd name="connsiteX18" fmla="*/ 6379790 w 6379790"/>
              <a:gd name="connsiteY18" fmla="*/ 797561 h 5586731"/>
              <a:gd name="connsiteX19" fmla="*/ 6379790 w 6379790"/>
              <a:gd name="connsiteY19" fmla="*/ 797562 h 5586731"/>
              <a:gd name="connsiteX20" fmla="*/ 6379790 w 6379790"/>
              <a:gd name="connsiteY20" fmla="*/ 1595756 h 5586731"/>
              <a:gd name="connsiteX21" fmla="*/ 5582317 w 6379790"/>
              <a:gd name="connsiteY21" fmla="*/ 1595756 h 5586731"/>
              <a:gd name="connsiteX22" fmla="*/ 5582317 w 6379790"/>
              <a:gd name="connsiteY22" fmla="*/ 2393951 h 5586731"/>
              <a:gd name="connsiteX23" fmla="*/ 6379790 w 6379790"/>
              <a:gd name="connsiteY23" fmla="*/ 2393951 h 5586731"/>
              <a:gd name="connsiteX24" fmla="*/ 6379790 w 6379790"/>
              <a:gd name="connsiteY24" fmla="*/ 3192146 h 5586731"/>
              <a:gd name="connsiteX25" fmla="*/ 6379790 w 6379790"/>
              <a:gd name="connsiteY25" fmla="*/ 3990341 h 5586731"/>
              <a:gd name="connsiteX26" fmla="*/ 6379790 w 6379790"/>
              <a:gd name="connsiteY26" fmla="*/ 4788536 h 5586731"/>
              <a:gd name="connsiteX27" fmla="*/ 6379790 w 6379790"/>
              <a:gd name="connsiteY27" fmla="*/ 5586731 h 5586731"/>
              <a:gd name="connsiteX28" fmla="*/ 5582316 w 6379790"/>
              <a:gd name="connsiteY28" fmla="*/ 5586731 h 5586731"/>
              <a:gd name="connsiteX29" fmla="*/ 5582316 w 6379790"/>
              <a:gd name="connsiteY29" fmla="*/ 4788536 h 5586731"/>
              <a:gd name="connsiteX30" fmla="*/ 4784843 w 6379790"/>
              <a:gd name="connsiteY30" fmla="*/ 4788536 h 5586731"/>
              <a:gd name="connsiteX31" fmla="*/ 4784843 w 6379790"/>
              <a:gd name="connsiteY31" fmla="*/ 5586731 h 5586731"/>
              <a:gd name="connsiteX32" fmla="*/ 3987369 w 6379790"/>
              <a:gd name="connsiteY32" fmla="*/ 5586731 h 5586731"/>
              <a:gd name="connsiteX33" fmla="*/ 3189895 w 6379790"/>
              <a:gd name="connsiteY33" fmla="*/ 5586731 h 5586731"/>
              <a:gd name="connsiteX34" fmla="*/ 2392422 w 6379790"/>
              <a:gd name="connsiteY34" fmla="*/ 5586731 h 5586731"/>
              <a:gd name="connsiteX35" fmla="*/ 2392421 w 6379790"/>
              <a:gd name="connsiteY35" fmla="*/ 5586731 h 5586731"/>
              <a:gd name="connsiteX36" fmla="*/ 1594948 w 6379790"/>
              <a:gd name="connsiteY36" fmla="*/ 5586731 h 5586731"/>
              <a:gd name="connsiteX37" fmla="*/ 1594948 w 6379790"/>
              <a:gd name="connsiteY37" fmla="*/ 4788536 h 5586731"/>
              <a:gd name="connsiteX38" fmla="*/ 797474 w 6379790"/>
              <a:gd name="connsiteY38" fmla="*/ 4788536 h 5586731"/>
              <a:gd name="connsiteX39" fmla="*/ 797474 w 6379790"/>
              <a:gd name="connsiteY39" fmla="*/ 3990341 h 5586731"/>
              <a:gd name="connsiteX40" fmla="*/ 1594948 w 6379790"/>
              <a:gd name="connsiteY40" fmla="*/ 3990341 h 5586731"/>
              <a:gd name="connsiteX41" fmla="*/ 1594948 w 6379790"/>
              <a:gd name="connsiteY41" fmla="*/ 3192146 h 5586731"/>
              <a:gd name="connsiteX42" fmla="*/ 2392421 w 6379790"/>
              <a:gd name="connsiteY42" fmla="*/ 3192146 h 5586731"/>
              <a:gd name="connsiteX43" fmla="*/ 2392421 w 6379790"/>
              <a:gd name="connsiteY43" fmla="*/ 2393951 h 5586731"/>
              <a:gd name="connsiteX44" fmla="*/ 1594948 w 6379790"/>
              <a:gd name="connsiteY44" fmla="*/ 2393951 h 5586731"/>
              <a:gd name="connsiteX45" fmla="*/ 1594948 w 6379790"/>
              <a:gd name="connsiteY45" fmla="*/ 3192146 h 5586731"/>
              <a:gd name="connsiteX46" fmla="*/ 797474 w 6379790"/>
              <a:gd name="connsiteY46" fmla="*/ 3192146 h 5586731"/>
              <a:gd name="connsiteX47" fmla="*/ 797474 w 6379790"/>
              <a:gd name="connsiteY47" fmla="*/ 2393951 h 5586731"/>
              <a:gd name="connsiteX48" fmla="*/ 0 w 6379790"/>
              <a:gd name="connsiteY48" fmla="*/ 2393951 h 5586731"/>
              <a:gd name="connsiteX49" fmla="*/ 0 w 6379790"/>
              <a:gd name="connsiteY49" fmla="*/ 1595756 h 5586731"/>
              <a:gd name="connsiteX50" fmla="*/ 797474 w 6379790"/>
              <a:gd name="connsiteY50" fmla="*/ 1595756 h 5586731"/>
              <a:gd name="connsiteX51" fmla="*/ 797474 w 6379790"/>
              <a:gd name="connsiteY51" fmla="*/ 797565 h 5586731"/>
              <a:gd name="connsiteX52" fmla="*/ 1594948 w 6379790"/>
              <a:gd name="connsiteY52" fmla="*/ 797565 h 5586731"/>
              <a:gd name="connsiteX53" fmla="*/ 1594948 w 6379790"/>
              <a:gd name="connsiteY53" fmla="*/ 1595756 h 5586731"/>
              <a:gd name="connsiteX54" fmla="*/ 2392421 w 6379790"/>
              <a:gd name="connsiteY54" fmla="*/ 1595756 h 5586731"/>
              <a:gd name="connsiteX55" fmla="*/ 2392421 w 6379790"/>
              <a:gd name="connsiteY55" fmla="*/ 797565 h 5586731"/>
              <a:gd name="connsiteX56" fmla="*/ 1594948 w 6379790"/>
              <a:gd name="connsiteY56" fmla="*/ 797565 h 5586731"/>
              <a:gd name="connsiteX57" fmla="*/ 0 w 6379790"/>
              <a:gd name="connsiteY57" fmla="*/ 0 h 5586731"/>
              <a:gd name="connsiteX58" fmla="*/ 797474 w 6379790"/>
              <a:gd name="connsiteY58" fmla="*/ 0 h 5586731"/>
              <a:gd name="connsiteX59" fmla="*/ 797474 w 6379790"/>
              <a:gd name="connsiteY59" fmla="*/ 797565 h 5586731"/>
              <a:gd name="connsiteX60" fmla="*/ 0 w 6379790"/>
              <a:gd name="connsiteY60" fmla="*/ 797565 h 558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379790" h="5586731">
                <a:moveTo>
                  <a:pt x="0" y="4788536"/>
                </a:moveTo>
                <a:lnTo>
                  <a:pt x="797474" y="4788536"/>
                </a:lnTo>
                <a:lnTo>
                  <a:pt x="797474" y="5586731"/>
                </a:lnTo>
                <a:lnTo>
                  <a:pt x="0" y="5586731"/>
                </a:lnTo>
                <a:close/>
                <a:moveTo>
                  <a:pt x="2392422" y="3990341"/>
                </a:moveTo>
                <a:lnTo>
                  <a:pt x="2392422" y="4788536"/>
                </a:lnTo>
                <a:lnTo>
                  <a:pt x="3189895" y="4788536"/>
                </a:lnTo>
                <a:lnTo>
                  <a:pt x="3189895" y="3990341"/>
                </a:lnTo>
                <a:close/>
                <a:moveTo>
                  <a:pt x="0" y="3192146"/>
                </a:moveTo>
                <a:lnTo>
                  <a:pt x="797474" y="3192146"/>
                </a:lnTo>
                <a:lnTo>
                  <a:pt x="797474" y="3990341"/>
                </a:lnTo>
                <a:lnTo>
                  <a:pt x="0" y="3990341"/>
                </a:lnTo>
                <a:close/>
                <a:moveTo>
                  <a:pt x="1594948" y="0"/>
                </a:moveTo>
                <a:lnTo>
                  <a:pt x="3189895" y="0"/>
                </a:lnTo>
                <a:lnTo>
                  <a:pt x="3189895" y="797563"/>
                </a:lnTo>
                <a:lnTo>
                  <a:pt x="3987369" y="797563"/>
                </a:lnTo>
                <a:lnTo>
                  <a:pt x="3987369" y="0"/>
                </a:lnTo>
                <a:lnTo>
                  <a:pt x="6379790" y="0"/>
                </a:lnTo>
                <a:lnTo>
                  <a:pt x="6379790" y="797561"/>
                </a:lnTo>
                <a:lnTo>
                  <a:pt x="6379790" y="797562"/>
                </a:lnTo>
                <a:lnTo>
                  <a:pt x="6379790" y="1595756"/>
                </a:lnTo>
                <a:lnTo>
                  <a:pt x="5582317" y="1595756"/>
                </a:lnTo>
                <a:lnTo>
                  <a:pt x="5582317" y="2393951"/>
                </a:lnTo>
                <a:lnTo>
                  <a:pt x="6379790" y="2393951"/>
                </a:lnTo>
                <a:lnTo>
                  <a:pt x="6379790" y="3192146"/>
                </a:lnTo>
                <a:lnTo>
                  <a:pt x="6379790" y="3990341"/>
                </a:lnTo>
                <a:lnTo>
                  <a:pt x="6379790" y="4788536"/>
                </a:lnTo>
                <a:lnTo>
                  <a:pt x="6379790" y="5586731"/>
                </a:lnTo>
                <a:lnTo>
                  <a:pt x="5582316" y="5586731"/>
                </a:lnTo>
                <a:lnTo>
                  <a:pt x="5582316" y="4788536"/>
                </a:lnTo>
                <a:lnTo>
                  <a:pt x="4784843" y="4788536"/>
                </a:lnTo>
                <a:lnTo>
                  <a:pt x="4784843" y="5586731"/>
                </a:lnTo>
                <a:lnTo>
                  <a:pt x="3987369" y="5586731"/>
                </a:lnTo>
                <a:lnTo>
                  <a:pt x="3189895" y="5586731"/>
                </a:lnTo>
                <a:lnTo>
                  <a:pt x="2392422" y="5586731"/>
                </a:lnTo>
                <a:lnTo>
                  <a:pt x="2392421" y="5586731"/>
                </a:lnTo>
                <a:lnTo>
                  <a:pt x="1594948" y="5586731"/>
                </a:lnTo>
                <a:lnTo>
                  <a:pt x="1594948" y="4788536"/>
                </a:lnTo>
                <a:lnTo>
                  <a:pt x="797474" y="4788536"/>
                </a:lnTo>
                <a:lnTo>
                  <a:pt x="797474" y="3990341"/>
                </a:lnTo>
                <a:lnTo>
                  <a:pt x="1594948" y="3990341"/>
                </a:lnTo>
                <a:lnTo>
                  <a:pt x="1594948" y="3192146"/>
                </a:lnTo>
                <a:lnTo>
                  <a:pt x="2392421" y="3192146"/>
                </a:lnTo>
                <a:lnTo>
                  <a:pt x="2392421" y="2393951"/>
                </a:lnTo>
                <a:lnTo>
                  <a:pt x="1594948" y="2393951"/>
                </a:lnTo>
                <a:lnTo>
                  <a:pt x="1594948" y="3192146"/>
                </a:lnTo>
                <a:lnTo>
                  <a:pt x="797474" y="3192146"/>
                </a:lnTo>
                <a:lnTo>
                  <a:pt x="797474" y="2393951"/>
                </a:lnTo>
                <a:lnTo>
                  <a:pt x="0" y="2393951"/>
                </a:lnTo>
                <a:lnTo>
                  <a:pt x="0" y="1595756"/>
                </a:lnTo>
                <a:lnTo>
                  <a:pt x="797474" y="1595756"/>
                </a:lnTo>
                <a:lnTo>
                  <a:pt x="797474" y="797565"/>
                </a:lnTo>
                <a:lnTo>
                  <a:pt x="1594948" y="797565"/>
                </a:lnTo>
                <a:lnTo>
                  <a:pt x="1594948" y="1595756"/>
                </a:lnTo>
                <a:lnTo>
                  <a:pt x="2392421" y="1595756"/>
                </a:lnTo>
                <a:lnTo>
                  <a:pt x="2392421" y="797565"/>
                </a:lnTo>
                <a:lnTo>
                  <a:pt x="1594948" y="797565"/>
                </a:lnTo>
                <a:close/>
                <a:moveTo>
                  <a:pt x="0" y="0"/>
                </a:moveTo>
                <a:lnTo>
                  <a:pt x="797474" y="0"/>
                </a:lnTo>
                <a:lnTo>
                  <a:pt x="797474" y="797565"/>
                </a:lnTo>
                <a:lnTo>
                  <a:pt x="0" y="797565"/>
                </a:lnTo>
                <a:close/>
              </a:path>
            </a:pathLst>
          </a:custGeom>
          <a:solidFill>
            <a:schemeClr val="bg1">
              <a:lumMod val="95000"/>
            </a:schemeClr>
          </a:solidFill>
          <a:ln w="25400">
            <a:noFill/>
          </a:ln>
          <a:effectLst/>
        </p:spPr>
        <p:txBody>
          <a:bodyPr wrap="square" anchor="ctr">
            <a:noAutofit/>
          </a:bodyPr>
          <a:lstStyle>
            <a:lvl1pPr marL="0" indent="0" algn="ctr">
              <a:buFontTx/>
              <a:buNone/>
              <a:defRPr sz="160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2442477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3_Images &amp; Contents Layout">
    <p:spTree>
      <p:nvGrpSpPr>
        <p:cNvPr id="1" name=""/>
        <p:cNvGrpSpPr/>
        <p:nvPr/>
      </p:nvGrpSpPr>
      <p:grpSpPr>
        <a:xfrm>
          <a:off x="0" y="0"/>
          <a:ext cx="0" cy="0"/>
          <a:chOff x="0" y="0"/>
          <a:chExt cx="0" cy="0"/>
        </a:xfrm>
      </p:grpSpPr>
      <p:sp>
        <p:nvSpPr>
          <p:cNvPr id="2" name="그림 개체 틀 8">
            <a:extLst>
              <a:ext uri="{FF2B5EF4-FFF2-40B4-BE49-F238E27FC236}">
                <a16:creationId xmlns:a16="http://schemas.microsoft.com/office/drawing/2014/main" id="{FF0C7903-447C-47EA-9F0F-27FB0FA66D93}"/>
              </a:ext>
            </a:extLst>
          </p:cNvPr>
          <p:cNvSpPr>
            <a:spLocks noGrp="1"/>
          </p:cNvSpPr>
          <p:nvPr>
            <p:ph type="pic" sz="quarter" idx="10" hasCustomPrompt="1"/>
          </p:nvPr>
        </p:nvSpPr>
        <p:spPr>
          <a:xfrm>
            <a:off x="0" y="0"/>
            <a:ext cx="12192000" cy="685800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24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517060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0_Images &amp; Contents Layout">
    <p:spTree>
      <p:nvGrpSpPr>
        <p:cNvPr id="1" name=""/>
        <p:cNvGrpSpPr/>
        <p:nvPr/>
      </p:nvGrpSpPr>
      <p:grpSpPr>
        <a:xfrm>
          <a:off x="0" y="0"/>
          <a:ext cx="0" cy="0"/>
          <a:chOff x="0" y="0"/>
          <a:chExt cx="0" cy="0"/>
        </a:xfrm>
      </p:grpSpPr>
      <p:sp>
        <p:nvSpPr>
          <p:cNvPr id="12" name="그림 개체 틀 11">
            <a:extLst>
              <a:ext uri="{FF2B5EF4-FFF2-40B4-BE49-F238E27FC236}">
                <a16:creationId xmlns:a16="http://schemas.microsoft.com/office/drawing/2014/main" id="{FFA8E757-7AA1-46D7-830D-82A7BA139EC7}"/>
              </a:ext>
            </a:extLst>
          </p:cNvPr>
          <p:cNvSpPr>
            <a:spLocks noGrp="1"/>
          </p:cNvSpPr>
          <p:nvPr>
            <p:ph type="pic" sz="quarter" idx="65" hasCustomPrompt="1"/>
          </p:nvPr>
        </p:nvSpPr>
        <p:spPr>
          <a:xfrm>
            <a:off x="6001996" y="665147"/>
            <a:ext cx="5714288" cy="5876452"/>
          </a:xfrm>
          <a:custGeom>
            <a:avLst/>
            <a:gdLst>
              <a:gd name="connsiteX0" fmla="*/ 4336617 w 5408405"/>
              <a:gd name="connsiteY0" fmla="*/ 2979311 h 5561888"/>
              <a:gd name="connsiteX1" fmla="*/ 4337062 w 5408405"/>
              <a:gd name="connsiteY1" fmla="*/ 2980996 h 5561888"/>
              <a:gd name="connsiteX2" fmla="*/ 4335592 w 5408405"/>
              <a:gd name="connsiteY2" fmla="*/ 2981017 h 5561888"/>
              <a:gd name="connsiteX3" fmla="*/ 1888921 w 5408405"/>
              <a:gd name="connsiteY3" fmla="*/ 2261506 h 5561888"/>
              <a:gd name="connsiteX4" fmla="*/ 1889365 w 5408405"/>
              <a:gd name="connsiteY4" fmla="*/ 2263191 h 5561888"/>
              <a:gd name="connsiteX5" fmla="*/ 1887895 w 5408405"/>
              <a:gd name="connsiteY5" fmla="*/ 2263212 h 5561888"/>
              <a:gd name="connsiteX6" fmla="*/ 3291650 w 5408405"/>
              <a:gd name="connsiteY6" fmla="*/ 1876983 h 5561888"/>
              <a:gd name="connsiteX7" fmla="*/ 2384076 w 5408405"/>
              <a:gd name="connsiteY7" fmla="*/ 3290419 h 5561888"/>
              <a:gd name="connsiteX8" fmla="*/ 3291650 w 5408405"/>
              <a:gd name="connsiteY8" fmla="*/ 3290419 h 5561888"/>
              <a:gd name="connsiteX9" fmla="*/ 4585316 w 5408405"/>
              <a:gd name="connsiteY9" fmla="*/ 91 h 5561888"/>
              <a:gd name="connsiteX10" fmla="*/ 4597631 w 5408405"/>
              <a:gd name="connsiteY10" fmla="*/ 4688 h 5561888"/>
              <a:gd name="connsiteX11" fmla="*/ 4597631 w 5408405"/>
              <a:gd name="connsiteY11" fmla="*/ 129174 h 5561888"/>
              <a:gd name="connsiteX12" fmla="*/ 4718305 w 5408405"/>
              <a:gd name="connsiteY12" fmla="*/ 117857 h 5561888"/>
              <a:gd name="connsiteX13" fmla="*/ 4838978 w 5408405"/>
              <a:gd name="connsiteY13" fmla="*/ 114085 h 5561888"/>
              <a:gd name="connsiteX14" fmla="*/ 4827665 w 5408405"/>
              <a:gd name="connsiteY14" fmla="*/ 166897 h 5561888"/>
              <a:gd name="connsiteX15" fmla="*/ 4895544 w 5408405"/>
              <a:gd name="connsiteY15" fmla="*/ 246116 h 5561888"/>
              <a:gd name="connsiteX16" fmla="*/ 5001133 w 5408405"/>
              <a:gd name="connsiteY16" fmla="*/ 193303 h 5561888"/>
              <a:gd name="connsiteX17" fmla="*/ 5061469 w 5408405"/>
              <a:gd name="connsiteY17" fmla="*/ 129174 h 5561888"/>
              <a:gd name="connsiteX18" fmla="*/ 5102951 w 5408405"/>
              <a:gd name="connsiteY18" fmla="*/ 136719 h 5561888"/>
              <a:gd name="connsiteX19" fmla="*/ 5110493 w 5408405"/>
              <a:gd name="connsiteY19" fmla="*/ 170670 h 5561888"/>
              <a:gd name="connsiteX20" fmla="*/ 5053927 w 5408405"/>
              <a:gd name="connsiteY20" fmla="*/ 246116 h 5561888"/>
              <a:gd name="connsiteX21" fmla="*/ 4978506 w 5408405"/>
              <a:gd name="connsiteY21" fmla="*/ 295156 h 5561888"/>
              <a:gd name="connsiteX22" fmla="*/ 4959651 w 5408405"/>
              <a:gd name="connsiteY22" fmla="*/ 347968 h 5561888"/>
              <a:gd name="connsiteX23" fmla="*/ 5019988 w 5408405"/>
              <a:gd name="connsiteY23" fmla="*/ 517722 h 5561888"/>
              <a:gd name="connsiteX24" fmla="*/ 5072782 w 5408405"/>
              <a:gd name="connsiteY24" fmla="*/ 562989 h 5561888"/>
              <a:gd name="connsiteX25" fmla="*/ 5151974 w 5408405"/>
              <a:gd name="connsiteY25" fmla="*/ 574306 h 5561888"/>
              <a:gd name="connsiteX26" fmla="*/ 5174600 w 5408405"/>
              <a:gd name="connsiteY26" fmla="*/ 638435 h 5561888"/>
              <a:gd name="connsiteX27" fmla="*/ 5125577 w 5408405"/>
              <a:gd name="connsiteY27" fmla="*/ 706337 h 5561888"/>
              <a:gd name="connsiteX28" fmla="*/ 5084096 w 5408405"/>
              <a:gd name="connsiteY28" fmla="*/ 845912 h 5561888"/>
              <a:gd name="connsiteX29" fmla="*/ 5148203 w 5408405"/>
              <a:gd name="connsiteY29" fmla="*/ 921358 h 5561888"/>
              <a:gd name="connsiteX30" fmla="*/ 5231166 w 5408405"/>
              <a:gd name="connsiteY30" fmla="*/ 943992 h 5561888"/>
              <a:gd name="connsiteX31" fmla="*/ 5174600 w 5408405"/>
              <a:gd name="connsiteY31" fmla="*/ 1008121 h 5561888"/>
              <a:gd name="connsiteX32" fmla="*/ 5261334 w 5408405"/>
              <a:gd name="connsiteY32" fmla="*/ 1045844 h 5561888"/>
              <a:gd name="connsiteX33" fmla="*/ 5393321 w 5408405"/>
              <a:gd name="connsiteY33" fmla="*/ 1102429 h 5561888"/>
              <a:gd name="connsiteX34" fmla="*/ 5408405 w 5408405"/>
              <a:gd name="connsiteY34" fmla="*/ 1109973 h 5561888"/>
              <a:gd name="connsiteX35" fmla="*/ 5351839 w 5408405"/>
              <a:gd name="connsiteY35" fmla="*/ 1140152 h 5561888"/>
              <a:gd name="connsiteX36" fmla="*/ 5351839 w 5408405"/>
              <a:gd name="connsiteY36" fmla="*/ 1155241 h 5561888"/>
              <a:gd name="connsiteX37" fmla="*/ 5325442 w 5408405"/>
              <a:gd name="connsiteY37" fmla="*/ 1396668 h 5561888"/>
              <a:gd name="connsiteX38" fmla="*/ 5332984 w 5408405"/>
              <a:gd name="connsiteY38" fmla="*/ 1453253 h 5561888"/>
              <a:gd name="connsiteX39" fmla="*/ 5317900 w 5408405"/>
              <a:gd name="connsiteY39" fmla="*/ 1494748 h 5561888"/>
              <a:gd name="connsiteX40" fmla="*/ 5272648 w 5408405"/>
              <a:gd name="connsiteY40" fmla="*/ 1494748 h 5561888"/>
              <a:gd name="connsiteX41" fmla="*/ 5204769 w 5408405"/>
              <a:gd name="connsiteY41" fmla="*/ 1509837 h 5561888"/>
              <a:gd name="connsiteX42" fmla="*/ 5185914 w 5408405"/>
              <a:gd name="connsiteY42" fmla="*/ 1566422 h 5561888"/>
              <a:gd name="connsiteX43" fmla="*/ 5076554 w 5408405"/>
              <a:gd name="connsiteY43" fmla="*/ 1713542 h 5561888"/>
              <a:gd name="connsiteX44" fmla="*/ 5050156 w 5408405"/>
              <a:gd name="connsiteY44" fmla="*/ 1721086 h 5561888"/>
              <a:gd name="connsiteX45" fmla="*/ 4899314 w 5408405"/>
              <a:gd name="connsiteY45" fmla="*/ 1721086 h 5561888"/>
              <a:gd name="connsiteX46" fmla="*/ 4929483 w 5408405"/>
              <a:gd name="connsiteY46" fmla="*/ 1845572 h 5561888"/>
              <a:gd name="connsiteX47" fmla="*/ 4842749 w 5408405"/>
              <a:gd name="connsiteY47" fmla="*/ 1777671 h 5561888"/>
              <a:gd name="connsiteX48" fmla="*/ 4706992 w 5408405"/>
              <a:gd name="connsiteY48" fmla="*/ 1743720 h 5561888"/>
              <a:gd name="connsiteX49" fmla="*/ 4642884 w 5408405"/>
              <a:gd name="connsiteY49" fmla="*/ 1853117 h 5561888"/>
              <a:gd name="connsiteX50" fmla="*/ 4548608 w 5408405"/>
              <a:gd name="connsiteY50" fmla="*/ 1909701 h 5561888"/>
              <a:gd name="connsiteX51" fmla="*/ 4484500 w 5408405"/>
              <a:gd name="connsiteY51" fmla="*/ 1932335 h 5561888"/>
              <a:gd name="connsiteX52" fmla="*/ 4378911 w 5408405"/>
              <a:gd name="connsiteY52" fmla="*/ 1996464 h 5561888"/>
              <a:gd name="connsiteX53" fmla="*/ 4344972 w 5408405"/>
              <a:gd name="connsiteY53" fmla="*/ 2026643 h 5561888"/>
              <a:gd name="connsiteX54" fmla="*/ 4360056 w 5408405"/>
              <a:gd name="connsiteY54" fmla="*/ 2120951 h 5561888"/>
              <a:gd name="connsiteX55" fmla="*/ 4356285 w 5408405"/>
              <a:gd name="connsiteY55" fmla="*/ 2249209 h 5561888"/>
              <a:gd name="connsiteX56" fmla="*/ 4311032 w 5408405"/>
              <a:gd name="connsiteY56" fmla="*/ 2249209 h 5561888"/>
              <a:gd name="connsiteX57" fmla="*/ 4311032 w 5408405"/>
              <a:gd name="connsiteY57" fmla="*/ 2166218 h 5561888"/>
              <a:gd name="connsiteX58" fmla="*/ 4307261 w 5408405"/>
              <a:gd name="connsiteY58" fmla="*/ 2102089 h 5561888"/>
              <a:gd name="connsiteX59" fmla="*/ 4293453 w 5408405"/>
              <a:gd name="connsiteY59" fmla="*/ 2062720 h 5561888"/>
              <a:gd name="connsiteX60" fmla="*/ 4293453 w 5408405"/>
              <a:gd name="connsiteY60" fmla="*/ 2298718 h 5561888"/>
              <a:gd name="connsiteX61" fmla="*/ 4314960 w 5408405"/>
              <a:gd name="connsiteY61" fmla="*/ 2298021 h 5561888"/>
              <a:gd name="connsiteX62" fmla="*/ 4334595 w 5408405"/>
              <a:gd name="connsiteY62" fmla="*/ 2281553 h 5561888"/>
              <a:gd name="connsiteX63" fmla="*/ 4344746 w 5408405"/>
              <a:gd name="connsiteY63" fmla="*/ 2279636 h 5561888"/>
              <a:gd name="connsiteX64" fmla="*/ 4402848 w 5408405"/>
              <a:gd name="connsiteY64" fmla="*/ 2284326 h 5561888"/>
              <a:gd name="connsiteX65" fmla="*/ 4473289 w 5408405"/>
              <a:gd name="connsiteY65" fmla="*/ 2321185 h 5561888"/>
              <a:gd name="connsiteX66" fmla="*/ 4499740 w 5408405"/>
              <a:gd name="connsiteY66" fmla="*/ 2331640 h 5561888"/>
              <a:gd name="connsiteX67" fmla="*/ 4524595 w 5408405"/>
              <a:gd name="connsiteY67" fmla="*/ 2359469 h 5561888"/>
              <a:gd name="connsiteX68" fmla="*/ 4544622 w 5408405"/>
              <a:gd name="connsiteY68" fmla="*/ 2383765 h 5561888"/>
              <a:gd name="connsiteX69" fmla="*/ 4554292 w 5408405"/>
              <a:gd name="connsiteY69" fmla="*/ 2392027 h 5561888"/>
              <a:gd name="connsiteX70" fmla="*/ 4560549 w 5408405"/>
              <a:gd name="connsiteY70" fmla="*/ 2467954 h 5561888"/>
              <a:gd name="connsiteX71" fmla="*/ 4547398 w 5408405"/>
              <a:gd name="connsiteY71" fmla="*/ 2521373 h 5561888"/>
              <a:gd name="connsiteX72" fmla="*/ 4555843 w 5408405"/>
              <a:gd name="connsiteY72" fmla="*/ 2579321 h 5561888"/>
              <a:gd name="connsiteX73" fmla="*/ 4566049 w 5408405"/>
              <a:gd name="connsiteY73" fmla="*/ 2582191 h 5561888"/>
              <a:gd name="connsiteX74" fmla="*/ 4643312 w 5408405"/>
              <a:gd name="connsiteY74" fmla="*/ 2587849 h 5561888"/>
              <a:gd name="connsiteX75" fmla="*/ 4657728 w 5408405"/>
              <a:gd name="connsiteY75" fmla="*/ 2592463 h 5561888"/>
              <a:gd name="connsiteX76" fmla="*/ 4692721 w 5408405"/>
              <a:gd name="connsiteY76" fmla="*/ 2617179 h 5561888"/>
              <a:gd name="connsiteX77" fmla="*/ 4736105 w 5408405"/>
              <a:gd name="connsiteY77" fmla="*/ 2642990 h 5561888"/>
              <a:gd name="connsiteX78" fmla="*/ 4750038 w 5408405"/>
              <a:gd name="connsiteY78" fmla="*/ 2657785 h 5561888"/>
              <a:gd name="connsiteX79" fmla="*/ 4796763 w 5408405"/>
              <a:gd name="connsiteY79" fmla="*/ 2766142 h 5561888"/>
              <a:gd name="connsiteX80" fmla="*/ 4795690 w 5408405"/>
              <a:gd name="connsiteY80" fmla="*/ 2776927 h 5561888"/>
              <a:gd name="connsiteX81" fmla="*/ 4777160 w 5408405"/>
              <a:gd name="connsiteY81" fmla="*/ 2831008 h 5561888"/>
              <a:gd name="connsiteX82" fmla="*/ 4766623 w 5408405"/>
              <a:gd name="connsiteY82" fmla="*/ 2851481 h 5561888"/>
              <a:gd name="connsiteX83" fmla="*/ 4746650 w 5408405"/>
              <a:gd name="connsiteY83" fmla="*/ 2884036 h 5561888"/>
              <a:gd name="connsiteX84" fmla="*/ 4744682 w 5408405"/>
              <a:gd name="connsiteY84" fmla="*/ 2921163 h 5561888"/>
              <a:gd name="connsiteX85" fmla="*/ 4739063 w 5408405"/>
              <a:gd name="connsiteY85" fmla="*/ 2933424 h 5561888"/>
              <a:gd name="connsiteX86" fmla="*/ 4725645 w 5408405"/>
              <a:gd name="connsiteY86" fmla="*/ 2930966 h 5561888"/>
              <a:gd name="connsiteX87" fmla="*/ 4716608 w 5408405"/>
              <a:gd name="connsiteY87" fmla="*/ 2925688 h 5561888"/>
              <a:gd name="connsiteX88" fmla="*/ 4702811 w 5408405"/>
              <a:gd name="connsiteY88" fmla="*/ 2922861 h 5561888"/>
              <a:gd name="connsiteX89" fmla="*/ 4700569 w 5408405"/>
              <a:gd name="connsiteY89" fmla="*/ 2936054 h 5561888"/>
              <a:gd name="connsiteX90" fmla="*/ 4679798 w 5408405"/>
              <a:gd name="connsiteY90" fmla="*/ 2951264 h 5561888"/>
              <a:gd name="connsiteX91" fmla="*/ 4668381 w 5408405"/>
              <a:gd name="connsiteY91" fmla="*/ 2947211 h 5561888"/>
              <a:gd name="connsiteX92" fmla="*/ 4653498 w 5408405"/>
              <a:gd name="connsiteY92" fmla="*/ 2953973 h 5561888"/>
              <a:gd name="connsiteX93" fmla="*/ 4659646 w 5408405"/>
              <a:gd name="connsiteY93" fmla="*/ 2968262 h 5561888"/>
              <a:gd name="connsiteX94" fmla="*/ 4669796 w 5408405"/>
              <a:gd name="connsiteY94" fmla="*/ 2976183 h 5561888"/>
              <a:gd name="connsiteX95" fmla="*/ 4576498 w 5408405"/>
              <a:gd name="connsiteY95" fmla="*/ 2977532 h 5561888"/>
              <a:gd name="connsiteX96" fmla="*/ 4575299 w 5408405"/>
              <a:gd name="connsiteY96" fmla="*/ 2971067 h 5561888"/>
              <a:gd name="connsiteX97" fmla="*/ 4558476 w 5408405"/>
              <a:gd name="connsiteY97" fmla="*/ 2965284 h 5561888"/>
              <a:gd name="connsiteX98" fmla="*/ 4542988 w 5408405"/>
              <a:gd name="connsiteY98" fmla="*/ 2971454 h 5561888"/>
              <a:gd name="connsiteX99" fmla="*/ 4521364 w 5408405"/>
              <a:gd name="connsiteY99" fmla="*/ 2964532 h 5561888"/>
              <a:gd name="connsiteX100" fmla="*/ 4451694 w 5408405"/>
              <a:gd name="connsiteY100" fmla="*/ 2942625 h 5561888"/>
              <a:gd name="connsiteX101" fmla="*/ 4436756 w 5408405"/>
              <a:gd name="connsiteY101" fmla="*/ 2944599 h 5561888"/>
              <a:gd name="connsiteX102" fmla="*/ 4440731 w 5408405"/>
              <a:gd name="connsiteY102" fmla="*/ 2926000 h 5561888"/>
              <a:gd name="connsiteX103" fmla="*/ 4442506 w 5408405"/>
              <a:gd name="connsiteY103" fmla="*/ 2924183 h 5561888"/>
              <a:gd name="connsiteX104" fmla="*/ 4433167 w 5408405"/>
              <a:gd name="connsiteY104" fmla="*/ 2892578 h 5561888"/>
              <a:gd name="connsiteX105" fmla="*/ 4405904 w 5408405"/>
              <a:gd name="connsiteY105" fmla="*/ 2863581 h 5561888"/>
              <a:gd name="connsiteX106" fmla="*/ 4376015 w 5408405"/>
              <a:gd name="connsiteY106" fmla="*/ 2814268 h 5561888"/>
              <a:gd name="connsiteX107" fmla="*/ 4373993 w 5408405"/>
              <a:gd name="connsiteY107" fmla="*/ 2794544 h 5561888"/>
              <a:gd name="connsiteX108" fmla="*/ 4366773 w 5408405"/>
              <a:gd name="connsiteY108" fmla="*/ 2738976 h 5561888"/>
              <a:gd name="connsiteX109" fmla="*/ 4375522 w 5408405"/>
              <a:gd name="connsiteY109" fmla="*/ 2719122 h 5561888"/>
              <a:gd name="connsiteX110" fmla="*/ 4416528 w 5408405"/>
              <a:gd name="connsiteY110" fmla="*/ 2642030 h 5561888"/>
              <a:gd name="connsiteX111" fmla="*/ 4403213 w 5408405"/>
              <a:gd name="connsiteY111" fmla="*/ 2629024 h 5561888"/>
              <a:gd name="connsiteX112" fmla="*/ 4386019 w 5408405"/>
              <a:gd name="connsiteY112" fmla="*/ 2642994 h 5561888"/>
              <a:gd name="connsiteX113" fmla="*/ 4382635 w 5408405"/>
              <a:gd name="connsiteY113" fmla="*/ 2660988 h 5561888"/>
              <a:gd name="connsiteX114" fmla="*/ 4373789 w 5408405"/>
              <a:gd name="connsiteY114" fmla="*/ 2672465 h 5561888"/>
              <a:gd name="connsiteX115" fmla="*/ 4364670 w 5408405"/>
              <a:gd name="connsiteY115" fmla="*/ 2660006 h 5561888"/>
              <a:gd name="connsiteX116" fmla="*/ 4365083 w 5408405"/>
              <a:gd name="connsiteY116" fmla="*/ 2643843 h 5561888"/>
              <a:gd name="connsiteX117" fmla="*/ 4349279 w 5408405"/>
              <a:gd name="connsiteY117" fmla="*/ 2622489 h 5561888"/>
              <a:gd name="connsiteX118" fmla="*/ 4336940 w 5408405"/>
              <a:gd name="connsiteY118" fmla="*/ 2642385 h 5561888"/>
              <a:gd name="connsiteX119" fmla="*/ 4334807 w 5408405"/>
              <a:gd name="connsiteY119" fmla="*/ 2665152 h 5561888"/>
              <a:gd name="connsiteX120" fmla="*/ 4315109 w 5408405"/>
              <a:gd name="connsiteY120" fmla="*/ 2669577 h 5561888"/>
              <a:gd name="connsiteX121" fmla="*/ 4293624 w 5408405"/>
              <a:gd name="connsiteY121" fmla="*/ 2622557 h 5561888"/>
              <a:gd name="connsiteX122" fmla="*/ 4293453 w 5408405"/>
              <a:gd name="connsiteY122" fmla="*/ 2622155 h 5561888"/>
              <a:gd name="connsiteX123" fmla="*/ 4293453 w 5408405"/>
              <a:gd name="connsiteY123" fmla="*/ 3290419 h 5561888"/>
              <a:gd name="connsiteX124" fmla="*/ 4819151 w 5408405"/>
              <a:gd name="connsiteY124" fmla="*/ 3290419 h 5561888"/>
              <a:gd name="connsiteX125" fmla="*/ 4618033 w 5408405"/>
              <a:gd name="connsiteY125" fmla="*/ 3783581 h 5561888"/>
              <a:gd name="connsiteX126" fmla="*/ 4631595 w 5408405"/>
              <a:gd name="connsiteY126" fmla="*/ 3794382 h 5561888"/>
              <a:gd name="connsiteX127" fmla="*/ 4653185 w 5408405"/>
              <a:gd name="connsiteY127" fmla="*/ 3834503 h 5561888"/>
              <a:gd name="connsiteX128" fmla="*/ 4695406 w 5408405"/>
              <a:gd name="connsiteY128" fmla="*/ 3937672 h 5561888"/>
              <a:gd name="connsiteX129" fmla="*/ 4749142 w 5408405"/>
              <a:gd name="connsiteY129" fmla="*/ 4037020 h 5561888"/>
              <a:gd name="connsiteX130" fmla="*/ 4833584 w 5408405"/>
              <a:gd name="connsiteY130" fmla="*/ 4121084 h 5561888"/>
              <a:gd name="connsiteX131" fmla="*/ 4833584 w 5408405"/>
              <a:gd name="connsiteY131" fmla="*/ 4258643 h 5561888"/>
              <a:gd name="connsiteX132" fmla="*/ 4787525 w 5408405"/>
              <a:gd name="connsiteY132" fmla="*/ 4312138 h 5561888"/>
              <a:gd name="connsiteX133" fmla="*/ 4703083 w 5408405"/>
              <a:gd name="connsiteY133" fmla="*/ 4365633 h 5561888"/>
              <a:gd name="connsiteX134" fmla="*/ 4603288 w 5408405"/>
              <a:gd name="connsiteY134" fmla="*/ 4380917 h 5561888"/>
              <a:gd name="connsiteX135" fmla="*/ 4488139 w 5408405"/>
              <a:gd name="connsiteY135" fmla="*/ 4273927 h 5561888"/>
              <a:gd name="connsiteX136" fmla="*/ 4465110 w 5408405"/>
              <a:gd name="connsiteY136" fmla="*/ 4231895 h 5561888"/>
              <a:gd name="connsiteX137" fmla="*/ 4463971 w 5408405"/>
              <a:gd name="connsiteY137" fmla="*/ 4193386 h 5561888"/>
              <a:gd name="connsiteX138" fmla="*/ 4454229 w 5408405"/>
              <a:gd name="connsiteY138" fmla="*/ 4178157 h 5561888"/>
              <a:gd name="connsiteX139" fmla="*/ 4293453 w 5408405"/>
              <a:gd name="connsiteY139" fmla="*/ 4178157 h 5561888"/>
              <a:gd name="connsiteX140" fmla="*/ 4293453 w 5408405"/>
              <a:gd name="connsiteY140" fmla="*/ 4857600 h 5561888"/>
              <a:gd name="connsiteX141" fmla="*/ 3291650 w 5408405"/>
              <a:gd name="connsiteY141" fmla="*/ 4857600 h 5561888"/>
              <a:gd name="connsiteX142" fmla="*/ 3291650 w 5408405"/>
              <a:gd name="connsiteY142" fmla="*/ 4178157 h 5561888"/>
              <a:gd name="connsiteX143" fmla="*/ 2897583 w 5408405"/>
              <a:gd name="connsiteY143" fmla="*/ 4178157 h 5561888"/>
              <a:gd name="connsiteX144" fmla="*/ 2899933 w 5408405"/>
              <a:gd name="connsiteY144" fmla="*/ 4187858 h 5561888"/>
              <a:gd name="connsiteX145" fmla="*/ 2922554 w 5408405"/>
              <a:gd name="connsiteY145" fmla="*/ 4233043 h 5561888"/>
              <a:gd name="connsiteX146" fmla="*/ 2922554 w 5408405"/>
              <a:gd name="connsiteY146" fmla="*/ 4255635 h 5561888"/>
              <a:gd name="connsiteX147" fmla="*/ 2903703 w 5408405"/>
              <a:gd name="connsiteY147" fmla="*/ 4306468 h 5561888"/>
              <a:gd name="connsiteX148" fmla="*/ 2877312 w 5408405"/>
              <a:gd name="connsiteY148" fmla="*/ 4389306 h 5561888"/>
              <a:gd name="connsiteX149" fmla="*/ 2854690 w 5408405"/>
              <a:gd name="connsiteY149" fmla="*/ 4419429 h 5561888"/>
              <a:gd name="connsiteX150" fmla="*/ 2818873 w 5408405"/>
              <a:gd name="connsiteY150" fmla="*/ 4449552 h 5561888"/>
              <a:gd name="connsiteX151" fmla="*/ 2786827 w 5408405"/>
              <a:gd name="connsiteY151" fmla="*/ 4466497 h 5561888"/>
              <a:gd name="connsiteX152" fmla="*/ 2668065 w 5408405"/>
              <a:gd name="connsiteY152" fmla="*/ 4492854 h 5561888"/>
              <a:gd name="connsiteX153" fmla="*/ 2607742 w 5408405"/>
              <a:gd name="connsiteY153" fmla="*/ 4490972 h 5561888"/>
              <a:gd name="connsiteX154" fmla="*/ 2513486 w 5408405"/>
              <a:gd name="connsiteY154" fmla="*/ 4417547 h 5561888"/>
              <a:gd name="connsiteX155" fmla="*/ 2507831 w 5408405"/>
              <a:gd name="connsiteY155" fmla="*/ 4372362 h 5561888"/>
              <a:gd name="connsiteX156" fmla="*/ 2505946 w 5408405"/>
              <a:gd name="connsiteY156" fmla="*/ 4353535 h 5561888"/>
              <a:gd name="connsiteX157" fmla="*/ 2496520 w 5408405"/>
              <a:gd name="connsiteY157" fmla="*/ 4302702 h 5561888"/>
              <a:gd name="connsiteX158" fmla="*/ 2490865 w 5408405"/>
              <a:gd name="connsiteY158" fmla="*/ 4278227 h 5561888"/>
              <a:gd name="connsiteX159" fmla="*/ 2492750 w 5408405"/>
              <a:gd name="connsiteY159" fmla="*/ 4246222 h 5561888"/>
              <a:gd name="connsiteX160" fmla="*/ 2505946 w 5408405"/>
              <a:gd name="connsiteY160" fmla="*/ 4214216 h 5561888"/>
              <a:gd name="connsiteX161" fmla="*/ 2519389 w 5408405"/>
              <a:gd name="connsiteY161" fmla="*/ 4178157 h 5561888"/>
              <a:gd name="connsiteX162" fmla="*/ 1895054 w 5408405"/>
              <a:gd name="connsiteY162" fmla="*/ 4178157 h 5561888"/>
              <a:gd name="connsiteX163" fmla="*/ 1904034 w 5408405"/>
              <a:gd name="connsiteY163" fmla="*/ 4212935 h 5561888"/>
              <a:gd name="connsiteX164" fmla="*/ 1913368 w 5408405"/>
              <a:gd name="connsiteY164" fmla="*/ 4235094 h 5561888"/>
              <a:gd name="connsiteX165" fmla="*/ 1897032 w 5408405"/>
              <a:gd name="connsiteY165" fmla="*/ 4308568 h 5561888"/>
              <a:gd name="connsiteX166" fmla="*/ 1887698 w 5408405"/>
              <a:gd name="connsiteY166" fmla="*/ 4331893 h 5561888"/>
              <a:gd name="connsiteX167" fmla="*/ 1886531 w 5408405"/>
              <a:gd name="connsiteY167" fmla="*/ 4371546 h 5561888"/>
              <a:gd name="connsiteX168" fmla="*/ 1908701 w 5408405"/>
              <a:gd name="connsiteY168" fmla="*/ 4405367 h 5561888"/>
              <a:gd name="connsiteX169" fmla="*/ 1929704 w 5408405"/>
              <a:gd name="connsiteY169" fmla="*/ 4469511 h 5561888"/>
              <a:gd name="connsiteX170" fmla="*/ 1921536 w 5408405"/>
              <a:gd name="connsiteY170" fmla="*/ 4497501 h 5561888"/>
              <a:gd name="connsiteX171" fmla="*/ 1915702 w 5408405"/>
              <a:gd name="connsiteY171" fmla="*/ 4519659 h 5561888"/>
              <a:gd name="connsiteX172" fmla="*/ 1885364 w 5408405"/>
              <a:gd name="connsiteY172" fmla="*/ 4510329 h 5561888"/>
              <a:gd name="connsiteX173" fmla="*/ 1867862 w 5408405"/>
              <a:gd name="connsiteY173" fmla="*/ 4478841 h 5561888"/>
              <a:gd name="connsiteX174" fmla="*/ 1816521 w 5408405"/>
              <a:gd name="connsiteY174" fmla="*/ 4538320 h 5561888"/>
              <a:gd name="connsiteX175" fmla="*/ 1828189 w 5408405"/>
              <a:gd name="connsiteY175" fmla="*/ 4568642 h 5561888"/>
              <a:gd name="connsiteX176" fmla="*/ 1858527 w 5408405"/>
              <a:gd name="connsiteY176" fmla="*/ 4597798 h 5561888"/>
              <a:gd name="connsiteX177" fmla="*/ 1877196 w 5408405"/>
              <a:gd name="connsiteY177" fmla="*/ 4635118 h 5561888"/>
              <a:gd name="connsiteX178" fmla="*/ 1852693 w 5408405"/>
              <a:gd name="connsiteY178" fmla="*/ 4654945 h 5561888"/>
              <a:gd name="connsiteX179" fmla="*/ 1825855 w 5408405"/>
              <a:gd name="connsiteY179" fmla="*/ 4679436 h 5561888"/>
              <a:gd name="connsiteX180" fmla="*/ 1822355 w 5408405"/>
              <a:gd name="connsiteY180" fmla="*/ 4720255 h 5561888"/>
              <a:gd name="connsiteX181" fmla="*/ 1781516 w 5408405"/>
              <a:gd name="connsiteY181" fmla="*/ 4703927 h 5561888"/>
              <a:gd name="connsiteX182" fmla="*/ 1766347 w 5408405"/>
              <a:gd name="connsiteY182" fmla="*/ 4692265 h 5561888"/>
              <a:gd name="connsiteX183" fmla="*/ 1743010 w 5408405"/>
              <a:gd name="connsiteY183" fmla="*/ 4693431 h 5561888"/>
              <a:gd name="connsiteX184" fmla="*/ 1743010 w 5408405"/>
              <a:gd name="connsiteY184" fmla="*/ 4714424 h 5561888"/>
              <a:gd name="connsiteX185" fmla="*/ 1741843 w 5408405"/>
              <a:gd name="connsiteY185" fmla="*/ 4745912 h 5561888"/>
              <a:gd name="connsiteX186" fmla="*/ 1708005 w 5408405"/>
              <a:gd name="connsiteY186" fmla="*/ 4742414 h 5561888"/>
              <a:gd name="connsiteX187" fmla="*/ 1702171 w 5408405"/>
              <a:gd name="connsiteY187" fmla="*/ 4737749 h 5561888"/>
              <a:gd name="connsiteX188" fmla="*/ 1651997 w 5408405"/>
              <a:gd name="connsiteY188" fmla="*/ 4752910 h 5561888"/>
              <a:gd name="connsiteX189" fmla="*/ 1620492 w 5408405"/>
              <a:gd name="connsiteY189" fmla="*/ 4779734 h 5561888"/>
              <a:gd name="connsiteX190" fmla="*/ 1608824 w 5408405"/>
              <a:gd name="connsiteY190" fmla="*/ 4778567 h 5561888"/>
              <a:gd name="connsiteX191" fmla="*/ 1573819 w 5408405"/>
              <a:gd name="connsiteY191" fmla="*/ 4800726 h 5561888"/>
              <a:gd name="connsiteX192" fmla="*/ 1551649 w 5408405"/>
              <a:gd name="connsiteY192" fmla="*/ 4828716 h 5561888"/>
              <a:gd name="connsiteX193" fmla="*/ 1495640 w 5408405"/>
              <a:gd name="connsiteY193" fmla="*/ 4898691 h 5561888"/>
              <a:gd name="connsiteX194" fmla="*/ 1479305 w 5408405"/>
              <a:gd name="connsiteY194" fmla="*/ 4982661 h 5561888"/>
              <a:gd name="connsiteX195" fmla="*/ 1453634 w 5408405"/>
              <a:gd name="connsiteY195" fmla="*/ 5007153 h 5561888"/>
              <a:gd name="connsiteX196" fmla="*/ 1313614 w 5408405"/>
              <a:gd name="connsiteY196" fmla="*/ 4994324 h 5561888"/>
              <a:gd name="connsiteX197" fmla="*/ 1289110 w 5408405"/>
              <a:gd name="connsiteY197" fmla="*/ 4947674 h 5561888"/>
              <a:gd name="connsiteX198" fmla="*/ 1261106 w 5408405"/>
              <a:gd name="connsiteY198" fmla="*/ 4857873 h 5561888"/>
              <a:gd name="connsiteX199" fmla="*/ 1242437 w 5408405"/>
              <a:gd name="connsiteY199" fmla="*/ 4847376 h 5561888"/>
              <a:gd name="connsiteX200" fmla="*/ 1158424 w 5408405"/>
              <a:gd name="connsiteY200" fmla="*/ 4842711 h 5561888"/>
              <a:gd name="connsiteX201" fmla="*/ 1118752 w 5408405"/>
              <a:gd name="connsiteY201" fmla="*/ 4824051 h 5561888"/>
              <a:gd name="connsiteX202" fmla="*/ 1083747 w 5408405"/>
              <a:gd name="connsiteY202" fmla="*/ 4792562 h 5561888"/>
              <a:gd name="connsiteX203" fmla="*/ 1035907 w 5408405"/>
              <a:gd name="connsiteY203" fmla="*/ 4794895 h 5561888"/>
              <a:gd name="connsiteX204" fmla="*/ 988066 w 5408405"/>
              <a:gd name="connsiteY204" fmla="*/ 4777401 h 5561888"/>
              <a:gd name="connsiteX205" fmla="*/ 915722 w 5408405"/>
              <a:gd name="connsiteY205" fmla="*/ 4761074 h 5561888"/>
              <a:gd name="connsiteX206" fmla="*/ 865548 w 5408405"/>
              <a:gd name="connsiteY206" fmla="*/ 4818220 h 5561888"/>
              <a:gd name="connsiteX207" fmla="*/ 810707 w 5408405"/>
              <a:gd name="connsiteY207" fmla="*/ 4848543 h 5561888"/>
              <a:gd name="connsiteX208" fmla="*/ 871382 w 5408405"/>
              <a:gd name="connsiteY208" fmla="*/ 4748245 h 5561888"/>
              <a:gd name="connsiteX209" fmla="*/ 823542 w 5408405"/>
              <a:gd name="connsiteY209" fmla="*/ 4650280 h 5561888"/>
              <a:gd name="connsiteX210" fmla="*/ 751198 w 5408405"/>
              <a:gd name="connsiteY210" fmla="*/ 4589635 h 5561888"/>
              <a:gd name="connsiteX211" fmla="*/ 745364 w 5408405"/>
              <a:gd name="connsiteY211" fmla="*/ 4572141 h 5561888"/>
              <a:gd name="connsiteX212" fmla="*/ 712693 w 5408405"/>
              <a:gd name="connsiteY212" fmla="*/ 4558146 h 5561888"/>
              <a:gd name="connsiteX213" fmla="*/ 663685 w 5408405"/>
              <a:gd name="connsiteY213" fmla="*/ 4604796 h 5561888"/>
              <a:gd name="connsiteX214" fmla="*/ 633348 w 5408405"/>
              <a:gd name="connsiteY214" fmla="*/ 4615292 h 5561888"/>
              <a:gd name="connsiteX215" fmla="*/ 592508 w 5408405"/>
              <a:gd name="connsiteY215" fmla="*/ 4608295 h 5561888"/>
              <a:gd name="connsiteX216" fmla="*/ 572672 w 5408405"/>
              <a:gd name="connsiteY216" fmla="*/ 4621123 h 5561888"/>
              <a:gd name="connsiteX217" fmla="*/ 583174 w 5408405"/>
              <a:gd name="connsiteY217" fmla="*/ 4643282 h 5561888"/>
              <a:gd name="connsiteX218" fmla="*/ 604177 w 5408405"/>
              <a:gd name="connsiteY218" fmla="*/ 4652612 h 5561888"/>
              <a:gd name="connsiteX219" fmla="*/ 618179 w 5408405"/>
              <a:gd name="connsiteY219" fmla="*/ 4680602 h 5561888"/>
              <a:gd name="connsiteX220" fmla="*/ 663685 w 5408405"/>
              <a:gd name="connsiteY220" fmla="*/ 4770404 h 5561888"/>
              <a:gd name="connsiteX221" fmla="*/ 680021 w 5408405"/>
              <a:gd name="connsiteY221" fmla="*/ 4783232 h 5561888"/>
              <a:gd name="connsiteX222" fmla="*/ 657851 w 5408405"/>
              <a:gd name="connsiteY222" fmla="*/ 4797227 h 5561888"/>
              <a:gd name="connsiteX223" fmla="*/ 654351 w 5408405"/>
              <a:gd name="connsiteY223" fmla="*/ 4797227 h 5561888"/>
              <a:gd name="connsiteX224" fmla="*/ 632181 w 5408405"/>
              <a:gd name="connsiteY224" fmla="*/ 4836880 h 5561888"/>
              <a:gd name="connsiteX225" fmla="*/ 629847 w 5408405"/>
              <a:gd name="connsiteY225" fmla="*/ 4891694 h 5561888"/>
              <a:gd name="connsiteX226" fmla="*/ 610011 w 5408405"/>
              <a:gd name="connsiteY226" fmla="*/ 4968666 h 5561888"/>
              <a:gd name="connsiteX227" fmla="*/ 592508 w 5408405"/>
              <a:gd name="connsiteY227" fmla="*/ 4989659 h 5561888"/>
              <a:gd name="connsiteX228" fmla="*/ 544668 w 5408405"/>
              <a:gd name="connsiteY228" fmla="*/ 5050304 h 5561888"/>
              <a:gd name="connsiteX229" fmla="*/ 516664 w 5408405"/>
              <a:gd name="connsiteY229" fmla="*/ 5060800 h 5561888"/>
              <a:gd name="connsiteX230" fmla="*/ 401147 w 5408405"/>
              <a:gd name="connsiteY230" fmla="*/ 5094622 h 5561888"/>
              <a:gd name="connsiteX231" fmla="*/ 401147 w 5408405"/>
              <a:gd name="connsiteY231" fmla="*/ 5120279 h 5561888"/>
              <a:gd name="connsiteX232" fmla="*/ 431485 w 5408405"/>
              <a:gd name="connsiteY232" fmla="*/ 5123778 h 5561888"/>
              <a:gd name="connsiteX233" fmla="*/ 452488 w 5408405"/>
              <a:gd name="connsiteY233" fmla="*/ 5109783 h 5561888"/>
              <a:gd name="connsiteX234" fmla="*/ 472324 w 5408405"/>
              <a:gd name="connsiteY234" fmla="*/ 5107450 h 5561888"/>
              <a:gd name="connsiteX235" fmla="*/ 468824 w 5408405"/>
              <a:gd name="connsiteY235" fmla="*/ 5128443 h 5561888"/>
              <a:gd name="connsiteX236" fmla="*/ 452488 w 5408405"/>
              <a:gd name="connsiteY236" fmla="*/ 5143604 h 5561888"/>
              <a:gd name="connsiteX237" fmla="*/ 446654 w 5408405"/>
              <a:gd name="connsiteY237" fmla="*/ 5179758 h 5561888"/>
              <a:gd name="connsiteX238" fmla="*/ 478158 w 5408405"/>
              <a:gd name="connsiteY238" fmla="*/ 5172761 h 5561888"/>
              <a:gd name="connsiteX239" fmla="*/ 502662 w 5408405"/>
              <a:gd name="connsiteY239" fmla="*/ 5152934 h 5561888"/>
              <a:gd name="connsiteX240" fmla="*/ 525999 w 5408405"/>
              <a:gd name="connsiteY240" fmla="*/ 5168096 h 5561888"/>
              <a:gd name="connsiteX241" fmla="*/ 500328 w 5408405"/>
              <a:gd name="connsiteY241" fmla="*/ 5234572 h 5561888"/>
              <a:gd name="connsiteX242" fmla="*/ 500328 w 5408405"/>
              <a:gd name="connsiteY242" fmla="*/ 5298716 h 5561888"/>
              <a:gd name="connsiteX243" fmla="*/ 523665 w 5408405"/>
              <a:gd name="connsiteY243" fmla="*/ 5324373 h 5561888"/>
              <a:gd name="connsiteX244" fmla="*/ 530666 w 5408405"/>
              <a:gd name="connsiteY244" fmla="*/ 5337202 h 5561888"/>
              <a:gd name="connsiteX245" fmla="*/ 517831 w 5408405"/>
              <a:gd name="connsiteY245" fmla="*/ 5344200 h 5561888"/>
              <a:gd name="connsiteX246" fmla="*/ 493327 w 5408405"/>
              <a:gd name="connsiteY246" fmla="*/ 5367525 h 5561888"/>
              <a:gd name="connsiteX247" fmla="*/ 462989 w 5408405"/>
              <a:gd name="connsiteY247" fmla="*/ 5420006 h 5561888"/>
              <a:gd name="connsiteX248" fmla="*/ 461823 w 5408405"/>
              <a:gd name="connsiteY248" fmla="*/ 5447996 h 5561888"/>
              <a:gd name="connsiteX249" fmla="*/ 471157 w 5408405"/>
              <a:gd name="connsiteY249" fmla="*/ 5466656 h 5561888"/>
              <a:gd name="connsiteX250" fmla="*/ 451321 w 5408405"/>
              <a:gd name="connsiteY250" fmla="*/ 5479485 h 5561888"/>
              <a:gd name="connsiteX251" fmla="*/ 434985 w 5408405"/>
              <a:gd name="connsiteY251" fmla="*/ 5481817 h 5561888"/>
              <a:gd name="connsiteX252" fmla="*/ 415149 w 5408405"/>
              <a:gd name="connsiteY252" fmla="*/ 5529634 h 5561888"/>
              <a:gd name="connsiteX253" fmla="*/ 420983 w 5408405"/>
              <a:gd name="connsiteY253" fmla="*/ 5538964 h 5561888"/>
              <a:gd name="connsiteX254" fmla="*/ 419816 w 5408405"/>
              <a:gd name="connsiteY254" fmla="*/ 5559956 h 5561888"/>
              <a:gd name="connsiteX255" fmla="*/ 401147 w 5408405"/>
              <a:gd name="connsiteY255" fmla="*/ 5555291 h 5561888"/>
              <a:gd name="connsiteX256" fmla="*/ 389479 w 5408405"/>
              <a:gd name="connsiteY256" fmla="*/ 5540130 h 5561888"/>
              <a:gd name="connsiteX257" fmla="*/ 366142 w 5408405"/>
              <a:gd name="connsiteY257" fmla="*/ 5536631 h 5561888"/>
              <a:gd name="connsiteX258" fmla="*/ 294965 w 5408405"/>
              <a:gd name="connsiteY258" fmla="*/ 5555291 h 5561888"/>
              <a:gd name="connsiteX259" fmla="*/ 206285 w 5408405"/>
              <a:gd name="connsiteY259" fmla="*/ 5561122 h 5561888"/>
              <a:gd name="connsiteX260" fmla="*/ 185282 w 5408405"/>
              <a:gd name="connsiteY260" fmla="*/ 5550626 h 5561888"/>
              <a:gd name="connsiteX261" fmla="*/ 124607 w 5408405"/>
              <a:gd name="connsiteY261" fmla="*/ 5522636 h 5561888"/>
              <a:gd name="connsiteX262" fmla="*/ 112938 w 5408405"/>
              <a:gd name="connsiteY262" fmla="*/ 5514472 h 5561888"/>
              <a:gd name="connsiteX263" fmla="*/ 61597 w 5408405"/>
              <a:gd name="connsiteY263" fmla="*/ 5452661 h 5561888"/>
              <a:gd name="connsiteX264" fmla="*/ 30093 w 5408405"/>
              <a:gd name="connsiteY264" fmla="*/ 5347698 h 5561888"/>
              <a:gd name="connsiteX265" fmla="*/ 14924 w 5408405"/>
              <a:gd name="connsiteY265" fmla="*/ 5311544 h 5561888"/>
              <a:gd name="connsiteX266" fmla="*/ 18424 w 5408405"/>
              <a:gd name="connsiteY266" fmla="*/ 5260229 h 5561888"/>
              <a:gd name="connsiteX267" fmla="*/ 23092 w 5408405"/>
              <a:gd name="connsiteY267" fmla="*/ 5217078 h 5561888"/>
              <a:gd name="connsiteX268" fmla="*/ 21925 w 5408405"/>
              <a:gd name="connsiteY268" fmla="*/ 5199584 h 5561888"/>
              <a:gd name="connsiteX269" fmla="*/ 90768 w 5408405"/>
              <a:gd name="connsiteY269" fmla="*/ 5120279 h 5561888"/>
              <a:gd name="connsiteX270" fmla="*/ 156111 w 5408405"/>
              <a:gd name="connsiteY270" fmla="*/ 5081793 h 5561888"/>
              <a:gd name="connsiteX271" fmla="*/ 205118 w 5408405"/>
              <a:gd name="connsiteY271" fmla="*/ 5017649 h 5561888"/>
              <a:gd name="connsiteX272" fmla="*/ 198117 w 5408405"/>
              <a:gd name="connsiteY272" fmla="*/ 5004820 h 5561888"/>
              <a:gd name="connsiteX273" fmla="*/ 129274 w 5408405"/>
              <a:gd name="connsiteY273" fmla="*/ 4923183 h 5561888"/>
              <a:gd name="connsiteX274" fmla="*/ 119939 w 5408405"/>
              <a:gd name="connsiteY274" fmla="*/ 4904523 h 5561888"/>
              <a:gd name="connsiteX275" fmla="*/ 110604 w 5408405"/>
              <a:gd name="connsiteY275" fmla="*/ 4846210 h 5561888"/>
              <a:gd name="connsiteX276" fmla="*/ 94269 w 5408405"/>
              <a:gd name="connsiteY276" fmla="*/ 4778567 h 5561888"/>
              <a:gd name="connsiteX277" fmla="*/ 95436 w 5408405"/>
              <a:gd name="connsiteY277" fmla="*/ 4750577 h 5561888"/>
              <a:gd name="connsiteX278" fmla="*/ 157278 w 5408405"/>
              <a:gd name="connsiteY278" fmla="*/ 4600131 h 5561888"/>
              <a:gd name="connsiteX279" fmla="*/ 168946 w 5408405"/>
              <a:gd name="connsiteY279" fmla="*/ 4590801 h 5561888"/>
              <a:gd name="connsiteX280" fmla="*/ 240123 w 5408405"/>
              <a:gd name="connsiteY280" fmla="*/ 4556980 h 5561888"/>
              <a:gd name="connsiteX281" fmla="*/ 270461 w 5408405"/>
              <a:gd name="connsiteY281" fmla="*/ 4547650 h 5561888"/>
              <a:gd name="connsiteX282" fmla="*/ 321802 w 5408405"/>
              <a:gd name="connsiteY282" fmla="*/ 4535987 h 5561888"/>
              <a:gd name="connsiteX283" fmla="*/ 360308 w 5408405"/>
              <a:gd name="connsiteY283" fmla="*/ 4502166 h 5561888"/>
              <a:gd name="connsiteX284" fmla="*/ 388312 w 5408405"/>
              <a:gd name="connsiteY284" fmla="*/ 4511496 h 5561888"/>
              <a:gd name="connsiteX285" fmla="*/ 391812 w 5408405"/>
              <a:gd name="connsiteY285" fmla="*/ 4525491 h 5561888"/>
              <a:gd name="connsiteX286" fmla="*/ 402314 w 5408405"/>
              <a:gd name="connsiteY286" fmla="*/ 4541818 h 5561888"/>
              <a:gd name="connsiteX287" fmla="*/ 417483 w 5408405"/>
              <a:gd name="connsiteY287" fmla="*/ 4531322 h 5561888"/>
              <a:gd name="connsiteX288" fmla="*/ 452488 w 5408405"/>
              <a:gd name="connsiteY288" fmla="*/ 4537153 h 5561888"/>
              <a:gd name="connsiteX289" fmla="*/ 459489 w 5408405"/>
              <a:gd name="connsiteY289" fmla="*/ 4552315 h 5561888"/>
              <a:gd name="connsiteX290" fmla="*/ 480492 w 5408405"/>
              <a:gd name="connsiteY290" fmla="*/ 4560478 h 5561888"/>
              <a:gd name="connsiteX291" fmla="*/ 488660 w 5408405"/>
              <a:gd name="connsiteY291" fmla="*/ 4540652 h 5561888"/>
              <a:gd name="connsiteX292" fmla="*/ 521331 w 5408405"/>
              <a:gd name="connsiteY292" fmla="*/ 4399536 h 5561888"/>
              <a:gd name="connsiteX293" fmla="*/ 596009 w 5408405"/>
              <a:gd name="connsiteY293" fmla="*/ 4352885 h 5561888"/>
              <a:gd name="connsiteX294" fmla="*/ 607677 w 5408405"/>
              <a:gd name="connsiteY294" fmla="*/ 4333059 h 5561888"/>
              <a:gd name="connsiteX295" fmla="*/ 586674 w 5408405"/>
              <a:gd name="connsiteY295" fmla="*/ 4287575 h 5561888"/>
              <a:gd name="connsiteX296" fmla="*/ 591341 w 5408405"/>
              <a:gd name="connsiteY296" fmla="*/ 4267749 h 5561888"/>
              <a:gd name="connsiteX297" fmla="*/ 613511 w 5408405"/>
              <a:gd name="connsiteY297" fmla="*/ 4189610 h 5561888"/>
              <a:gd name="connsiteX298" fmla="*/ 596009 w 5408405"/>
              <a:gd name="connsiteY298" fmla="*/ 4181446 h 5561888"/>
              <a:gd name="connsiteX299" fmla="*/ 545835 w 5408405"/>
              <a:gd name="connsiteY299" fmla="*/ 4156955 h 5561888"/>
              <a:gd name="connsiteX300" fmla="*/ 563337 w 5408405"/>
              <a:gd name="connsiteY300" fmla="*/ 4103308 h 5561888"/>
              <a:gd name="connsiteX301" fmla="*/ 592508 w 5408405"/>
              <a:gd name="connsiteY301" fmla="*/ 4098643 h 5561888"/>
              <a:gd name="connsiteX302" fmla="*/ 617012 w 5408405"/>
              <a:gd name="connsiteY302" fmla="*/ 4054325 h 5561888"/>
              <a:gd name="connsiteX303" fmla="*/ 599509 w 5408405"/>
              <a:gd name="connsiteY303" fmla="*/ 4021670 h 5561888"/>
              <a:gd name="connsiteX304" fmla="*/ 578506 w 5408405"/>
              <a:gd name="connsiteY304" fmla="*/ 3990181 h 5561888"/>
              <a:gd name="connsiteX305" fmla="*/ 572672 w 5408405"/>
              <a:gd name="connsiteY305" fmla="*/ 3961025 h 5561888"/>
              <a:gd name="connsiteX306" fmla="*/ 598343 w 5408405"/>
              <a:gd name="connsiteY306" fmla="*/ 3955193 h 5561888"/>
              <a:gd name="connsiteX307" fmla="*/ 655518 w 5408405"/>
              <a:gd name="connsiteY307" fmla="*/ 3936533 h 5561888"/>
              <a:gd name="connsiteX308" fmla="*/ 660185 w 5408405"/>
              <a:gd name="connsiteY308" fmla="*/ 3906211 h 5561888"/>
              <a:gd name="connsiteX309" fmla="*/ 618179 w 5408405"/>
              <a:gd name="connsiteY309" fmla="*/ 3857228 h 5561888"/>
              <a:gd name="connsiteX310" fmla="*/ 593675 w 5408405"/>
              <a:gd name="connsiteY310" fmla="*/ 3769759 h 5561888"/>
              <a:gd name="connsiteX311" fmla="*/ 586674 w 5408405"/>
              <a:gd name="connsiteY311" fmla="*/ 3748767 h 5561888"/>
              <a:gd name="connsiteX312" fmla="*/ 554003 w 5408405"/>
              <a:gd name="connsiteY312" fmla="*/ 3724275 h 5561888"/>
              <a:gd name="connsiteX313" fmla="*/ 507329 w 5408405"/>
              <a:gd name="connsiteY313" fmla="*/ 3686955 h 5561888"/>
              <a:gd name="connsiteX314" fmla="*/ 490993 w 5408405"/>
              <a:gd name="connsiteY314" fmla="*/ 3713779 h 5561888"/>
              <a:gd name="connsiteX315" fmla="*/ 469990 w 5408405"/>
              <a:gd name="connsiteY315" fmla="*/ 3732439 h 5561888"/>
              <a:gd name="connsiteX316" fmla="*/ 432652 w 5408405"/>
              <a:gd name="connsiteY316" fmla="*/ 3712613 h 5561888"/>
              <a:gd name="connsiteX317" fmla="*/ 446654 w 5408405"/>
              <a:gd name="connsiteY317" fmla="*/ 3690454 h 5561888"/>
              <a:gd name="connsiteX318" fmla="*/ 461823 w 5408405"/>
              <a:gd name="connsiteY318" fmla="*/ 3672960 h 5561888"/>
              <a:gd name="connsiteX319" fmla="*/ 410482 w 5408405"/>
              <a:gd name="connsiteY319" fmla="*/ 3637973 h 5561888"/>
              <a:gd name="connsiteX320" fmla="*/ 382478 w 5408405"/>
              <a:gd name="connsiteY320" fmla="*/ 3649635 h 5561888"/>
              <a:gd name="connsiteX321" fmla="*/ 354474 w 5408405"/>
              <a:gd name="connsiteY321" fmla="*/ 3637973 h 5561888"/>
              <a:gd name="connsiteX322" fmla="*/ 357974 w 5408405"/>
              <a:gd name="connsiteY322" fmla="*/ 3609983 h 5561888"/>
              <a:gd name="connsiteX323" fmla="*/ 403481 w 5408405"/>
              <a:gd name="connsiteY323" fmla="*/ 3584325 h 5561888"/>
              <a:gd name="connsiteX324" fmla="*/ 431485 w 5408405"/>
              <a:gd name="connsiteY324" fmla="*/ 3528345 h 5561888"/>
              <a:gd name="connsiteX325" fmla="*/ 405814 w 5408405"/>
              <a:gd name="connsiteY325" fmla="*/ 3405889 h 5561888"/>
              <a:gd name="connsiteX326" fmla="*/ 388312 w 5408405"/>
              <a:gd name="connsiteY326" fmla="*/ 3388395 h 5561888"/>
              <a:gd name="connsiteX327" fmla="*/ 296132 w 5408405"/>
              <a:gd name="connsiteY327" fmla="*/ 3352241 h 5561888"/>
              <a:gd name="connsiteX328" fmla="*/ 370809 w 5408405"/>
              <a:gd name="connsiteY328" fmla="*/ 3348742 h 5561888"/>
              <a:gd name="connsiteX329" fmla="*/ 451321 w 5408405"/>
              <a:gd name="connsiteY329" fmla="*/ 3286931 h 5561888"/>
              <a:gd name="connsiteX330" fmla="*/ 426817 w 5408405"/>
              <a:gd name="connsiteY330" fmla="*/ 3249611 h 5561888"/>
              <a:gd name="connsiteX331" fmla="*/ 399980 w 5408405"/>
              <a:gd name="connsiteY331" fmla="*/ 3240281 h 5561888"/>
              <a:gd name="connsiteX332" fmla="*/ 437319 w 5408405"/>
              <a:gd name="connsiteY332" fmla="*/ 3226286 h 5561888"/>
              <a:gd name="connsiteX333" fmla="*/ 455988 w 5408405"/>
              <a:gd name="connsiteY333" fmla="*/ 3208792 h 5561888"/>
              <a:gd name="connsiteX334" fmla="*/ 430318 w 5408405"/>
              <a:gd name="connsiteY334" fmla="*/ 3122489 h 5561888"/>
              <a:gd name="connsiteX335" fmla="*/ 401147 w 5408405"/>
              <a:gd name="connsiteY335" fmla="*/ 3075839 h 5561888"/>
              <a:gd name="connsiteX336" fmla="*/ 390645 w 5408405"/>
              <a:gd name="connsiteY336" fmla="*/ 2998867 h 5561888"/>
              <a:gd name="connsiteX337" fmla="*/ 364975 w 5408405"/>
              <a:gd name="connsiteY337" fmla="*/ 2949884 h 5561888"/>
              <a:gd name="connsiteX338" fmla="*/ 352140 w 5408405"/>
              <a:gd name="connsiteY338" fmla="*/ 2947552 h 5561888"/>
              <a:gd name="connsiteX339" fmla="*/ 395313 w 5408405"/>
              <a:gd name="connsiteY339" fmla="*/ 2919562 h 5561888"/>
              <a:gd name="connsiteX340" fmla="*/ 433818 w 5408405"/>
              <a:gd name="connsiteY340" fmla="*/ 2882242 h 5561888"/>
              <a:gd name="connsiteX341" fmla="*/ 422150 w 5408405"/>
              <a:gd name="connsiteY341" fmla="*/ 2851919 h 5561888"/>
              <a:gd name="connsiteX342" fmla="*/ 396480 w 5408405"/>
              <a:gd name="connsiteY342" fmla="*/ 2818098 h 5561888"/>
              <a:gd name="connsiteX343" fmla="*/ 424484 w 5408405"/>
              <a:gd name="connsiteY343" fmla="*/ 2793607 h 5561888"/>
              <a:gd name="connsiteX344" fmla="*/ 436152 w 5408405"/>
              <a:gd name="connsiteY344" fmla="*/ 2784277 h 5561888"/>
              <a:gd name="connsiteX345" fmla="*/ 422150 w 5408405"/>
              <a:gd name="connsiteY345" fmla="*/ 2762118 h 5561888"/>
              <a:gd name="connsiteX346" fmla="*/ 404648 w 5408405"/>
              <a:gd name="connsiteY346" fmla="*/ 2717800 h 5561888"/>
              <a:gd name="connsiteX347" fmla="*/ 401147 w 5408405"/>
              <a:gd name="connsiteY347" fmla="*/ 2623334 h 5561888"/>
              <a:gd name="connsiteX348" fmla="*/ 403481 w 5408405"/>
              <a:gd name="connsiteY348" fmla="*/ 2597676 h 5561888"/>
              <a:gd name="connsiteX349" fmla="*/ 409315 w 5408405"/>
              <a:gd name="connsiteY349" fmla="*/ 2525369 h 5561888"/>
              <a:gd name="connsiteX350" fmla="*/ 422150 w 5408405"/>
              <a:gd name="connsiteY350" fmla="*/ 2510207 h 5561888"/>
              <a:gd name="connsiteX351" fmla="*/ 475825 w 5408405"/>
              <a:gd name="connsiteY351" fmla="*/ 2464724 h 5561888"/>
              <a:gd name="connsiteX352" fmla="*/ 485159 w 5408405"/>
              <a:gd name="connsiteY352" fmla="*/ 2448396 h 5561888"/>
              <a:gd name="connsiteX353" fmla="*/ 542334 w 5408405"/>
              <a:gd name="connsiteY353" fmla="*/ 2422738 h 5561888"/>
              <a:gd name="connsiteX354" fmla="*/ 584340 w 5408405"/>
              <a:gd name="connsiteY354" fmla="*/ 2404078 h 5561888"/>
              <a:gd name="connsiteX355" fmla="*/ 622846 w 5408405"/>
              <a:gd name="connsiteY355" fmla="*/ 2372590 h 5561888"/>
              <a:gd name="connsiteX356" fmla="*/ 641515 w 5408405"/>
              <a:gd name="connsiteY356" fmla="*/ 2345766 h 5561888"/>
              <a:gd name="connsiteX357" fmla="*/ 648517 w 5408405"/>
              <a:gd name="connsiteY357" fmla="*/ 2310778 h 5561888"/>
              <a:gd name="connsiteX358" fmla="*/ 642682 w 5408405"/>
              <a:gd name="connsiteY358" fmla="*/ 2293285 h 5561888"/>
              <a:gd name="connsiteX359" fmla="*/ 615845 w 5408405"/>
              <a:gd name="connsiteY359" fmla="*/ 2286287 h 5561888"/>
              <a:gd name="connsiteX360" fmla="*/ 597176 w 5408405"/>
              <a:gd name="connsiteY360" fmla="*/ 2248967 h 5561888"/>
              <a:gd name="connsiteX361" fmla="*/ 619346 w 5408405"/>
              <a:gd name="connsiteY361" fmla="*/ 2210481 h 5561888"/>
              <a:gd name="connsiteX362" fmla="*/ 657851 w 5408405"/>
              <a:gd name="connsiteY362" fmla="*/ 2198818 h 5561888"/>
              <a:gd name="connsiteX363" fmla="*/ 676521 w 5408405"/>
              <a:gd name="connsiteY363" fmla="*/ 2190654 h 5561888"/>
              <a:gd name="connsiteX364" fmla="*/ 668353 w 5408405"/>
              <a:gd name="connsiteY364" fmla="*/ 2153334 h 5561888"/>
              <a:gd name="connsiteX365" fmla="*/ 663685 w 5408405"/>
              <a:gd name="connsiteY365" fmla="*/ 2152168 h 5561888"/>
              <a:gd name="connsiteX366" fmla="*/ 635681 w 5408405"/>
              <a:gd name="connsiteY366" fmla="*/ 2139339 h 5561888"/>
              <a:gd name="connsiteX367" fmla="*/ 648517 w 5408405"/>
              <a:gd name="connsiteY367" fmla="*/ 2093855 h 5561888"/>
              <a:gd name="connsiteX368" fmla="*/ 683522 w 5408405"/>
              <a:gd name="connsiteY368" fmla="*/ 2071697 h 5561888"/>
              <a:gd name="connsiteX369" fmla="*/ 703358 w 5408405"/>
              <a:gd name="connsiteY369" fmla="*/ 2082193 h 5561888"/>
              <a:gd name="connsiteX370" fmla="*/ 711526 w 5408405"/>
              <a:gd name="connsiteY370" fmla="*/ 2091523 h 5561888"/>
              <a:gd name="connsiteX371" fmla="*/ 720860 w 5408405"/>
              <a:gd name="connsiteY371" fmla="*/ 2081027 h 5561888"/>
              <a:gd name="connsiteX372" fmla="*/ 723194 w 5408405"/>
              <a:gd name="connsiteY372" fmla="*/ 2055369 h 5561888"/>
              <a:gd name="connsiteX373" fmla="*/ 771034 w 5408405"/>
              <a:gd name="connsiteY373" fmla="*/ 2027379 h 5561888"/>
              <a:gd name="connsiteX374" fmla="*/ 779202 w 5408405"/>
              <a:gd name="connsiteY374" fmla="*/ 2030878 h 5561888"/>
              <a:gd name="connsiteX375" fmla="*/ 839878 w 5408405"/>
              <a:gd name="connsiteY375" fmla="*/ 2009885 h 5561888"/>
              <a:gd name="connsiteX376" fmla="*/ 872549 w 5408405"/>
              <a:gd name="connsiteY376" fmla="*/ 1988893 h 5561888"/>
              <a:gd name="connsiteX377" fmla="*/ 891219 w 5408405"/>
              <a:gd name="connsiteY377" fmla="*/ 1987727 h 5561888"/>
              <a:gd name="connsiteX378" fmla="*/ 961229 w 5408405"/>
              <a:gd name="connsiteY378" fmla="*/ 1935245 h 5561888"/>
              <a:gd name="connsiteX379" fmla="*/ 979898 w 5408405"/>
              <a:gd name="connsiteY379" fmla="*/ 1895593 h 5561888"/>
              <a:gd name="connsiteX380" fmla="*/ 1004402 w 5408405"/>
              <a:gd name="connsiteY380" fmla="*/ 1886263 h 5561888"/>
              <a:gd name="connsiteX381" fmla="*/ 1010236 w 5408405"/>
              <a:gd name="connsiteY381" fmla="*/ 1908421 h 5561888"/>
              <a:gd name="connsiteX382" fmla="*/ 1054576 w 5408405"/>
              <a:gd name="connsiteY382" fmla="*/ 1949240 h 5561888"/>
              <a:gd name="connsiteX383" fmla="*/ 1105917 w 5408405"/>
              <a:gd name="connsiteY383" fmla="*/ 1948074 h 5561888"/>
              <a:gd name="connsiteX384" fmla="*/ 1144422 w 5408405"/>
              <a:gd name="connsiteY384" fmla="*/ 1978397 h 5561888"/>
              <a:gd name="connsiteX385" fmla="*/ 1237769 w 5408405"/>
              <a:gd name="connsiteY385" fmla="*/ 2001722 h 5561888"/>
              <a:gd name="connsiteX386" fmla="*/ 1255272 w 5408405"/>
              <a:gd name="connsiteY386" fmla="*/ 1992392 h 5561888"/>
              <a:gd name="connsiteX387" fmla="*/ 1293778 w 5408405"/>
              <a:gd name="connsiteY387" fmla="*/ 2055369 h 5561888"/>
              <a:gd name="connsiteX388" fmla="*/ 1366122 w 5408405"/>
              <a:gd name="connsiteY388" fmla="*/ 2055369 h 5561888"/>
              <a:gd name="connsiteX389" fmla="*/ 1361454 w 5408405"/>
              <a:gd name="connsiteY389" fmla="*/ 2068198 h 5561888"/>
              <a:gd name="connsiteX390" fmla="*/ 1381290 w 5408405"/>
              <a:gd name="connsiteY390" fmla="*/ 2133508 h 5561888"/>
              <a:gd name="connsiteX391" fmla="*/ 1404627 w 5408405"/>
              <a:gd name="connsiteY391" fmla="*/ 2178992 h 5561888"/>
              <a:gd name="connsiteX392" fmla="*/ 1436132 w 5408405"/>
              <a:gd name="connsiteY392" fmla="*/ 2232639 h 5561888"/>
              <a:gd name="connsiteX393" fmla="*/ 1452467 w 5408405"/>
              <a:gd name="connsiteY393" fmla="*/ 2215146 h 5561888"/>
              <a:gd name="connsiteX394" fmla="*/ 1475804 w 5408405"/>
              <a:gd name="connsiteY394" fmla="*/ 2180158 h 5561888"/>
              <a:gd name="connsiteX395" fmla="*/ 1490973 w 5408405"/>
              <a:gd name="connsiteY395" fmla="*/ 2194153 h 5561888"/>
              <a:gd name="connsiteX396" fmla="*/ 1536480 w 5408405"/>
              <a:gd name="connsiteY396" fmla="*/ 2257131 h 5561888"/>
              <a:gd name="connsiteX397" fmla="*/ 1682334 w 5408405"/>
              <a:gd name="connsiteY397" fmla="*/ 2317776 h 5561888"/>
              <a:gd name="connsiteX398" fmla="*/ 1752345 w 5408405"/>
              <a:gd name="connsiteY398" fmla="*/ 2360927 h 5561888"/>
              <a:gd name="connsiteX399" fmla="*/ 1790850 w 5408405"/>
              <a:gd name="connsiteY399" fmla="*/ 2355096 h 5561888"/>
              <a:gd name="connsiteX400" fmla="*/ 1825855 w 5408405"/>
              <a:gd name="connsiteY400" fmla="*/ 2351597 h 5561888"/>
              <a:gd name="connsiteX401" fmla="*/ 1817688 w 5408405"/>
              <a:gd name="connsiteY401" fmla="*/ 2380753 h 5561888"/>
              <a:gd name="connsiteX402" fmla="*/ 1807186 w 5408405"/>
              <a:gd name="connsiteY402" fmla="*/ 2436733 h 5561888"/>
              <a:gd name="connsiteX403" fmla="*/ 1836065 w 5408405"/>
              <a:gd name="connsiteY403" fmla="*/ 2571290 h 5561888"/>
              <a:gd name="connsiteX404" fmla="*/ 1836900 w 5408405"/>
              <a:gd name="connsiteY404" fmla="*/ 2614907 h 5561888"/>
              <a:gd name="connsiteX405" fmla="*/ 2065106 w 5408405"/>
              <a:gd name="connsiteY405" fmla="*/ 2240082 h 5561888"/>
              <a:gd name="connsiteX406" fmla="*/ 2042723 w 5408405"/>
              <a:gd name="connsiteY406" fmla="*/ 2222711 h 5561888"/>
              <a:gd name="connsiteX407" fmla="*/ 2003998 w 5408405"/>
              <a:gd name="connsiteY407" fmla="*/ 2224820 h 5561888"/>
              <a:gd name="connsiteX408" fmla="*/ 1989060 w 5408405"/>
              <a:gd name="connsiteY408" fmla="*/ 2226794 h 5561888"/>
              <a:gd name="connsiteX409" fmla="*/ 1993035 w 5408405"/>
              <a:gd name="connsiteY409" fmla="*/ 2208195 h 5561888"/>
              <a:gd name="connsiteX410" fmla="*/ 1994810 w 5408405"/>
              <a:gd name="connsiteY410" fmla="*/ 2206378 h 5561888"/>
              <a:gd name="connsiteX411" fmla="*/ 1985471 w 5408405"/>
              <a:gd name="connsiteY411" fmla="*/ 2174773 h 5561888"/>
              <a:gd name="connsiteX412" fmla="*/ 1958208 w 5408405"/>
              <a:gd name="connsiteY412" fmla="*/ 2145776 h 5561888"/>
              <a:gd name="connsiteX413" fmla="*/ 1928319 w 5408405"/>
              <a:gd name="connsiteY413" fmla="*/ 2096463 h 5561888"/>
              <a:gd name="connsiteX414" fmla="*/ 1926297 w 5408405"/>
              <a:gd name="connsiteY414" fmla="*/ 2076739 h 5561888"/>
              <a:gd name="connsiteX415" fmla="*/ 1919077 w 5408405"/>
              <a:gd name="connsiteY415" fmla="*/ 2021171 h 5561888"/>
              <a:gd name="connsiteX416" fmla="*/ 1927826 w 5408405"/>
              <a:gd name="connsiteY416" fmla="*/ 2001317 h 5561888"/>
              <a:gd name="connsiteX417" fmla="*/ 1968832 w 5408405"/>
              <a:gd name="connsiteY417" fmla="*/ 1924225 h 5561888"/>
              <a:gd name="connsiteX418" fmla="*/ 1955517 w 5408405"/>
              <a:gd name="connsiteY418" fmla="*/ 1911219 h 5561888"/>
              <a:gd name="connsiteX419" fmla="*/ 1938322 w 5408405"/>
              <a:gd name="connsiteY419" fmla="*/ 1925189 h 5561888"/>
              <a:gd name="connsiteX420" fmla="*/ 1934938 w 5408405"/>
              <a:gd name="connsiteY420" fmla="*/ 1943183 h 5561888"/>
              <a:gd name="connsiteX421" fmla="*/ 1926093 w 5408405"/>
              <a:gd name="connsiteY421" fmla="*/ 1954660 h 5561888"/>
              <a:gd name="connsiteX422" fmla="*/ 1916974 w 5408405"/>
              <a:gd name="connsiteY422" fmla="*/ 1942201 h 5561888"/>
              <a:gd name="connsiteX423" fmla="*/ 1917387 w 5408405"/>
              <a:gd name="connsiteY423" fmla="*/ 1926038 h 5561888"/>
              <a:gd name="connsiteX424" fmla="*/ 1901582 w 5408405"/>
              <a:gd name="connsiteY424" fmla="*/ 1904684 h 5561888"/>
              <a:gd name="connsiteX425" fmla="*/ 1889243 w 5408405"/>
              <a:gd name="connsiteY425" fmla="*/ 1924580 h 5561888"/>
              <a:gd name="connsiteX426" fmla="*/ 1887111 w 5408405"/>
              <a:gd name="connsiteY426" fmla="*/ 1947347 h 5561888"/>
              <a:gd name="connsiteX427" fmla="*/ 1867413 w 5408405"/>
              <a:gd name="connsiteY427" fmla="*/ 1951772 h 5561888"/>
              <a:gd name="connsiteX428" fmla="*/ 1845928 w 5408405"/>
              <a:gd name="connsiteY428" fmla="*/ 1904752 h 5561888"/>
              <a:gd name="connsiteX429" fmla="*/ 1812641 w 5408405"/>
              <a:gd name="connsiteY429" fmla="*/ 1872237 h 5561888"/>
              <a:gd name="connsiteX430" fmla="*/ 1787497 w 5408405"/>
              <a:gd name="connsiteY430" fmla="*/ 1871341 h 5561888"/>
              <a:gd name="connsiteX431" fmla="*/ 1777290 w 5408405"/>
              <a:gd name="connsiteY431" fmla="*/ 1868471 h 5561888"/>
              <a:gd name="connsiteX432" fmla="*/ 1780165 w 5408405"/>
              <a:gd name="connsiteY432" fmla="*/ 1858263 h 5561888"/>
              <a:gd name="connsiteX433" fmla="*/ 1780482 w 5408405"/>
              <a:gd name="connsiteY433" fmla="*/ 1833723 h 5561888"/>
              <a:gd name="connsiteX434" fmla="*/ 1768626 w 5408405"/>
              <a:gd name="connsiteY434" fmla="*/ 1791375 h 5561888"/>
              <a:gd name="connsiteX435" fmla="*/ 1754692 w 5408405"/>
              <a:gd name="connsiteY435" fmla="*/ 1776581 h 5561888"/>
              <a:gd name="connsiteX436" fmla="*/ 1740276 w 5408405"/>
              <a:gd name="connsiteY436" fmla="*/ 1771966 h 5561888"/>
              <a:gd name="connsiteX437" fmla="*/ 1743674 w 5408405"/>
              <a:gd name="connsiteY437" fmla="*/ 1755169 h 5561888"/>
              <a:gd name="connsiteX438" fmla="*/ 1750745 w 5408405"/>
              <a:gd name="connsiteY438" fmla="*/ 1745509 h 5561888"/>
              <a:gd name="connsiteX439" fmla="*/ 1735986 w 5408405"/>
              <a:gd name="connsiteY439" fmla="*/ 1710977 h 5561888"/>
              <a:gd name="connsiteX440" fmla="*/ 1728187 w 5408405"/>
              <a:gd name="connsiteY440" fmla="*/ 1709275 h 5561888"/>
              <a:gd name="connsiteX441" fmla="*/ 1717885 w 5408405"/>
              <a:gd name="connsiteY441" fmla="*/ 1698028 h 5561888"/>
              <a:gd name="connsiteX442" fmla="*/ 1729769 w 5408405"/>
              <a:gd name="connsiteY442" fmla="*/ 1690704 h 5561888"/>
              <a:gd name="connsiteX443" fmla="*/ 1743552 w 5408405"/>
              <a:gd name="connsiteY443" fmla="*/ 1692334 h 5561888"/>
              <a:gd name="connsiteX444" fmla="*/ 1757198 w 5408405"/>
              <a:gd name="connsiteY444" fmla="*/ 1681998 h 5561888"/>
              <a:gd name="connsiteX445" fmla="*/ 1783595 w 5408405"/>
              <a:gd name="connsiteY445" fmla="*/ 1635602 h 5561888"/>
              <a:gd name="connsiteX446" fmla="*/ 1825522 w 5408405"/>
              <a:gd name="connsiteY446" fmla="*/ 1586626 h 5561888"/>
              <a:gd name="connsiteX447" fmla="*/ 1841616 w 5408405"/>
              <a:gd name="connsiteY447" fmla="*/ 1581047 h 5561888"/>
              <a:gd name="connsiteX448" fmla="*/ 1886898 w 5408405"/>
              <a:gd name="connsiteY448" fmla="*/ 1563748 h 5561888"/>
              <a:gd name="connsiteX449" fmla="*/ 1897050 w 5408405"/>
              <a:gd name="connsiteY449" fmla="*/ 1561831 h 5561888"/>
              <a:gd name="connsiteX450" fmla="*/ 1955152 w 5408405"/>
              <a:gd name="connsiteY450" fmla="*/ 1566521 h 5561888"/>
              <a:gd name="connsiteX451" fmla="*/ 2025592 w 5408405"/>
              <a:gd name="connsiteY451" fmla="*/ 1603380 h 5561888"/>
              <a:gd name="connsiteX452" fmla="*/ 2052044 w 5408405"/>
              <a:gd name="connsiteY452" fmla="*/ 1613835 h 5561888"/>
              <a:gd name="connsiteX453" fmla="*/ 2076899 w 5408405"/>
              <a:gd name="connsiteY453" fmla="*/ 1641664 h 5561888"/>
              <a:gd name="connsiteX454" fmla="*/ 2096926 w 5408405"/>
              <a:gd name="connsiteY454" fmla="*/ 1665960 h 5561888"/>
              <a:gd name="connsiteX455" fmla="*/ 2106596 w 5408405"/>
              <a:gd name="connsiteY455" fmla="*/ 1674222 h 5561888"/>
              <a:gd name="connsiteX456" fmla="*/ 2112853 w 5408405"/>
              <a:gd name="connsiteY456" fmla="*/ 1750149 h 5561888"/>
              <a:gd name="connsiteX457" fmla="*/ 2099702 w 5408405"/>
              <a:gd name="connsiteY457" fmla="*/ 1803568 h 5561888"/>
              <a:gd name="connsiteX458" fmla="*/ 2108146 w 5408405"/>
              <a:gd name="connsiteY458" fmla="*/ 1861516 h 5561888"/>
              <a:gd name="connsiteX459" fmla="*/ 2118353 w 5408405"/>
              <a:gd name="connsiteY459" fmla="*/ 1864386 h 5561888"/>
              <a:gd name="connsiteX460" fmla="*/ 2195616 w 5408405"/>
              <a:gd name="connsiteY460" fmla="*/ 1870044 h 5561888"/>
              <a:gd name="connsiteX461" fmla="*/ 2210032 w 5408405"/>
              <a:gd name="connsiteY461" fmla="*/ 1874658 h 5561888"/>
              <a:gd name="connsiteX462" fmla="*/ 2245025 w 5408405"/>
              <a:gd name="connsiteY462" fmla="*/ 1899374 h 5561888"/>
              <a:gd name="connsiteX463" fmla="*/ 2262548 w 5408405"/>
              <a:gd name="connsiteY463" fmla="*/ 1915785 h 5561888"/>
              <a:gd name="connsiteX464" fmla="*/ 3291650 w 5408405"/>
              <a:gd name="connsiteY464" fmla="*/ 225494 h 5561888"/>
              <a:gd name="connsiteX465" fmla="*/ 3646505 w 5408405"/>
              <a:gd name="connsiteY465" fmla="*/ 225494 h 5561888"/>
              <a:gd name="connsiteX466" fmla="*/ 3643558 w 5408405"/>
              <a:gd name="connsiteY466" fmla="*/ 219709 h 5561888"/>
              <a:gd name="connsiteX467" fmla="*/ 3654871 w 5408405"/>
              <a:gd name="connsiteY467" fmla="*/ 121630 h 5561888"/>
              <a:gd name="connsiteX468" fmla="*/ 3752918 w 5408405"/>
              <a:gd name="connsiteY468" fmla="*/ 98996 h 5561888"/>
              <a:gd name="connsiteX469" fmla="*/ 3771774 w 5408405"/>
              <a:gd name="connsiteY469" fmla="*/ 106540 h 5561888"/>
              <a:gd name="connsiteX470" fmla="*/ 3858507 w 5408405"/>
              <a:gd name="connsiteY470" fmla="*/ 87679 h 5561888"/>
              <a:gd name="connsiteX471" fmla="*/ 3971639 w 5408405"/>
              <a:gd name="connsiteY471" fmla="*/ 80134 h 5561888"/>
              <a:gd name="connsiteX472" fmla="*/ 4137564 w 5408405"/>
              <a:gd name="connsiteY472" fmla="*/ 72590 h 5561888"/>
              <a:gd name="connsiteX473" fmla="*/ 4216756 w 5408405"/>
              <a:gd name="connsiteY473" fmla="*/ 72590 h 5561888"/>
              <a:gd name="connsiteX474" fmla="*/ 4220527 w 5408405"/>
              <a:gd name="connsiteY474" fmla="*/ 76362 h 5561888"/>
              <a:gd name="connsiteX475" fmla="*/ 4307261 w 5408405"/>
              <a:gd name="connsiteY475" fmla="*/ 57500 h 5561888"/>
              <a:gd name="connsiteX476" fmla="*/ 4360056 w 5408405"/>
              <a:gd name="connsiteY476" fmla="*/ 12233 h 5561888"/>
              <a:gd name="connsiteX477" fmla="*/ 4427934 w 5408405"/>
              <a:gd name="connsiteY477" fmla="*/ 16005 h 5561888"/>
              <a:gd name="connsiteX478" fmla="*/ 4556150 w 5408405"/>
              <a:gd name="connsiteY478" fmla="*/ 16005 h 5561888"/>
              <a:gd name="connsiteX479" fmla="*/ 4585316 w 5408405"/>
              <a:gd name="connsiteY479" fmla="*/ 91 h 556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Lst>
            <a:rect l="l" t="t" r="r" b="b"/>
            <a:pathLst>
              <a:path w="5408405" h="5561888">
                <a:moveTo>
                  <a:pt x="4336617" y="2979311"/>
                </a:moveTo>
                <a:lnTo>
                  <a:pt x="4337062" y="2980996"/>
                </a:lnTo>
                <a:lnTo>
                  <a:pt x="4335592" y="2981017"/>
                </a:lnTo>
                <a:close/>
                <a:moveTo>
                  <a:pt x="1888921" y="2261506"/>
                </a:moveTo>
                <a:lnTo>
                  <a:pt x="1889365" y="2263191"/>
                </a:lnTo>
                <a:lnTo>
                  <a:pt x="1887895" y="2263212"/>
                </a:lnTo>
                <a:close/>
                <a:moveTo>
                  <a:pt x="3291650" y="1876983"/>
                </a:moveTo>
                <a:lnTo>
                  <a:pt x="2384076" y="3290419"/>
                </a:lnTo>
                <a:lnTo>
                  <a:pt x="3291650" y="3290419"/>
                </a:lnTo>
                <a:close/>
                <a:moveTo>
                  <a:pt x="4585316" y="91"/>
                </a:moveTo>
                <a:cubicBezTo>
                  <a:pt x="4588911" y="444"/>
                  <a:pt x="4592917" y="1859"/>
                  <a:pt x="4597631" y="4688"/>
                </a:cubicBezTo>
                <a:cubicBezTo>
                  <a:pt x="4605173" y="46184"/>
                  <a:pt x="4590089" y="87679"/>
                  <a:pt x="4597631" y="129174"/>
                </a:cubicBezTo>
                <a:cubicBezTo>
                  <a:pt x="4642884" y="140491"/>
                  <a:pt x="4680594" y="121630"/>
                  <a:pt x="4718305" y="117857"/>
                </a:cubicBezTo>
                <a:cubicBezTo>
                  <a:pt x="4759786" y="110313"/>
                  <a:pt x="4797496" y="98996"/>
                  <a:pt x="4838978" y="114085"/>
                </a:cubicBezTo>
                <a:cubicBezTo>
                  <a:pt x="4831436" y="132947"/>
                  <a:pt x="4827665" y="148036"/>
                  <a:pt x="4827665" y="166897"/>
                </a:cubicBezTo>
                <a:cubicBezTo>
                  <a:pt x="4823894" y="215937"/>
                  <a:pt x="4842749" y="238571"/>
                  <a:pt x="4895544" y="246116"/>
                </a:cubicBezTo>
                <a:cubicBezTo>
                  <a:pt x="4940796" y="249888"/>
                  <a:pt x="4978506" y="234799"/>
                  <a:pt x="5001133" y="193303"/>
                </a:cubicBezTo>
                <a:cubicBezTo>
                  <a:pt x="5016217" y="163125"/>
                  <a:pt x="5031301" y="140491"/>
                  <a:pt x="5061469" y="129174"/>
                </a:cubicBezTo>
                <a:cubicBezTo>
                  <a:pt x="5076554" y="121630"/>
                  <a:pt x="5091638" y="121630"/>
                  <a:pt x="5102951" y="136719"/>
                </a:cubicBezTo>
                <a:cubicBezTo>
                  <a:pt x="5114264" y="144263"/>
                  <a:pt x="5114264" y="159353"/>
                  <a:pt x="5110493" y="170670"/>
                </a:cubicBezTo>
                <a:cubicBezTo>
                  <a:pt x="5099180" y="200848"/>
                  <a:pt x="5080324" y="227254"/>
                  <a:pt x="5053927" y="246116"/>
                </a:cubicBezTo>
                <a:cubicBezTo>
                  <a:pt x="5027530" y="264977"/>
                  <a:pt x="5001133" y="280066"/>
                  <a:pt x="4978506" y="295156"/>
                </a:cubicBezTo>
                <a:cubicBezTo>
                  <a:pt x="4955880" y="310245"/>
                  <a:pt x="4952109" y="325334"/>
                  <a:pt x="4959651" y="347968"/>
                </a:cubicBezTo>
                <a:cubicBezTo>
                  <a:pt x="4982278" y="404552"/>
                  <a:pt x="5001133" y="457365"/>
                  <a:pt x="5019988" y="517722"/>
                </a:cubicBezTo>
                <a:cubicBezTo>
                  <a:pt x="5027530" y="544128"/>
                  <a:pt x="5042614" y="559217"/>
                  <a:pt x="5072782" y="562989"/>
                </a:cubicBezTo>
                <a:cubicBezTo>
                  <a:pt x="5099180" y="566762"/>
                  <a:pt x="5125577" y="566762"/>
                  <a:pt x="5151974" y="574306"/>
                </a:cubicBezTo>
                <a:cubicBezTo>
                  <a:pt x="5185914" y="585623"/>
                  <a:pt x="5193456" y="608257"/>
                  <a:pt x="5174600" y="638435"/>
                </a:cubicBezTo>
                <a:cubicBezTo>
                  <a:pt x="5159516" y="661069"/>
                  <a:pt x="5140661" y="683703"/>
                  <a:pt x="5125577" y="706337"/>
                </a:cubicBezTo>
                <a:cubicBezTo>
                  <a:pt x="5095409" y="747832"/>
                  <a:pt x="5076554" y="793100"/>
                  <a:pt x="5084096" y="845912"/>
                </a:cubicBezTo>
                <a:cubicBezTo>
                  <a:pt x="5087867" y="891180"/>
                  <a:pt x="5102951" y="913814"/>
                  <a:pt x="5148203" y="921358"/>
                </a:cubicBezTo>
                <a:cubicBezTo>
                  <a:pt x="5178372" y="928903"/>
                  <a:pt x="5204769" y="936447"/>
                  <a:pt x="5231166" y="943992"/>
                </a:cubicBezTo>
                <a:cubicBezTo>
                  <a:pt x="5227395" y="981715"/>
                  <a:pt x="5182143" y="977943"/>
                  <a:pt x="5174600" y="1008121"/>
                </a:cubicBezTo>
                <a:cubicBezTo>
                  <a:pt x="5223624" y="1011893"/>
                  <a:pt x="5227395" y="1011893"/>
                  <a:pt x="5261334" y="1045844"/>
                </a:cubicBezTo>
                <a:cubicBezTo>
                  <a:pt x="5299045" y="1083567"/>
                  <a:pt x="5336755" y="1106201"/>
                  <a:pt x="5393321" y="1102429"/>
                </a:cubicBezTo>
                <a:cubicBezTo>
                  <a:pt x="5400863" y="1098656"/>
                  <a:pt x="5404634" y="1102429"/>
                  <a:pt x="5408405" y="1109973"/>
                </a:cubicBezTo>
                <a:cubicBezTo>
                  <a:pt x="5393321" y="1128835"/>
                  <a:pt x="5366924" y="1125063"/>
                  <a:pt x="5351839" y="1140152"/>
                </a:cubicBezTo>
                <a:cubicBezTo>
                  <a:pt x="5351839" y="1143924"/>
                  <a:pt x="5351839" y="1147696"/>
                  <a:pt x="5351839" y="1155241"/>
                </a:cubicBezTo>
                <a:cubicBezTo>
                  <a:pt x="5355610" y="1234459"/>
                  <a:pt x="5370695" y="1317450"/>
                  <a:pt x="5325442" y="1396668"/>
                </a:cubicBezTo>
                <a:cubicBezTo>
                  <a:pt x="5314129" y="1415530"/>
                  <a:pt x="5321671" y="1434391"/>
                  <a:pt x="5332984" y="1453253"/>
                </a:cubicBezTo>
                <a:cubicBezTo>
                  <a:pt x="5340526" y="1468342"/>
                  <a:pt x="5340526" y="1487203"/>
                  <a:pt x="5317900" y="1494748"/>
                </a:cubicBezTo>
                <a:cubicBezTo>
                  <a:pt x="5302816" y="1502293"/>
                  <a:pt x="5295274" y="1513609"/>
                  <a:pt x="5272648" y="1494748"/>
                </a:cubicBezTo>
                <a:cubicBezTo>
                  <a:pt x="5246250" y="1468342"/>
                  <a:pt x="5219853" y="1475886"/>
                  <a:pt x="5204769" y="1509837"/>
                </a:cubicBezTo>
                <a:cubicBezTo>
                  <a:pt x="5197227" y="1528699"/>
                  <a:pt x="5193456" y="1547560"/>
                  <a:pt x="5185914" y="1566422"/>
                </a:cubicBezTo>
                <a:cubicBezTo>
                  <a:pt x="5167058" y="1626779"/>
                  <a:pt x="5121806" y="1672046"/>
                  <a:pt x="5076554" y="1713542"/>
                </a:cubicBezTo>
                <a:cubicBezTo>
                  <a:pt x="5072782" y="1721086"/>
                  <a:pt x="5057698" y="1724859"/>
                  <a:pt x="5050156" y="1721086"/>
                </a:cubicBezTo>
                <a:cubicBezTo>
                  <a:pt x="5001133" y="1717314"/>
                  <a:pt x="4948338" y="1739948"/>
                  <a:pt x="4899314" y="1721086"/>
                </a:cubicBezTo>
                <a:cubicBezTo>
                  <a:pt x="4891772" y="1770126"/>
                  <a:pt x="4937025" y="1796532"/>
                  <a:pt x="4929483" y="1845572"/>
                </a:cubicBezTo>
                <a:cubicBezTo>
                  <a:pt x="4895544" y="1819166"/>
                  <a:pt x="4869146" y="1800305"/>
                  <a:pt x="4842749" y="1777671"/>
                </a:cubicBezTo>
                <a:cubicBezTo>
                  <a:pt x="4801268" y="1743720"/>
                  <a:pt x="4759786" y="1721086"/>
                  <a:pt x="4706992" y="1743720"/>
                </a:cubicBezTo>
                <a:cubicBezTo>
                  <a:pt x="4657968" y="1762582"/>
                  <a:pt x="4650426" y="1807849"/>
                  <a:pt x="4642884" y="1853117"/>
                </a:cubicBezTo>
                <a:cubicBezTo>
                  <a:pt x="4631571" y="1932335"/>
                  <a:pt x="4620258" y="1939880"/>
                  <a:pt x="4548608" y="1909701"/>
                </a:cubicBezTo>
                <a:cubicBezTo>
                  <a:pt x="4514668" y="1894612"/>
                  <a:pt x="4514668" y="1894612"/>
                  <a:pt x="4484500" y="1932335"/>
                </a:cubicBezTo>
                <a:cubicBezTo>
                  <a:pt x="4458103" y="1970058"/>
                  <a:pt x="4431706" y="2007781"/>
                  <a:pt x="4378911" y="1996464"/>
                </a:cubicBezTo>
                <a:cubicBezTo>
                  <a:pt x="4352514" y="1988920"/>
                  <a:pt x="4348743" y="2007781"/>
                  <a:pt x="4344972" y="2026643"/>
                </a:cubicBezTo>
                <a:cubicBezTo>
                  <a:pt x="4337430" y="2060594"/>
                  <a:pt x="4348743" y="2090772"/>
                  <a:pt x="4360056" y="2120951"/>
                </a:cubicBezTo>
                <a:cubicBezTo>
                  <a:pt x="4378911" y="2166218"/>
                  <a:pt x="4378911" y="2207714"/>
                  <a:pt x="4356285" y="2249209"/>
                </a:cubicBezTo>
                <a:cubicBezTo>
                  <a:pt x="4341201" y="2249209"/>
                  <a:pt x="4326116" y="2249209"/>
                  <a:pt x="4311032" y="2249209"/>
                </a:cubicBezTo>
                <a:cubicBezTo>
                  <a:pt x="4307261" y="2222803"/>
                  <a:pt x="4307261" y="2196397"/>
                  <a:pt x="4311032" y="2166218"/>
                </a:cubicBezTo>
                <a:cubicBezTo>
                  <a:pt x="4311032" y="2143584"/>
                  <a:pt x="4314803" y="2120951"/>
                  <a:pt x="4307261" y="2102089"/>
                </a:cubicBezTo>
                <a:lnTo>
                  <a:pt x="4293453" y="2062720"/>
                </a:lnTo>
                <a:lnTo>
                  <a:pt x="4293453" y="2298718"/>
                </a:lnTo>
                <a:lnTo>
                  <a:pt x="4314960" y="2298021"/>
                </a:lnTo>
                <a:cubicBezTo>
                  <a:pt x="4322792" y="2296057"/>
                  <a:pt x="4329622" y="2291487"/>
                  <a:pt x="4334595" y="2281553"/>
                </a:cubicBezTo>
                <a:cubicBezTo>
                  <a:pt x="4336947" y="2277935"/>
                  <a:pt x="4341142" y="2278483"/>
                  <a:pt x="4344746" y="2279636"/>
                </a:cubicBezTo>
                <a:cubicBezTo>
                  <a:pt x="4363357" y="2284799"/>
                  <a:pt x="4383687" y="2283359"/>
                  <a:pt x="4402848" y="2284326"/>
                </a:cubicBezTo>
                <a:cubicBezTo>
                  <a:pt x="4432188" y="2285770"/>
                  <a:pt x="4457429" y="2295043"/>
                  <a:pt x="4473289" y="2321185"/>
                </a:cubicBezTo>
                <a:cubicBezTo>
                  <a:pt x="4479987" y="2331278"/>
                  <a:pt x="4490166" y="2331754"/>
                  <a:pt x="4499740" y="2331640"/>
                </a:cubicBezTo>
                <a:cubicBezTo>
                  <a:pt x="4521886" y="2331973"/>
                  <a:pt x="4527347" y="2338490"/>
                  <a:pt x="4524595" y="2359469"/>
                </a:cubicBezTo>
                <a:cubicBezTo>
                  <a:pt x="4520661" y="2381658"/>
                  <a:pt x="4520661" y="2381658"/>
                  <a:pt x="4544622" y="2383765"/>
                </a:cubicBezTo>
                <a:cubicBezTo>
                  <a:pt x="4550014" y="2384299"/>
                  <a:pt x="4554210" y="2384847"/>
                  <a:pt x="4554292" y="2392027"/>
                </a:cubicBezTo>
                <a:cubicBezTo>
                  <a:pt x="4556382" y="2417735"/>
                  <a:pt x="4559656" y="2442232"/>
                  <a:pt x="4560549" y="2467954"/>
                </a:cubicBezTo>
                <a:cubicBezTo>
                  <a:pt x="4561966" y="2487088"/>
                  <a:pt x="4557385" y="2505096"/>
                  <a:pt x="4547398" y="2521373"/>
                </a:cubicBezTo>
                <a:cubicBezTo>
                  <a:pt x="4541538" y="2532216"/>
                  <a:pt x="4547356" y="2569847"/>
                  <a:pt x="4555843" y="2579321"/>
                </a:cubicBezTo>
                <a:cubicBezTo>
                  <a:pt x="4558869" y="2582277"/>
                  <a:pt x="4561290" y="2584642"/>
                  <a:pt x="4566049" y="2582191"/>
                </a:cubicBezTo>
                <a:cubicBezTo>
                  <a:pt x="4592858" y="2571696"/>
                  <a:pt x="4618072" y="2578576"/>
                  <a:pt x="4643312" y="2587849"/>
                </a:cubicBezTo>
                <a:cubicBezTo>
                  <a:pt x="4648718" y="2589579"/>
                  <a:pt x="4652928" y="2591324"/>
                  <a:pt x="4657728" y="2592463"/>
                </a:cubicBezTo>
                <a:cubicBezTo>
                  <a:pt x="4673327" y="2595867"/>
                  <a:pt x="4684757" y="2601116"/>
                  <a:pt x="4692721" y="2617179"/>
                </a:cubicBezTo>
                <a:cubicBezTo>
                  <a:pt x="4700685" y="2633242"/>
                  <a:pt x="4719296" y="2638404"/>
                  <a:pt x="4736105" y="2642990"/>
                </a:cubicBezTo>
                <a:cubicBezTo>
                  <a:pt x="4743918" y="2645889"/>
                  <a:pt x="4748732" y="2648225"/>
                  <a:pt x="4750038" y="2657785"/>
                </a:cubicBezTo>
                <a:cubicBezTo>
                  <a:pt x="4756475" y="2697205"/>
                  <a:pt x="4769473" y="2734751"/>
                  <a:pt x="4796763" y="2766142"/>
                </a:cubicBezTo>
                <a:cubicBezTo>
                  <a:pt x="4800408" y="2770886"/>
                  <a:pt x="4801041" y="2773870"/>
                  <a:pt x="4795690" y="2776927"/>
                </a:cubicBezTo>
                <a:cubicBezTo>
                  <a:pt x="4775497" y="2790334"/>
                  <a:pt x="4773928" y="2810101"/>
                  <a:pt x="4777160" y="2831008"/>
                </a:cubicBezTo>
                <a:cubicBezTo>
                  <a:pt x="4778467" y="2840567"/>
                  <a:pt x="4777944" y="2847156"/>
                  <a:pt x="4766623" y="2851481"/>
                </a:cubicBezTo>
                <a:cubicBezTo>
                  <a:pt x="4751713" y="2855849"/>
                  <a:pt x="4747682" y="2869661"/>
                  <a:pt x="4746650" y="2884036"/>
                </a:cubicBezTo>
                <a:cubicBezTo>
                  <a:pt x="4745591" y="2896018"/>
                  <a:pt x="4745742" y="2909181"/>
                  <a:pt x="4744682" y="2921163"/>
                </a:cubicBezTo>
                <a:cubicBezTo>
                  <a:pt x="4743850" y="2926858"/>
                  <a:pt x="4742106" y="2931367"/>
                  <a:pt x="4739063" y="2933424"/>
                </a:cubicBezTo>
                <a:cubicBezTo>
                  <a:pt x="4736020" y="2935480"/>
                  <a:pt x="4731677" y="2935083"/>
                  <a:pt x="4725645" y="2930966"/>
                </a:cubicBezTo>
                <a:cubicBezTo>
                  <a:pt x="4723224" y="2928601"/>
                  <a:pt x="4720212" y="2926842"/>
                  <a:pt x="4716608" y="2925688"/>
                </a:cubicBezTo>
                <a:cubicBezTo>
                  <a:pt x="4712399" y="2923943"/>
                  <a:pt x="4707557" y="2919214"/>
                  <a:pt x="4702811" y="2922861"/>
                </a:cubicBezTo>
                <a:cubicBezTo>
                  <a:pt x="4699262" y="2926494"/>
                  <a:pt x="4699922" y="2931872"/>
                  <a:pt x="4700569" y="2936054"/>
                </a:cubicBezTo>
                <a:cubicBezTo>
                  <a:pt x="4701985" y="2955187"/>
                  <a:pt x="4697831" y="2958229"/>
                  <a:pt x="4679798" y="2951264"/>
                </a:cubicBezTo>
                <a:cubicBezTo>
                  <a:pt x="4675589" y="2949519"/>
                  <a:pt x="4672577" y="2947759"/>
                  <a:pt x="4668381" y="2947211"/>
                </a:cubicBezTo>
                <a:cubicBezTo>
                  <a:pt x="4662384" y="2946086"/>
                  <a:pt x="4656992" y="2945552"/>
                  <a:pt x="4653498" y="2953973"/>
                </a:cubicBezTo>
                <a:cubicBezTo>
                  <a:pt x="4651200" y="2962378"/>
                  <a:pt x="4653621" y="2964743"/>
                  <a:pt x="4659646" y="2968262"/>
                </a:cubicBezTo>
                <a:lnTo>
                  <a:pt x="4669796" y="2976183"/>
                </a:lnTo>
                <a:lnTo>
                  <a:pt x="4576498" y="2977532"/>
                </a:lnTo>
                <a:lnTo>
                  <a:pt x="4575299" y="2971067"/>
                </a:lnTo>
                <a:cubicBezTo>
                  <a:pt x="4571035" y="2964535"/>
                  <a:pt x="4565629" y="2962805"/>
                  <a:pt x="4558476" y="2965284"/>
                </a:cubicBezTo>
                <a:cubicBezTo>
                  <a:pt x="4553112" y="2967144"/>
                  <a:pt x="4548352" y="2969594"/>
                  <a:pt x="4542988" y="2971454"/>
                </a:cubicBezTo>
                <a:cubicBezTo>
                  <a:pt x="4534047" y="2974553"/>
                  <a:pt x="4527444" y="2972837"/>
                  <a:pt x="4521364" y="2964532"/>
                </a:cubicBezTo>
                <a:cubicBezTo>
                  <a:pt x="4503125" y="2939616"/>
                  <a:pt x="4480305" y="2932707"/>
                  <a:pt x="4451694" y="2942625"/>
                </a:cubicBezTo>
                <a:cubicBezTo>
                  <a:pt x="4446921" y="2943879"/>
                  <a:pt x="4441020" y="2951131"/>
                  <a:pt x="4436756" y="2944599"/>
                </a:cubicBezTo>
                <a:cubicBezTo>
                  <a:pt x="4431900" y="2938673"/>
                  <a:pt x="4436013" y="2932041"/>
                  <a:pt x="4440731" y="2926000"/>
                </a:cubicBezTo>
                <a:cubicBezTo>
                  <a:pt x="4441323" y="2925394"/>
                  <a:pt x="4441914" y="2924789"/>
                  <a:pt x="4442506" y="2924183"/>
                </a:cubicBezTo>
                <a:cubicBezTo>
                  <a:pt x="4454281" y="2907286"/>
                  <a:pt x="4451764" y="2896544"/>
                  <a:pt x="4433167" y="2892578"/>
                </a:cubicBezTo>
                <a:cubicBezTo>
                  <a:pt x="4415766" y="2888597"/>
                  <a:pt x="4409068" y="2878504"/>
                  <a:pt x="4405904" y="2863581"/>
                </a:cubicBezTo>
                <a:cubicBezTo>
                  <a:pt x="4401489" y="2843885"/>
                  <a:pt x="4394695" y="2825415"/>
                  <a:pt x="4376015" y="2814268"/>
                </a:cubicBezTo>
                <a:cubicBezTo>
                  <a:pt x="4367583" y="2809582"/>
                  <a:pt x="4371063" y="2799965"/>
                  <a:pt x="4373993" y="2794544"/>
                </a:cubicBezTo>
                <a:cubicBezTo>
                  <a:pt x="4383925" y="2773480"/>
                  <a:pt x="4380734" y="2756163"/>
                  <a:pt x="4366773" y="2738976"/>
                </a:cubicBezTo>
                <a:cubicBezTo>
                  <a:pt x="4358272" y="2728305"/>
                  <a:pt x="4360006" y="2722899"/>
                  <a:pt x="4375522" y="2719122"/>
                </a:cubicBezTo>
                <a:cubicBezTo>
                  <a:pt x="4408342" y="2710949"/>
                  <a:pt x="4428838" y="2671805"/>
                  <a:pt x="4416528" y="2642030"/>
                </a:cubicBezTo>
                <a:cubicBezTo>
                  <a:pt x="4414066" y="2636075"/>
                  <a:pt x="4410985" y="2628333"/>
                  <a:pt x="4403213" y="2629024"/>
                </a:cubicBezTo>
                <a:cubicBezTo>
                  <a:pt x="4395441" y="2629716"/>
                  <a:pt x="4387711" y="2633997"/>
                  <a:pt x="4386019" y="2642994"/>
                </a:cubicBezTo>
                <a:cubicBezTo>
                  <a:pt x="4384285" y="2648401"/>
                  <a:pt x="4383763" y="2654990"/>
                  <a:pt x="4382635" y="2660988"/>
                </a:cubicBezTo>
                <a:cubicBezTo>
                  <a:pt x="4382112" y="2667577"/>
                  <a:pt x="4380379" y="2672984"/>
                  <a:pt x="4373789" y="2672465"/>
                </a:cubicBezTo>
                <a:cubicBezTo>
                  <a:pt x="4366004" y="2671959"/>
                  <a:pt x="4364739" y="2665990"/>
                  <a:pt x="4364670" y="2660006"/>
                </a:cubicBezTo>
                <a:cubicBezTo>
                  <a:pt x="4364010" y="2654628"/>
                  <a:pt x="4365138" y="2648630"/>
                  <a:pt x="4365083" y="2643843"/>
                </a:cubicBezTo>
                <a:cubicBezTo>
                  <a:pt x="4364960" y="2633073"/>
                  <a:pt x="4360654" y="2622951"/>
                  <a:pt x="4349279" y="2622489"/>
                </a:cubicBezTo>
                <a:cubicBezTo>
                  <a:pt x="4339705" y="2622603"/>
                  <a:pt x="4338040" y="2633994"/>
                  <a:pt x="4336940" y="2642385"/>
                </a:cubicBezTo>
                <a:cubicBezTo>
                  <a:pt x="4335825" y="2649580"/>
                  <a:pt x="4338315" y="2657928"/>
                  <a:pt x="4334807" y="2665152"/>
                </a:cubicBezTo>
                <a:cubicBezTo>
                  <a:pt x="4330144" y="2675979"/>
                  <a:pt x="4324201" y="2679641"/>
                  <a:pt x="4315109" y="2669577"/>
                </a:cubicBezTo>
                <a:cubicBezTo>
                  <a:pt x="4302386" y="2655965"/>
                  <a:pt x="4296815" y="2639874"/>
                  <a:pt x="4293624" y="2622557"/>
                </a:cubicBezTo>
                <a:lnTo>
                  <a:pt x="4293453" y="2622155"/>
                </a:lnTo>
                <a:lnTo>
                  <a:pt x="4293453" y="3290419"/>
                </a:lnTo>
                <a:lnTo>
                  <a:pt x="4819151" y="3290419"/>
                </a:lnTo>
                <a:lnTo>
                  <a:pt x="4618033" y="3783581"/>
                </a:lnTo>
                <a:lnTo>
                  <a:pt x="4631595" y="3794382"/>
                </a:lnTo>
                <a:cubicBezTo>
                  <a:pt x="4641671" y="3804889"/>
                  <a:pt x="4649347" y="3817308"/>
                  <a:pt x="4653185" y="3834503"/>
                </a:cubicBezTo>
                <a:cubicBezTo>
                  <a:pt x="4657023" y="3872714"/>
                  <a:pt x="4676215" y="3907103"/>
                  <a:pt x="4695406" y="3937672"/>
                </a:cubicBezTo>
                <a:cubicBezTo>
                  <a:pt x="4714598" y="3972062"/>
                  <a:pt x="4729951" y="4006451"/>
                  <a:pt x="4749142" y="4037020"/>
                </a:cubicBezTo>
                <a:cubicBezTo>
                  <a:pt x="4764495" y="4071410"/>
                  <a:pt x="4795201" y="4101979"/>
                  <a:pt x="4833584" y="4121084"/>
                </a:cubicBezTo>
                <a:cubicBezTo>
                  <a:pt x="4833584" y="4166937"/>
                  <a:pt x="4833584" y="4212790"/>
                  <a:pt x="4833584" y="4258643"/>
                </a:cubicBezTo>
                <a:cubicBezTo>
                  <a:pt x="4810554" y="4270106"/>
                  <a:pt x="4799040" y="4285390"/>
                  <a:pt x="4787525" y="4312138"/>
                </a:cubicBezTo>
                <a:cubicBezTo>
                  <a:pt x="4772172" y="4342706"/>
                  <a:pt x="4737627" y="4365633"/>
                  <a:pt x="4703083" y="4365633"/>
                </a:cubicBezTo>
                <a:cubicBezTo>
                  <a:pt x="4668538" y="4365633"/>
                  <a:pt x="4637832" y="4373275"/>
                  <a:pt x="4603288" y="4380917"/>
                </a:cubicBezTo>
                <a:cubicBezTo>
                  <a:pt x="4553390" y="4361812"/>
                  <a:pt x="4507331" y="4335064"/>
                  <a:pt x="4488139" y="4273927"/>
                </a:cubicBezTo>
                <a:cubicBezTo>
                  <a:pt x="4484301" y="4262464"/>
                  <a:pt x="4461271" y="4254822"/>
                  <a:pt x="4465110" y="4231895"/>
                </a:cubicBezTo>
                <a:cubicBezTo>
                  <a:pt x="4467989" y="4216611"/>
                  <a:pt x="4467269" y="4203954"/>
                  <a:pt x="4463971" y="4193386"/>
                </a:cubicBezTo>
                <a:lnTo>
                  <a:pt x="4454229" y="4178157"/>
                </a:lnTo>
                <a:lnTo>
                  <a:pt x="4293453" y="4178157"/>
                </a:lnTo>
                <a:lnTo>
                  <a:pt x="4293453" y="4857600"/>
                </a:lnTo>
                <a:lnTo>
                  <a:pt x="3291650" y="4857600"/>
                </a:lnTo>
                <a:lnTo>
                  <a:pt x="3291650" y="4178157"/>
                </a:lnTo>
                <a:lnTo>
                  <a:pt x="2897583" y="4178157"/>
                </a:lnTo>
                <a:lnTo>
                  <a:pt x="2899933" y="4187858"/>
                </a:lnTo>
                <a:cubicBezTo>
                  <a:pt x="2898048" y="4212333"/>
                  <a:pt x="2905588" y="4223629"/>
                  <a:pt x="2922554" y="4233043"/>
                </a:cubicBezTo>
                <a:cubicBezTo>
                  <a:pt x="2922554" y="4240574"/>
                  <a:pt x="2922554" y="4248104"/>
                  <a:pt x="2922554" y="4255635"/>
                </a:cubicBezTo>
                <a:cubicBezTo>
                  <a:pt x="2903703" y="4266931"/>
                  <a:pt x="2898048" y="4287641"/>
                  <a:pt x="2903703" y="4306468"/>
                </a:cubicBezTo>
                <a:cubicBezTo>
                  <a:pt x="2913129" y="4340356"/>
                  <a:pt x="2901818" y="4366714"/>
                  <a:pt x="2877312" y="4389306"/>
                </a:cubicBezTo>
                <a:cubicBezTo>
                  <a:pt x="2867886" y="4398720"/>
                  <a:pt x="2858461" y="4406250"/>
                  <a:pt x="2854690" y="4419429"/>
                </a:cubicBezTo>
                <a:cubicBezTo>
                  <a:pt x="2850920" y="4440139"/>
                  <a:pt x="2839610" y="4451435"/>
                  <a:pt x="2818873" y="4449552"/>
                </a:cubicBezTo>
                <a:cubicBezTo>
                  <a:pt x="2803793" y="4449552"/>
                  <a:pt x="2792482" y="4458966"/>
                  <a:pt x="2786827" y="4466497"/>
                </a:cubicBezTo>
                <a:cubicBezTo>
                  <a:pt x="2754780" y="4511681"/>
                  <a:pt x="2707652" y="4487206"/>
                  <a:pt x="2668065" y="4492854"/>
                </a:cubicBezTo>
                <a:cubicBezTo>
                  <a:pt x="2651099" y="4494737"/>
                  <a:pt x="2615282" y="4504150"/>
                  <a:pt x="2607742" y="4490972"/>
                </a:cubicBezTo>
                <a:cubicBezTo>
                  <a:pt x="2585120" y="4453318"/>
                  <a:pt x="2526682" y="4468379"/>
                  <a:pt x="2513486" y="4417547"/>
                </a:cubicBezTo>
                <a:cubicBezTo>
                  <a:pt x="2509716" y="4402485"/>
                  <a:pt x="2483325" y="4393072"/>
                  <a:pt x="2507831" y="4372362"/>
                </a:cubicBezTo>
                <a:cubicBezTo>
                  <a:pt x="2515371" y="4366714"/>
                  <a:pt x="2513486" y="4355418"/>
                  <a:pt x="2505946" y="4353535"/>
                </a:cubicBezTo>
                <a:cubicBezTo>
                  <a:pt x="2475784" y="4342239"/>
                  <a:pt x="2477669" y="4325295"/>
                  <a:pt x="2496520" y="4302702"/>
                </a:cubicBezTo>
                <a:cubicBezTo>
                  <a:pt x="2502176" y="4295172"/>
                  <a:pt x="2494635" y="4285758"/>
                  <a:pt x="2490865" y="4278227"/>
                </a:cubicBezTo>
                <a:cubicBezTo>
                  <a:pt x="2483325" y="4266931"/>
                  <a:pt x="2481440" y="4255635"/>
                  <a:pt x="2492750" y="4246222"/>
                </a:cubicBezTo>
                <a:cubicBezTo>
                  <a:pt x="2504061" y="4236808"/>
                  <a:pt x="2502176" y="4225512"/>
                  <a:pt x="2505946" y="4214216"/>
                </a:cubicBezTo>
                <a:lnTo>
                  <a:pt x="2519389" y="4178157"/>
                </a:lnTo>
                <a:lnTo>
                  <a:pt x="1895054" y="4178157"/>
                </a:lnTo>
                <a:lnTo>
                  <a:pt x="1904034" y="4212935"/>
                </a:lnTo>
                <a:cubicBezTo>
                  <a:pt x="1907534" y="4221099"/>
                  <a:pt x="1911035" y="4228097"/>
                  <a:pt x="1913368" y="4235094"/>
                </a:cubicBezTo>
                <a:cubicBezTo>
                  <a:pt x="1933204" y="4278245"/>
                  <a:pt x="1933204" y="4278245"/>
                  <a:pt x="1897032" y="4308568"/>
                </a:cubicBezTo>
                <a:cubicBezTo>
                  <a:pt x="1890031" y="4314399"/>
                  <a:pt x="1885364" y="4320230"/>
                  <a:pt x="1887698" y="4331893"/>
                </a:cubicBezTo>
                <a:cubicBezTo>
                  <a:pt x="1890031" y="4344722"/>
                  <a:pt x="1888865" y="4358717"/>
                  <a:pt x="1886531" y="4371546"/>
                </a:cubicBezTo>
                <a:cubicBezTo>
                  <a:pt x="1881864" y="4391372"/>
                  <a:pt x="1892365" y="4399536"/>
                  <a:pt x="1908701" y="4405367"/>
                </a:cubicBezTo>
                <a:cubicBezTo>
                  <a:pt x="1961209" y="4424027"/>
                  <a:pt x="1961209" y="4424027"/>
                  <a:pt x="1929704" y="4469511"/>
                </a:cubicBezTo>
                <a:cubicBezTo>
                  <a:pt x="1923870" y="4477674"/>
                  <a:pt x="1921536" y="4487004"/>
                  <a:pt x="1921536" y="4497501"/>
                </a:cubicBezTo>
                <a:cubicBezTo>
                  <a:pt x="1921536" y="4505664"/>
                  <a:pt x="1929704" y="4516161"/>
                  <a:pt x="1915702" y="4519659"/>
                </a:cubicBezTo>
                <a:cubicBezTo>
                  <a:pt x="1904034" y="4523158"/>
                  <a:pt x="1892365" y="4521992"/>
                  <a:pt x="1885364" y="4510329"/>
                </a:cubicBezTo>
                <a:cubicBezTo>
                  <a:pt x="1878363" y="4500999"/>
                  <a:pt x="1873696" y="4490503"/>
                  <a:pt x="1867862" y="4478841"/>
                </a:cubicBezTo>
                <a:cubicBezTo>
                  <a:pt x="1839857" y="4489337"/>
                  <a:pt x="1827022" y="4513828"/>
                  <a:pt x="1816521" y="4538320"/>
                </a:cubicBezTo>
                <a:cubicBezTo>
                  <a:pt x="1810687" y="4549982"/>
                  <a:pt x="1821188" y="4560478"/>
                  <a:pt x="1828189" y="4568642"/>
                </a:cubicBezTo>
                <a:cubicBezTo>
                  <a:pt x="1838691" y="4579138"/>
                  <a:pt x="1849192" y="4588468"/>
                  <a:pt x="1858527" y="4597798"/>
                </a:cubicBezTo>
                <a:cubicBezTo>
                  <a:pt x="1869028" y="4608295"/>
                  <a:pt x="1876029" y="4619957"/>
                  <a:pt x="1877196" y="4635118"/>
                </a:cubicBezTo>
                <a:cubicBezTo>
                  <a:pt x="1878363" y="4654945"/>
                  <a:pt x="1872529" y="4659610"/>
                  <a:pt x="1852693" y="4654945"/>
                </a:cubicBezTo>
                <a:cubicBezTo>
                  <a:pt x="1828189" y="4647947"/>
                  <a:pt x="1822355" y="4654945"/>
                  <a:pt x="1825855" y="4679436"/>
                </a:cubicBezTo>
                <a:cubicBezTo>
                  <a:pt x="1827022" y="4693431"/>
                  <a:pt x="1838691" y="4710925"/>
                  <a:pt x="1822355" y="4720255"/>
                </a:cubicBezTo>
                <a:cubicBezTo>
                  <a:pt x="1807186" y="4728419"/>
                  <a:pt x="1793184" y="4713257"/>
                  <a:pt x="1781516" y="4703927"/>
                </a:cubicBezTo>
                <a:cubicBezTo>
                  <a:pt x="1776848" y="4699262"/>
                  <a:pt x="1772181" y="4695764"/>
                  <a:pt x="1766347" y="4692265"/>
                </a:cubicBezTo>
                <a:cubicBezTo>
                  <a:pt x="1759346" y="4687600"/>
                  <a:pt x="1750011" y="4686434"/>
                  <a:pt x="1743010" y="4693431"/>
                </a:cubicBezTo>
                <a:cubicBezTo>
                  <a:pt x="1736009" y="4699262"/>
                  <a:pt x="1738343" y="4707426"/>
                  <a:pt x="1743010" y="4714424"/>
                </a:cubicBezTo>
                <a:cubicBezTo>
                  <a:pt x="1748844" y="4724920"/>
                  <a:pt x="1753512" y="4735416"/>
                  <a:pt x="1741843" y="4745912"/>
                </a:cubicBezTo>
                <a:cubicBezTo>
                  <a:pt x="1730175" y="4755242"/>
                  <a:pt x="1718506" y="4749411"/>
                  <a:pt x="1708005" y="4742414"/>
                </a:cubicBezTo>
                <a:cubicBezTo>
                  <a:pt x="1706838" y="4741247"/>
                  <a:pt x="1704504" y="4738915"/>
                  <a:pt x="1702171" y="4737749"/>
                </a:cubicBezTo>
                <a:cubicBezTo>
                  <a:pt x="1673000" y="4716756"/>
                  <a:pt x="1665999" y="4719089"/>
                  <a:pt x="1651997" y="4752910"/>
                </a:cubicBezTo>
                <a:cubicBezTo>
                  <a:pt x="1646162" y="4769237"/>
                  <a:pt x="1640328" y="4782066"/>
                  <a:pt x="1620492" y="4779734"/>
                </a:cubicBezTo>
                <a:cubicBezTo>
                  <a:pt x="1615825" y="4779734"/>
                  <a:pt x="1612324" y="4779734"/>
                  <a:pt x="1608824" y="4778567"/>
                </a:cubicBezTo>
                <a:cubicBezTo>
                  <a:pt x="1588987" y="4771570"/>
                  <a:pt x="1571485" y="4780900"/>
                  <a:pt x="1573819" y="4800726"/>
                </a:cubicBezTo>
                <a:cubicBezTo>
                  <a:pt x="1576152" y="4820552"/>
                  <a:pt x="1565651" y="4827550"/>
                  <a:pt x="1551649" y="4828716"/>
                </a:cubicBezTo>
                <a:cubicBezTo>
                  <a:pt x="1506142" y="4831049"/>
                  <a:pt x="1496807" y="4859039"/>
                  <a:pt x="1495640" y="4898691"/>
                </a:cubicBezTo>
                <a:cubicBezTo>
                  <a:pt x="1494474" y="4926681"/>
                  <a:pt x="1487473" y="4954671"/>
                  <a:pt x="1479305" y="4982661"/>
                </a:cubicBezTo>
                <a:cubicBezTo>
                  <a:pt x="1474637" y="4995490"/>
                  <a:pt x="1467636" y="5003654"/>
                  <a:pt x="1453634" y="5007153"/>
                </a:cubicBezTo>
                <a:cubicBezTo>
                  <a:pt x="1405794" y="5021148"/>
                  <a:pt x="1357954" y="5024647"/>
                  <a:pt x="1313614" y="4994324"/>
                </a:cubicBezTo>
                <a:cubicBezTo>
                  <a:pt x="1297278" y="4982661"/>
                  <a:pt x="1286777" y="4969833"/>
                  <a:pt x="1289110" y="4947674"/>
                </a:cubicBezTo>
                <a:cubicBezTo>
                  <a:pt x="1293778" y="4915019"/>
                  <a:pt x="1277442" y="4885863"/>
                  <a:pt x="1261106" y="4857873"/>
                </a:cubicBezTo>
                <a:cubicBezTo>
                  <a:pt x="1257606" y="4849709"/>
                  <a:pt x="1250605" y="4848543"/>
                  <a:pt x="1242437" y="4847376"/>
                </a:cubicBezTo>
                <a:cubicBezTo>
                  <a:pt x="1214433" y="4843877"/>
                  <a:pt x="1186429" y="4841545"/>
                  <a:pt x="1158424" y="4842711"/>
                </a:cubicBezTo>
                <a:cubicBezTo>
                  <a:pt x="1140922" y="4842711"/>
                  <a:pt x="1129254" y="4836880"/>
                  <a:pt x="1118752" y="4824051"/>
                </a:cubicBezTo>
                <a:cubicBezTo>
                  <a:pt x="1108250" y="4812389"/>
                  <a:pt x="1098916" y="4799560"/>
                  <a:pt x="1083747" y="4792562"/>
                </a:cubicBezTo>
                <a:cubicBezTo>
                  <a:pt x="1067411" y="4785565"/>
                  <a:pt x="1053409" y="4783232"/>
                  <a:pt x="1035907" y="4794895"/>
                </a:cubicBezTo>
                <a:cubicBezTo>
                  <a:pt x="1014903" y="4810056"/>
                  <a:pt x="996234" y="4803059"/>
                  <a:pt x="988066" y="4777401"/>
                </a:cubicBezTo>
                <a:cubicBezTo>
                  <a:pt x="972897" y="4733084"/>
                  <a:pt x="951894" y="4728419"/>
                  <a:pt x="915722" y="4761074"/>
                </a:cubicBezTo>
                <a:cubicBezTo>
                  <a:pt x="895886" y="4777401"/>
                  <a:pt x="883051" y="4799560"/>
                  <a:pt x="865548" y="4818220"/>
                </a:cubicBezTo>
                <a:cubicBezTo>
                  <a:pt x="851546" y="4832215"/>
                  <a:pt x="837544" y="4845044"/>
                  <a:pt x="810707" y="4848543"/>
                </a:cubicBezTo>
                <a:cubicBezTo>
                  <a:pt x="832877" y="4812389"/>
                  <a:pt x="850379" y="4780900"/>
                  <a:pt x="871382" y="4748245"/>
                </a:cubicBezTo>
                <a:cubicBezTo>
                  <a:pt x="892386" y="4714424"/>
                  <a:pt x="864381" y="4646781"/>
                  <a:pt x="823542" y="4650280"/>
                </a:cubicBezTo>
                <a:cubicBezTo>
                  <a:pt x="775702" y="4653778"/>
                  <a:pt x="760533" y="4628121"/>
                  <a:pt x="751198" y="4589635"/>
                </a:cubicBezTo>
                <a:cubicBezTo>
                  <a:pt x="748865" y="4583803"/>
                  <a:pt x="747698" y="4577972"/>
                  <a:pt x="745364" y="4572141"/>
                </a:cubicBezTo>
                <a:cubicBezTo>
                  <a:pt x="738363" y="4546483"/>
                  <a:pt x="736029" y="4545317"/>
                  <a:pt x="712693" y="4558146"/>
                </a:cubicBezTo>
                <a:cubicBezTo>
                  <a:pt x="692856" y="4569808"/>
                  <a:pt x="677687" y="4586136"/>
                  <a:pt x="663685" y="4604796"/>
                </a:cubicBezTo>
                <a:cubicBezTo>
                  <a:pt x="655518" y="4616458"/>
                  <a:pt x="648517" y="4621123"/>
                  <a:pt x="633348" y="4615292"/>
                </a:cubicBezTo>
                <a:cubicBezTo>
                  <a:pt x="620512" y="4610627"/>
                  <a:pt x="606510" y="4609461"/>
                  <a:pt x="592508" y="4608295"/>
                </a:cubicBezTo>
                <a:cubicBezTo>
                  <a:pt x="583174" y="4607128"/>
                  <a:pt x="575006" y="4611793"/>
                  <a:pt x="572672" y="4621123"/>
                </a:cubicBezTo>
                <a:cubicBezTo>
                  <a:pt x="570338" y="4631620"/>
                  <a:pt x="573839" y="4638617"/>
                  <a:pt x="583174" y="4643282"/>
                </a:cubicBezTo>
                <a:cubicBezTo>
                  <a:pt x="590175" y="4646781"/>
                  <a:pt x="597176" y="4649113"/>
                  <a:pt x="604177" y="4652612"/>
                </a:cubicBezTo>
                <a:cubicBezTo>
                  <a:pt x="615845" y="4658443"/>
                  <a:pt x="620512" y="4666607"/>
                  <a:pt x="618179" y="4680602"/>
                </a:cubicBezTo>
                <a:cubicBezTo>
                  <a:pt x="611178" y="4722587"/>
                  <a:pt x="626347" y="4751744"/>
                  <a:pt x="663685" y="4770404"/>
                </a:cubicBezTo>
                <a:cubicBezTo>
                  <a:pt x="669520" y="4773902"/>
                  <a:pt x="682355" y="4772736"/>
                  <a:pt x="680021" y="4783232"/>
                </a:cubicBezTo>
                <a:cubicBezTo>
                  <a:pt x="678854" y="4793729"/>
                  <a:pt x="668353" y="4796061"/>
                  <a:pt x="657851" y="4797227"/>
                </a:cubicBezTo>
                <a:cubicBezTo>
                  <a:pt x="656684" y="4797227"/>
                  <a:pt x="655518" y="4797227"/>
                  <a:pt x="654351" y="4797227"/>
                </a:cubicBezTo>
                <a:cubicBezTo>
                  <a:pt x="626347" y="4801892"/>
                  <a:pt x="618179" y="4814721"/>
                  <a:pt x="632181" y="4836880"/>
                </a:cubicBezTo>
                <a:cubicBezTo>
                  <a:pt x="645016" y="4857873"/>
                  <a:pt x="641515" y="4874200"/>
                  <a:pt x="629847" y="4891694"/>
                </a:cubicBezTo>
                <a:cubicBezTo>
                  <a:pt x="614678" y="4915019"/>
                  <a:pt x="603010" y="4939510"/>
                  <a:pt x="610011" y="4968666"/>
                </a:cubicBezTo>
                <a:cubicBezTo>
                  <a:pt x="613511" y="4981495"/>
                  <a:pt x="600676" y="4987326"/>
                  <a:pt x="592508" y="4989659"/>
                </a:cubicBezTo>
                <a:cubicBezTo>
                  <a:pt x="562171" y="5000155"/>
                  <a:pt x="548169" y="5019982"/>
                  <a:pt x="544668" y="5050304"/>
                </a:cubicBezTo>
                <a:cubicBezTo>
                  <a:pt x="542334" y="5068964"/>
                  <a:pt x="535333" y="5072463"/>
                  <a:pt x="516664" y="5060800"/>
                </a:cubicBezTo>
                <a:cubicBezTo>
                  <a:pt x="476991" y="5036309"/>
                  <a:pt x="418650" y="5053803"/>
                  <a:pt x="401147" y="5094622"/>
                </a:cubicBezTo>
                <a:cubicBezTo>
                  <a:pt x="397646" y="5102785"/>
                  <a:pt x="392979" y="5113282"/>
                  <a:pt x="401147" y="5120279"/>
                </a:cubicBezTo>
                <a:cubicBezTo>
                  <a:pt x="409315" y="5127277"/>
                  <a:pt x="420983" y="5130775"/>
                  <a:pt x="431485" y="5123778"/>
                </a:cubicBezTo>
                <a:cubicBezTo>
                  <a:pt x="438486" y="5120279"/>
                  <a:pt x="445487" y="5114448"/>
                  <a:pt x="452488" y="5109783"/>
                </a:cubicBezTo>
                <a:cubicBezTo>
                  <a:pt x="459489" y="5103952"/>
                  <a:pt x="466490" y="5100453"/>
                  <a:pt x="472324" y="5107450"/>
                </a:cubicBezTo>
                <a:cubicBezTo>
                  <a:pt x="479325" y="5115614"/>
                  <a:pt x="474658" y="5122612"/>
                  <a:pt x="468824" y="5128443"/>
                </a:cubicBezTo>
                <a:cubicBezTo>
                  <a:pt x="464156" y="5134274"/>
                  <a:pt x="457155" y="5138939"/>
                  <a:pt x="452488" y="5143604"/>
                </a:cubicBezTo>
                <a:cubicBezTo>
                  <a:pt x="441986" y="5154100"/>
                  <a:pt x="436152" y="5168096"/>
                  <a:pt x="446654" y="5179758"/>
                </a:cubicBezTo>
                <a:cubicBezTo>
                  <a:pt x="455988" y="5189088"/>
                  <a:pt x="468824" y="5179758"/>
                  <a:pt x="478158" y="5172761"/>
                </a:cubicBezTo>
                <a:cubicBezTo>
                  <a:pt x="486326" y="5166929"/>
                  <a:pt x="492160" y="5156433"/>
                  <a:pt x="502662" y="5152934"/>
                </a:cubicBezTo>
                <a:cubicBezTo>
                  <a:pt x="517831" y="5147103"/>
                  <a:pt x="527165" y="5149435"/>
                  <a:pt x="525999" y="5168096"/>
                </a:cubicBezTo>
                <a:cubicBezTo>
                  <a:pt x="524832" y="5193753"/>
                  <a:pt x="514330" y="5214746"/>
                  <a:pt x="500328" y="5234572"/>
                </a:cubicBezTo>
                <a:cubicBezTo>
                  <a:pt x="482826" y="5260229"/>
                  <a:pt x="481659" y="5274224"/>
                  <a:pt x="500328" y="5298716"/>
                </a:cubicBezTo>
                <a:cubicBezTo>
                  <a:pt x="506162" y="5308046"/>
                  <a:pt x="515497" y="5316209"/>
                  <a:pt x="523665" y="5324373"/>
                </a:cubicBezTo>
                <a:cubicBezTo>
                  <a:pt x="527165" y="5327872"/>
                  <a:pt x="533000" y="5331371"/>
                  <a:pt x="530666" y="5337202"/>
                </a:cubicBezTo>
                <a:cubicBezTo>
                  <a:pt x="528332" y="5344200"/>
                  <a:pt x="522498" y="5345366"/>
                  <a:pt x="517831" y="5344200"/>
                </a:cubicBezTo>
                <a:cubicBezTo>
                  <a:pt x="496828" y="5339535"/>
                  <a:pt x="492160" y="5348865"/>
                  <a:pt x="493327" y="5367525"/>
                </a:cubicBezTo>
                <a:cubicBezTo>
                  <a:pt x="494494" y="5390850"/>
                  <a:pt x="479325" y="5407177"/>
                  <a:pt x="462989" y="5420006"/>
                </a:cubicBezTo>
                <a:cubicBezTo>
                  <a:pt x="450154" y="5430502"/>
                  <a:pt x="448987" y="5438666"/>
                  <a:pt x="461823" y="5447996"/>
                </a:cubicBezTo>
                <a:cubicBezTo>
                  <a:pt x="468824" y="5452661"/>
                  <a:pt x="473491" y="5457326"/>
                  <a:pt x="471157" y="5466656"/>
                </a:cubicBezTo>
                <a:cubicBezTo>
                  <a:pt x="468824" y="5479485"/>
                  <a:pt x="459489" y="5477152"/>
                  <a:pt x="451321" y="5479485"/>
                </a:cubicBezTo>
                <a:cubicBezTo>
                  <a:pt x="446654" y="5480651"/>
                  <a:pt x="440819" y="5480651"/>
                  <a:pt x="434985" y="5481817"/>
                </a:cubicBezTo>
                <a:cubicBezTo>
                  <a:pt x="403481" y="5485316"/>
                  <a:pt x="396480" y="5502810"/>
                  <a:pt x="415149" y="5529634"/>
                </a:cubicBezTo>
                <a:cubicBezTo>
                  <a:pt x="417483" y="5533132"/>
                  <a:pt x="419816" y="5535465"/>
                  <a:pt x="420983" y="5538964"/>
                </a:cubicBezTo>
                <a:cubicBezTo>
                  <a:pt x="424484" y="5545961"/>
                  <a:pt x="426817" y="5555291"/>
                  <a:pt x="419816" y="5559956"/>
                </a:cubicBezTo>
                <a:cubicBezTo>
                  <a:pt x="413982" y="5564621"/>
                  <a:pt x="405814" y="5559956"/>
                  <a:pt x="401147" y="5555291"/>
                </a:cubicBezTo>
                <a:cubicBezTo>
                  <a:pt x="396480" y="5550626"/>
                  <a:pt x="392979" y="5545961"/>
                  <a:pt x="389479" y="5540130"/>
                </a:cubicBezTo>
                <a:cubicBezTo>
                  <a:pt x="382478" y="5531966"/>
                  <a:pt x="375477" y="5529634"/>
                  <a:pt x="366142" y="5536631"/>
                </a:cubicBezTo>
                <a:cubicBezTo>
                  <a:pt x="343972" y="5551792"/>
                  <a:pt x="319468" y="5554125"/>
                  <a:pt x="294965" y="5555291"/>
                </a:cubicBezTo>
                <a:cubicBezTo>
                  <a:pt x="265794" y="5557624"/>
                  <a:pt x="235456" y="5554125"/>
                  <a:pt x="206285" y="5561122"/>
                </a:cubicBezTo>
                <a:cubicBezTo>
                  <a:pt x="195784" y="5563455"/>
                  <a:pt x="189949" y="5556457"/>
                  <a:pt x="185282" y="5550626"/>
                </a:cubicBezTo>
                <a:cubicBezTo>
                  <a:pt x="168946" y="5531966"/>
                  <a:pt x="153777" y="5513306"/>
                  <a:pt x="124607" y="5522636"/>
                </a:cubicBezTo>
                <a:cubicBezTo>
                  <a:pt x="118772" y="5523802"/>
                  <a:pt x="115272" y="5519137"/>
                  <a:pt x="112938" y="5514472"/>
                </a:cubicBezTo>
                <a:cubicBezTo>
                  <a:pt x="100103" y="5491147"/>
                  <a:pt x="79100" y="5472487"/>
                  <a:pt x="61597" y="5452661"/>
                </a:cubicBezTo>
                <a:cubicBezTo>
                  <a:pt x="34760" y="5422338"/>
                  <a:pt x="19591" y="5388517"/>
                  <a:pt x="30093" y="5347698"/>
                </a:cubicBezTo>
                <a:cubicBezTo>
                  <a:pt x="33593" y="5331371"/>
                  <a:pt x="24259" y="5320874"/>
                  <a:pt x="14924" y="5311544"/>
                </a:cubicBezTo>
                <a:cubicBezTo>
                  <a:pt x="-6079" y="5289386"/>
                  <a:pt x="-4912" y="5277723"/>
                  <a:pt x="18424" y="5260229"/>
                </a:cubicBezTo>
                <a:cubicBezTo>
                  <a:pt x="44095" y="5242736"/>
                  <a:pt x="44095" y="5242736"/>
                  <a:pt x="23092" y="5217078"/>
                </a:cubicBezTo>
                <a:cubicBezTo>
                  <a:pt x="18424" y="5211247"/>
                  <a:pt x="14924" y="5206582"/>
                  <a:pt x="21925" y="5199584"/>
                </a:cubicBezTo>
                <a:cubicBezTo>
                  <a:pt x="45262" y="5172761"/>
                  <a:pt x="66265" y="5145937"/>
                  <a:pt x="90768" y="5120279"/>
                </a:cubicBezTo>
                <a:cubicBezTo>
                  <a:pt x="108271" y="5100453"/>
                  <a:pt x="130441" y="5087624"/>
                  <a:pt x="156111" y="5081793"/>
                </a:cubicBezTo>
                <a:cubicBezTo>
                  <a:pt x="172447" y="5077128"/>
                  <a:pt x="203951" y="5035143"/>
                  <a:pt x="205118" y="5017649"/>
                </a:cubicBezTo>
                <a:cubicBezTo>
                  <a:pt x="205118" y="5011818"/>
                  <a:pt x="205118" y="5007153"/>
                  <a:pt x="198117" y="5004820"/>
                </a:cubicBezTo>
                <a:cubicBezTo>
                  <a:pt x="161945" y="4988493"/>
                  <a:pt x="144443" y="4957004"/>
                  <a:pt x="129274" y="4923183"/>
                </a:cubicBezTo>
                <a:cubicBezTo>
                  <a:pt x="125773" y="4916185"/>
                  <a:pt x="123440" y="4910354"/>
                  <a:pt x="119939" y="4904523"/>
                </a:cubicBezTo>
                <a:cubicBezTo>
                  <a:pt x="108271" y="4885863"/>
                  <a:pt x="102437" y="4869535"/>
                  <a:pt x="110604" y="4846210"/>
                </a:cubicBezTo>
                <a:cubicBezTo>
                  <a:pt x="118772" y="4822885"/>
                  <a:pt x="105937" y="4799560"/>
                  <a:pt x="94269" y="4778567"/>
                </a:cubicBezTo>
                <a:cubicBezTo>
                  <a:pt x="89601" y="4768071"/>
                  <a:pt x="87268" y="4761074"/>
                  <a:pt x="95436" y="4750577"/>
                </a:cubicBezTo>
                <a:cubicBezTo>
                  <a:pt x="128107" y="4706260"/>
                  <a:pt x="152611" y="4657277"/>
                  <a:pt x="157278" y="4600131"/>
                </a:cubicBezTo>
                <a:cubicBezTo>
                  <a:pt x="158445" y="4591967"/>
                  <a:pt x="160778" y="4588468"/>
                  <a:pt x="168946" y="4590801"/>
                </a:cubicBezTo>
                <a:cubicBezTo>
                  <a:pt x="201618" y="4597798"/>
                  <a:pt x="222621" y="4580305"/>
                  <a:pt x="240123" y="4556980"/>
                </a:cubicBezTo>
                <a:cubicBezTo>
                  <a:pt x="248291" y="4546483"/>
                  <a:pt x="255292" y="4540652"/>
                  <a:pt x="270461" y="4547650"/>
                </a:cubicBezTo>
                <a:cubicBezTo>
                  <a:pt x="289131" y="4558146"/>
                  <a:pt x="306633" y="4548816"/>
                  <a:pt x="321802" y="4535987"/>
                </a:cubicBezTo>
                <a:cubicBezTo>
                  <a:pt x="334637" y="4525491"/>
                  <a:pt x="347472" y="4512662"/>
                  <a:pt x="360308" y="4502166"/>
                </a:cubicBezTo>
                <a:cubicBezTo>
                  <a:pt x="373143" y="4492836"/>
                  <a:pt x="384811" y="4491669"/>
                  <a:pt x="388312" y="4511496"/>
                </a:cubicBezTo>
                <a:cubicBezTo>
                  <a:pt x="388312" y="4516161"/>
                  <a:pt x="389479" y="4520826"/>
                  <a:pt x="391812" y="4525491"/>
                </a:cubicBezTo>
                <a:cubicBezTo>
                  <a:pt x="394146" y="4531322"/>
                  <a:pt x="394146" y="4540652"/>
                  <a:pt x="402314" y="4541818"/>
                </a:cubicBezTo>
                <a:cubicBezTo>
                  <a:pt x="409315" y="4541818"/>
                  <a:pt x="413982" y="4535987"/>
                  <a:pt x="417483" y="4531322"/>
                </a:cubicBezTo>
                <a:cubicBezTo>
                  <a:pt x="434985" y="4511496"/>
                  <a:pt x="441986" y="4512662"/>
                  <a:pt x="452488" y="4537153"/>
                </a:cubicBezTo>
                <a:cubicBezTo>
                  <a:pt x="454822" y="4542985"/>
                  <a:pt x="455988" y="4547650"/>
                  <a:pt x="459489" y="4552315"/>
                </a:cubicBezTo>
                <a:cubicBezTo>
                  <a:pt x="464156" y="4559312"/>
                  <a:pt x="468824" y="4565143"/>
                  <a:pt x="480492" y="4560478"/>
                </a:cubicBezTo>
                <a:cubicBezTo>
                  <a:pt x="490993" y="4554647"/>
                  <a:pt x="490993" y="4549982"/>
                  <a:pt x="488660" y="4540652"/>
                </a:cubicBezTo>
                <a:cubicBezTo>
                  <a:pt x="476991" y="4488171"/>
                  <a:pt x="489827" y="4442687"/>
                  <a:pt x="521331" y="4399536"/>
                </a:cubicBezTo>
                <a:cubicBezTo>
                  <a:pt x="540001" y="4373878"/>
                  <a:pt x="564504" y="4357550"/>
                  <a:pt x="596009" y="4352885"/>
                </a:cubicBezTo>
                <a:cubicBezTo>
                  <a:pt x="610011" y="4350553"/>
                  <a:pt x="612345" y="4345888"/>
                  <a:pt x="607677" y="4333059"/>
                </a:cubicBezTo>
                <a:cubicBezTo>
                  <a:pt x="601843" y="4317898"/>
                  <a:pt x="597176" y="4300404"/>
                  <a:pt x="586674" y="4287575"/>
                </a:cubicBezTo>
                <a:cubicBezTo>
                  <a:pt x="578506" y="4278245"/>
                  <a:pt x="580840" y="4273580"/>
                  <a:pt x="591341" y="4267749"/>
                </a:cubicBezTo>
                <a:cubicBezTo>
                  <a:pt x="613511" y="4257253"/>
                  <a:pt x="626347" y="4210603"/>
                  <a:pt x="613511" y="4189610"/>
                </a:cubicBezTo>
                <a:cubicBezTo>
                  <a:pt x="608844" y="4182613"/>
                  <a:pt x="601843" y="4182613"/>
                  <a:pt x="596009" y="4181446"/>
                </a:cubicBezTo>
                <a:cubicBezTo>
                  <a:pt x="577339" y="4176781"/>
                  <a:pt x="559837" y="4170950"/>
                  <a:pt x="545835" y="4156955"/>
                </a:cubicBezTo>
                <a:cubicBezTo>
                  <a:pt x="523665" y="4132464"/>
                  <a:pt x="530666" y="4110305"/>
                  <a:pt x="563337" y="4103308"/>
                </a:cubicBezTo>
                <a:cubicBezTo>
                  <a:pt x="572672" y="4100975"/>
                  <a:pt x="583174" y="4100975"/>
                  <a:pt x="592508" y="4098643"/>
                </a:cubicBezTo>
                <a:cubicBezTo>
                  <a:pt x="618179" y="4091645"/>
                  <a:pt x="625180" y="4079983"/>
                  <a:pt x="617012" y="4054325"/>
                </a:cubicBezTo>
                <a:cubicBezTo>
                  <a:pt x="613511" y="4041496"/>
                  <a:pt x="606510" y="4032166"/>
                  <a:pt x="599509" y="4021670"/>
                </a:cubicBezTo>
                <a:cubicBezTo>
                  <a:pt x="591341" y="4011173"/>
                  <a:pt x="584340" y="4001843"/>
                  <a:pt x="578506" y="3990181"/>
                </a:cubicBezTo>
                <a:cubicBezTo>
                  <a:pt x="573839" y="3982017"/>
                  <a:pt x="570338" y="3971521"/>
                  <a:pt x="572672" y="3961025"/>
                </a:cubicBezTo>
                <a:cubicBezTo>
                  <a:pt x="577339" y="3947030"/>
                  <a:pt x="590175" y="3956360"/>
                  <a:pt x="598343" y="3955193"/>
                </a:cubicBezTo>
                <a:cubicBezTo>
                  <a:pt x="618179" y="3950528"/>
                  <a:pt x="639182" y="3949362"/>
                  <a:pt x="655518" y="3936533"/>
                </a:cubicBezTo>
                <a:cubicBezTo>
                  <a:pt x="666019" y="3927203"/>
                  <a:pt x="668353" y="3919039"/>
                  <a:pt x="660185" y="3906211"/>
                </a:cubicBezTo>
                <a:cubicBezTo>
                  <a:pt x="648517" y="3888717"/>
                  <a:pt x="632181" y="3872389"/>
                  <a:pt x="618179" y="3857228"/>
                </a:cubicBezTo>
                <a:cubicBezTo>
                  <a:pt x="594842" y="3831571"/>
                  <a:pt x="576173" y="3805913"/>
                  <a:pt x="593675" y="3769759"/>
                </a:cubicBezTo>
                <a:cubicBezTo>
                  <a:pt x="597176" y="3760429"/>
                  <a:pt x="591341" y="3754598"/>
                  <a:pt x="586674" y="3748767"/>
                </a:cubicBezTo>
                <a:cubicBezTo>
                  <a:pt x="578506" y="3737104"/>
                  <a:pt x="565671" y="3730107"/>
                  <a:pt x="554003" y="3724275"/>
                </a:cubicBezTo>
                <a:cubicBezTo>
                  <a:pt x="535333" y="3714945"/>
                  <a:pt x="516664" y="3707948"/>
                  <a:pt x="507329" y="3686955"/>
                </a:cubicBezTo>
                <a:cubicBezTo>
                  <a:pt x="496828" y="3693953"/>
                  <a:pt x="495661" y="3705615"/>
                  <a:pt x="490993" y="3713779"/>
                </a:cubicBezTo>
                <a:cubicBezTo>
                  <a:pt x="486326" y="3721943"/>
                  <a:pt x="482826" y="3733605"/>
                  <a:pt x="469990" y="3732439"/>
                </a:cubicBezTo>
                <a:cubicBezTo>
                  <a:pt x="454822" y="3731273"/>
                  <a:pt x="439653" y="3727774"/>
                  <a:pt x="432652" y="3712613"/>
                </a:cubicBezTo>
                <a:cubicBezTo>
                  <a:pt x="425651" y="3699784"/>
                  <a:pt x="427984" y="3689288"/>
                  <a:pt x="446654" y="3690454"/>
                </a:cubicBezTo>
                <a:cubicBezTo>
                  <a:pt x="459489" y="3691620"/>
                  <a:pt x="461823" y="3683457"/>
                  <a:pt x="461823" y="3672960"/>
                </a:cubicBezTo>
                <a:cubicBezTo>
                  <a:pt x="464156" y="3643804"/>
                  <a:pt x="437319" y="3625144"/>
                  <a:pt x="410482" y="3637973"/>
                </a:cubicBezTo>
                <a:cubicBezTo>
                  <a:pt x="401147" y="3641472"/>
                  <a:pt x="392979" y="3646137"/>
                  <a:pt x="382478" y="3649635"/>
                </a:cubicBezTo>
                <a:cubicBezTo>
                  <a:pt x="370809" y="3651968"/>
                  <a:pt x="361475" y="3648469"/>
                  <a:pt x="354474" y="3637973"/>
                </a:cubicBezTo>
                <a:cubicBezTo>
                  <a:pt x="346306" y="3627477"/>
                  <a:pt x="352140" y="3619313"/>
                  <a:pt x="357974" y="3609983"/>
                </a:cubicBezTo>
                <a:cubicBezTo>
                  <a:pt x="368476" y="3593655"/>
                  <a:pt x="385978" y="3590156"/>
                  <a:pt x="403481" y="3584325"/>
                </a:cubicBezTo>
                <a:cubicBezTo>
                  <a:pt x="445487" y="3570330"/>
                  <a:pt x="445487" y="3570330"/>
                  <a:pt x="431485" y="3528345"/>
                </a:cubicBezTo>
                <a:cubicBezTo>
                  <a:pt x="418650" y="3487526"/>
                  <a:pt x="406981" y="3447874"/>
                  <a:pt x="405814" y="3405889"/>
                </a:cubicBezTo>
                <a:cubicBezTo>
                  <a:pt x="405814" y="3391894"/>
                  <a:pt x="397646" y="3390727"/>
                  <a:pt x="388312" y="3388395"/>
                </a:cubicBezTo>
                <a:cubicBezTo>
                  <a:pt x="357974" y="3380231"/>
                  <a:pt x="327636" y="3369735"/>
                  <a:pt x="296132" y="3352241"/>
                </a:cubicBezTo>
                <a:cubicBezTo>
                  <a:pt x="322969" y="3342911"/>
                  <a:pt x="346306" y="3347576"/>
                  <a:pt x="370809" y="3348742"/>
                </a:cubicBezTo>
                <a:cubicBezTo>
                  <a:pt x="422150" y="3351075"/>
                  <a:pt x="445487" y="3332415"/>
                  <a:pt x="451321" y="3286931"/>
                </a:cubicBezTo>
                <a:cubicBezTo>
                  <a:pt x="454822" y="3265938"/>
                  <a:pt x="447820" y="3254276"/>
                  <a:pt x="426817" y="3249611"/>
                </a:cubicBezTo>
                <a:cubicBezTo>
                  <a:pt x="417483" y="3247278"/>
                  <a:pt x="408148" y="3247278"/>
                  <a:pt x="399980" y="3240281"/>
                </a:cubicBezTo>
                <a:cubicBezTo>
                  <a:pt x="409315" y="3226286"/>
                  <a:pt x="424484" y="3226286"/>
                  <a:pt x="437319" y="3226286"/>
                </a:cubicBezTo>
                <a:cubicBezTo>
                  <a:pt x="451321" y="3226286"/>
                  <a:pt x="454822" y="3220455"/>
                  <a:pt x="455988" y="3208792"/>
                </a:cubicBezTo>
                <a:cubicBezTo>
                  <a:pt x="458322" y="3176137"/>
                  <a:pt x="446654" y="3149313"/>
                  <a:pt x="430318" y="3122489"/>
                </a:cubicBezTo>
                <a:cubicBezTo>
                  <a:pt x="420983" y="3107328"/>
                  <a:pt x="410482" y="3091001"/>
                  <a:pt x="401147" y="3075839"/>
                </a:cubicBezTo>
                <a:cubicBezTo>
                  <a:pt x="387145" y="3051348"/>
                  <a:pt x="382478" y="3025691"/>
                  <a:pt x="390645" y="2998867"/>
                </a:cubicBezTo>
                <a:cubicBezTo>
                  <a:pt x="397646" y="2972043"/>
                  <a:pt x="390645" y="2959214"/>
                  <a:pt x="364975" y="2949884"/>
                </a:cubicBezTo>
                <a:cubicBezTo>
                  <a:pt x="361475" y="2948718"/>
                  <a:pt x="357974" y="2948718"/>
                  <a:pt x="352140" y="2947552"/>
                </a:cubicBezTo>
                <a:cubicBezTo>
                  <a:pt x="362641" y="2928892"/>
                  <a:pt x="380144" y="2925393"/>
                  <a:pt x="395313" y="2919562"/>
                </a:cubicBezTo>
                <a:cubicBezTo>
                  <a:pt x="413982" y="2912564"/>
                  <a:pt x="427984" y="2902068"/>
                  <a:pt x="433818" y="2882242"/>
                </a:cubicBezTo>
                <a:cubicBezTo>
                  <a:pt x="439653" y="2868247"/>
                  <a:pt x="437319" y="2857750"/>
                  <a:pt x="422150" y="2851919"/>
                </a:cubicBezTo>
                <a:cubicBezTo>
                  <a:pt x="405814" y="2846088"/>
                  <a:pt x="395313" y="2837924"/>
                  <a:pt x="396480" y="2818098"/>
                </a:cubicBezTo>
                <a:cubicBezTo>
                  <a:pt x="396480" y="2799438"/>
                  <a:pt x="410482" y="2797105"/>
                  <a:pt x="424484" y="2793607"/>
                </a:cubicBezTo>
                <a:cubicBezTo>
                  <a:pt x="429151" y="2792440"/>
                  <a:pt x="437319" y="2792440"/>
                  <a:pt x="436152" y="2784277"/>
                </a:cubicBezTo>
                <a:cubicBezTo>
                  <a:pt x="436152" y="2774946"/>
                  <a:pt x="431485" y="2764450"/>
                  <a:pt x="422150" y="2762118"/>
                </a:cubicBezTo>
                <a:cubicBezTo>
                  <a:pt x="396480" y="2755120"/>
                  <a:pt x="398813" y="2738793"/>
                  <a:pt x="404648" y="2717800"/>
                </a:cubicBezTo>
                <a:cubicBezTo>
                  <a:pt x="411649" y="2686311"/>
                  <a:pt x="410482" y="2654823"/>
                  <a:pt x="401147" y="2623334"/>
                </a:cubicBezTo>
                <a:cubicBezTo>
                  <a:pt x="398813" y="2614004"/>
                  <a:pt x="397646" y="2605840"/>
                  <a:pt x="403481" y="2597676"/>
                </a:cubicBezTo>
                <a:cubicBezTo>
                  <a:pt x="418650" y="2574351"/>
                  <a:pt x="426817" y="2552192"/>
                  <a:pt x="409315" y="2525369"/>
                </a:cubicBezTo>
                <a:cubicBezTo>
                  <a:pt x="403481" y="2514872"/>
                  <a:pt x="415149" y="2509041"/>
                  <a:pt x="422150" y="2510207"/>
                </a:cubicBezTo>
                <a:cubicBezTo>
                  <a:pt x="460656" y="2518371"/>
                  <a:pt x="473491" y="2498545"/>
                  <a:pt x="475825" y="2464724"/>
                </a:cubicBezTo>
                <a:cubicBezTo>
                  <a:pt x="476991" y="2458892"/>
                  <a:pt x="481659" y="2454227"/>
                  <a:pt x="485159" y="2448396"/>
                </a:cubicBezTo>
                <a:cubicBezTo>
                  <a:pt x="503829" y="2416907"/>
                  <a:pt x="506162" y="2414575"/>
                  <a:pt x="542334" y="2422738"/>
                </a:cubicBezTo>
                <a:cubicBezTo>
                  <a:pt x="562171" y="2427403"/>
                  <a:pt x="575006" y="2425071"/>
                  <a:pt x="584340" y="2404078"/>
                </a:cubicBezTo>
                <a:cubicBezTo>
                  <a:pt x="591341" y="2388917"/>
                  <a:pt x="604177" y="2374922"/>
                  <a:pt x="622846" y="2372590"/>
                </a:cubicBezTo>
                <a:cubicBezTo>
                  <a:pt x="640349" y="2370257"/>
                  <a:pt x="641515" y="2358595"/>
                  <a:pt x="641515" y="2345766"/>
                </a:cubicBezTo>
                <a:cubicBezTo>
                  <a:pt x="641515" y="2332937"/>
                  <a:pt x="640349" y="2321275"/>
                  <a:pt x="648517" y="2310778"/>
                </a:cubicBezTo>
                <a:cubicBezTo>
                  <a:pt x="654351" y="2302615"/>
                  <a:pt x="648517" y="2296783"/>
                  <a:pt x="642682" y="2293285"/>
                </a:cubicBezTo>
                <a:cubicBezTo>
                  <a:pt x="633348" y="2289786"/>
                  <a:pt x="625180" y="2287453"/>
                  <a:pt x="615845" y="2286287"/>
                </a:cubicBezTo>
                <a:cubicBezTo>
                  <a:pt x="585507" y="2278123"/>
                  <a:pt x="584340" y="2275791"/>
                  <a:pt x="597176" y="2248967"/>
                </a:cubicBezTo>
                <a:cubicBezTo>
                  <a:pt x="603010" y="2234972"/>
                  <a:pt x="612345" y="2223309"/>
                  <a:pt x="619346" y="2210481"/>
                </a:cubicBezTo>
                <a:cubicBezTo>
                  <a:pt x="628680" y="2195319"/>
                  <a:pt x="638015" y="2180158"/>
                  <a:pt x="657851" y="2198818"/>
                </a:cubicBezTo>
                <a:cubicBezTo>
                  <a:pt x="664852" y="2204649"/>
                  <a:pt x="674187" y="2201151"/>
                  <a:pt x="676521" y="2190654"/>
                </a:cubicBezTo>
                <a:cubicBezTo>
                  <a:pt x="680021" y="2177826"/>
                  <a:pt x="684688" y="2163831"/>
                  <a:pt x="668353" y="2153334"/>
                </a:cubicBezTo>
                <a:cubicBezTo>
                  <a:pt x="667186" y="2153334"/>
                  <a:pt x="666019" y="2153334"/>
                  <a:pt x="663685" y="2152168"/>
                </a:cubicBezTo>
                <a:cubicBezTo>
                  <a:pt x="654351" y="2148669"/>
                  <a:pt x="638015" y="2156833"/>
                  <a:pt x="635681" y="2139339"/>
                </a:cubicBezTo>
                <a:cubicBezTo>
                  <a:pt x="633348" y="2123012"/>
                  <a:pt x="638015" y="2107850"/>
                  <a:pt x="648517" y="2093855"/>
                </a:cubicBezTo>
                <a:cubicBezTo>
                  <a:pt x="657851" y="2083359"/>
                  <a:pt x="670686" y="2076362"/>
                  <a:pt x="683522" y="2071697"/>
                </a:cubicBezTo>
                <a:cubicBezTo>
                  <a:pt x="694023" y="2068198"/>
                  <a:pt x="702191" y="2068198"/>
                  <a:pt x="703358" y="2082193"/>
                </a:cubicBezTo>
                <a:cubicBezTo>
                  <a:pt x="704525" y="2086858"/>
                  <a:pt x="706858" y="2091523"/>
                  <a:pt x="711526" y="2091523"/>
                </a:cubicBezTo>
                <a:cubicBezTo>
                  <a:pt x="719694" y="2091523"/>
                  <a:pt x="720860" y="2085692"/>
                  <a:pt x="720860" y="2081027"/>
                </a:cubicBezTo>
                <a:cubicBezTo>
                  <a:pt x="722027" y="2071697"/>
                  <a:pt x="722027" y="2063533"/>
                  <a:pt x="723194" y="2055369"/>
                </a:cubicBezTo>
                <a:cubicBezTo>
                  <a:pt x="726695" y="2027379"/>
                  <a:pt x="745364" y="2016883"/>
                  <a:pt x="771034" y="2027379"/>
                </a:cubicBezTo>
                <a:cubicBezTo>
                  <a:pt x="774535" y="2028545"/>
                  <a:pt x="776869" y="2029712"/>
                  <a:pt x="779202" y="2030878"/>
                </a:cubicBezTo>
                <a:cubicBezTo>
                  <a:pt x="816541" y="2050704"/>
                  <a:pt x="822375" y="2049538"/>
                  <a:pt x="839878" y="2009885"/>
                </a:cubicBezTo>
                <a:cubicBezTo>
                  <a:pt x="846879" y="1994724"/>
                  <a:pt x="855047" y="1986560"/>
                  <a:pt x="872549" y="1988893"/>
                </a:cubicBezTo>
                <a:cubicBezTo>
                  <a:pt x="879550" y="1990059"/>
                  <a:pt x="885385" y="1988893"/>
                  <a:pt x="891219" y="1987727"/>
                </a:cubicBezTo>
                <a:cubicBezTo>
                  <a:pt x="926224" y="1986560"/>
                  <a:pt x="953061" y="1973732"/>
                  <a:pt x="961229" y="1935245"/>
                </a:cubicBezTo>
                <a:cubicBezTo>
                  <a:pt x="964729" y="1921250"/>
                  <a:pt x="970564" y="1907255"/>
                  <a:pt x="979898" y="1895593"/>
                </a:cubicBezTo>
                <a:cubicBezTo>
                  <a:pt x="985733" y="1887429"/>
                  <a:pt x="995067" y="1882764"/>
                  <a:pt x="1004402" y="1886263"/>
                </a:cubicBezTo>
                <a:cubicBezTo>
                  <a:pt x="1016070" y="1889761"/>
                  <a:pt x="1011403" y="1900258"/>
                  <a:pt x="1010236" y="1908421"/>
                </a:cubicBezTo>
                <a:cubicBezTo>
                  <a:pt x="1005569" y="1959736"/>
                  <a:pt x="1005569" y="1959736"/>
                  <a:pt x="1054576" y="1949240"/>
                </a:cubicBezTo>
                <a:cubicBezTo>
                  <a:pt x="1072079" y="1945741"/>
                  <a:pt x="1088414" y="1944575"/>
                  <a:pt x="1105917" y="1948074"/>
                </a:cubicBezTo>
                <a:cubicBezTo>
                  <a:pt x="1123419" y="1952739"/>
                  <a:pt x="1137421" y="1956238"/>
                  <a:pt x="1144422" y="1978397"/>
                </a:cubicBezTo>
                <a:cubicBezTo>
                  <a:pt x="1156091" y="2009885"/>
                  <a:pt x="1200431" y="2019215"/>
                  <a:pt x="1237769" y="2001722"/>
                </a:cubicBezTo>
                <a:cubicBezTo>
                  <a:pt x="1243604" y="1999389"/>
                  <a:pt x="1248271" y="1995890"/>
                  <a:pt x="1255272" y="1992392"/>
                </a:cubicBezTo>
                <a:cubicBezTo>
                  <a:pt x="1259939" y="2019215"/>
                  <a:pt x="1266940" y="2043707"/>
                  <a:pt x="1293778" y="2055369"/>
                </a:cubicBezTo>
                <a:cubicBezTo>
                  <a:pt x="1318281" y="2065865"/>
                  <a:pt x="1341618" y="2060034"/>
                  <a:pt x="1366122" y="2055369"/>
                </a:cubicBezTo>
                <a:cubicBezTo>
                  <a:pt x="1368455" y="2062367"/>
                  <a:pt x="1363788" y="2064699"/>
                  <a:pt x="1361454" y="2068198"/>
                </a:cubicBezTo>
                <a:cubicBezTo>
                  <a:pt x="1338117" y="2093855"/>
                  <a:pt x="1347452" y="2123012"/>
                  <a:pt x="1381290" y="2133508"/>
                </a:cubicBezTo>
                <a:cubicBezTo>
                  <a:pt x="1416296" y="2144004"/>
                  <a:pt x="1416296" y="2144004"/>
                  <a:pt x="1404627" y="2178992"/>
                </a:cubicBezTo>
                <a:cubicBezTo>
                  <a:pt x="1396459" y="2203483"/>
                  <a:pt x="1410461" y="2229141"/>
                  <a:pt x="1436132" y="2232639"/>
                </a:cubicBezTo>
                <a:cubicBezTo>
                  <a:pt x="1448967" y="2234972"/>
                  <a:pt x="1450134" y="2223309"/>
                  <a:pt x="1452467" y="2215146"/>
                </a:cubicBezTo>
                <a:cubicBezTo>
                  <a:pt x="1455968" y="2201151"/>
                  <a:pt x="1458302" y="2184823"/>
                  <a:pt x="1475804" y="2180158"/>
                </a:cubicBezTo>
                <a:cubicBezTo>
                  <a:pt x="1487473" y="2177826"/>
                  <a:pt x="1495640" y="2176659"/>
                  <a:pt x="1490973" y="2194153"/>
                </a:cubicBezTo>
                <a:cubicBezTo>
                  <a:pt x="1480472" y="2238471"/>
                  <a:pt x="1492140" y="2253632"/>
                  <a:pt x="1536480" y="2257131"/>
                </a:cubicBezTo>
                <a:cubicBezTo>
                  <a:pt x="1592488" y="2261796"/>
                  <a:pt x="1640328" y="2281622"/>
                  <a:pt x="1682334" y="2317776"/>
                </a:cubicBezTo>
                <a:cubicBezTo>
                  <a:pt x="1703338" y="2336436"/>
                  <a:pt x="1725507" y="2351597"/>
                  <a:pt x="1752345" y="2360927"/>
                </a:cubicBezTo>
                <a:cubicBezTo>
                  <a:pt x="1766347" y="2365592"/>
                  <a:pt x="1779182" y="2365592"/>
                  <a:pt x="1790850" y="2355096"/>
                </a:cubicBezTo>
                <a:cubicBezTo>
                  <a:pt x="1801352" y="2345766"/>
                  <a:pt x="1814187" y="2339935"/>
                  <a:pt x="1825855" y="2351597"/>
                </a:cubicBezTo>
                <a:cubicBezTo>
                  <a:pt x="1837524" y="2364426"/>
                  <a:pt x="1824689" y="2373756"/>
                  <a:pt x="1817688" y="2380753"/>
                </a:cubicBezTo>
                <a:cubicBezTo>
                  <a:pt x="1800185" y="2398247"/>
                  <a:pt x="1799018" y="2414575"/>
                  <a:pt x="1807186" y="2436733"/>
                </a:cubicBezTo>
                <a:cubicBezTo>
                  <a:pt x="1822938" y="2481051"/>
                  <a:pt x="1831690" y="2525952"/>
                  <a:pt x="1836065" y="2571290"/>
                </a:cubicBezTo>
                <a:lnTo>
                  <a:pt x="1836900" y="2614907"/>
                </a:lnTo>
                <a:lnTo>
                  <a:pt x="2065106" y="2240082"/>
                </a:lnTo>
                <a:lnTo>
                  <a:pt x="2042723" y="2222711"/>
                </a:lnTo>
                <a:cubicBezTo>
                  <a:pt x="2031161" y="2219109"/>
                  <a:pt x="2018304" y="2219861"/>
                  <a:pt x="2003998" y="2224820"/>
                </a:cubicBezTo>
                <a:cubicBezTo>
                  <a:pt x="1999225" y="2226074"/>
                  <a:pt x="1993324" y="2233326"/>
                  <a:pt x="1989060" y="2226794"/>
                </a:cubicBezTo>
                <a:cubicBezTo>
                  <a:pt x="1984204" y="2220868"/>
                  <a:pt x="1988317" y="2214236"/>
                  <a:pt x="1993035" y="2208195"/>
                </a:cubicBezTo>
                <a:cubicBezTo>
                  <a:pt x="1993627" y="2207589"/>
                  <a:pt x="1994218" y="2206984"/>
                  <a:pt x="1994810" y="2206378"/>
                </a:cubicBezTo>
                <a:cubicBezTo>
                  <a:pt x="2006584" y="2189481"/>
                  <a:pt x="2004067" y="2178739"/>
                  <a:pt x="1985471" y="2174773"/>
                </a:cubicBezTo>
                <a:cubicBezTo>
                  <a:pt x="1968070" y="2170792"/>
                  <a:pt x="1961372" y="2160699"/>
                  <a:pt x="1958208" y="2145776"/>
                </a:cubicBezTo>
                <a:cubicBezTo>
                  <a:pt x="1953793" y="2126080"/>
                  <a:pt x="1946998" y="2107610"/>
                  <a:pt x="1928319" y="2096463"/>
                </a:cubicBezTo>
                <a:cubicBezTo>
                  <a:pt x="1919887" y="2091777"/>
                  <a:pt x="1923367" y="2082160"/>
                  <a:pt x="1926297" y="2076739"/>
                </a:cubicBezTo>
                <a:cubicBezTo>
                  <a:pt x="1936229" y="2055675"/>
                  <a:pt x="1933038" y="2038358"/>
                  <a:pt x="1919077" y="2021171"/>
                </a:cubicBezTo>
                <a:cubicBezTo>
                  <a:pt x="1910576" y="2010500"/>
                  <a:pt x="1912310" y="2005094"/>
                  <a:pt x="1927826" y="2001317"/>
                </a:cubicBezTo>
                <a:cubicBezTo>
                  <a:pt x="1960646" y="1993144"/>
                  <a:pt x="1981142" y="1954000"/>
                  <a:pt x="1968832" y="1924225"/>
                </a:cubicBezTo>
                <a:cubicBezTo>
                  <a:pt x="1966370" y="1918270"/>
                  <a:pt x="1963289" y="1910528"/>
                  <a:pt x="1955517" y="1911219"/>
                </a:cubicBezTo>
                <a:cubicBezTo>
                  <a:pt x="1947745" y="1911911"/>
                  <a:pt x="1940015" y="1916192"/>
                  <a:pt x="1938322" y="1925189"/>
                </a:cubicBezTo>
                <a:cubicBezTo>
                  <a:pt x="1936589" y="1930596"/>
                  <a:pt x="1936066" y="1937185"/>
                  <a:pt x="1934938" y="1943183"/>
                </a:cubicBezTo>
                <a:cubicBezTo>
                  <a:pt x="1934416" y="1949772"/>
                  <a:pt x="1932682" y="1955179"/>
                  <a:pt x="1926093" y="1954660"/>
                </a:cubicBezTo>
                <a:cubicBezTo>
                  <a:pt x="1918308" y="1954154"/>
                  <a:pt x="1917042" y="1948185"/>
                  <a:pt x="1916974" y="1942201"/>
                </a:cubicBezTo>
                <a:cubicBezTo>
                  <a:pt x="1916314" y="1936823"/>
                  <a:pt x="1917442" y="1930825"/>
                  <a:pt x="1917387" y="1926038"/>
                </a:cubicBezTo>
                <a:cubicBezTo>
                  <a:pt x="1917263" y="1915268"/>
                  <a:pt x="1912958" y="1905146"/>
                  <a:pt x="1901582" y="1904684"/>
                </a:cubicBezTo>
                <a:cubicBezTo>
                  <a:pt x="1892009" y="1904798"/>
                  <a:pt x="1890344" y="1916189"/>
                  <a:pt x="1889243" y="1924580"/>
                </a:cubicBezTo>
                <a:cubicBezTo>
                  <a:pt x="1888129" y="1931775"/>
                  <a:pt x="1890619" y="1940123"/>
                  <a:pt x="1887111" y="1947347"/>
                </a:cubicBezTo>
                <a:cubicBezTo>
                  <a:pt x="1882448" y="1958174"/>
                  <a:pt x="1876505" y="1961836"/>
                  <a:pt x="1867413" y="1951772"/>
                </a:cubicBezTo>
                <a:cubicBezTo>
                  <a:pt x="1854690" y="1938160"/>
                  <a:pt x="1849119" y="1922069"/>
                  <a:pt x="1845928" y="1904752"/>
                </a:cubicBezTo>
                <a:cubicBezTo>
                  <a:pt x="1841486" y="1882663"/>
                  <a:pt x="1834814" y="1874963"/>
                  <a:pt x="1812641" y="1872237"/>
                </a:cubicBezTo>
                <a:cubicBezTo>
                  <a:pt x="1804842" y="1870535"/>
                  <a:pt x="1795874" y="1871240"/>
                  <a:pt x="1787497" y="1871341"/>
                </a:cubicBezTo>
                <a:cubicBezTo>
                  <a:pt x="1783906" y="1871384"/>
                  <a:pt x="1779133" y="1872638"/>
                  <a:pt x="1777290" y="1868471"/>
                </a:cubicBezTo>
                <a:cubicBezTo>
                  <a:pt x="1774842" y="1863713"/>
                  <a:pt x="1777194" y="1860094"/>
                  <a:pt x="1780165" y="1858263"/>
                </a:cubicBezTo>
                <a:cubicBezTo>
                  <a:pt x="1793233" y="1849728"/>
                  <a:pt x="1790757" y="1842577"/>
                  <a:pt x="1780482" y="1833723"/>
                </a:cubicBezTo>
                <a:cubicBezTo>
                  <a:pt x="1767786" y="1822505"/>
                  <a:pt x="1767002" y="1806356"/>
                  <a:pt x="1768626" y="1791375"/>
                </a:cubicBezTo>
                <a:cubicBezTo>
                  <a:pt x="1769685" y="1779394"/>
                  <a:pt x="1766040" y="1774650"/>
                  <a:pt x="1754692" y="1776581"/>
                </a:cubicBezTo>
                <a:cubicBezTo>
                  <a:pt x="1748722" y="1777849"/>
                  <a:pt x="1743935" y="1777907"/>
                  <a:pt x="1740276" y="1771966"/>
                </a:cubicBezTo>
                <a:cubicBezTo>
                  <a:pt x="1734802" y="1764252"/>
                  <a:pt x="1740745" y="1760590"/>
                  <a:pt x="1743674" y="1755169"/>
                </a:cubicBezTo>
                <a:cubicBezTo>
                  <a:pt x="1745435" y="1752156"/>
                  <a:pt x="1748393" y="1749128"/>
                  <a:pt x="1750745" y="1745509"/>
                </a:cubicBezTo>
                <a:cubicBezTo>
                  <a:pt x="1764899" y="1727387"/>
                  <a:pt x="1759370" y="1714886"/>
                  <a:pt x="1735986" y="1710977"/>
                </a:cubicBezTo>
                <a:cubicBezTo>
                  <a:pt x="1732988" y="1710414"/>
                  <a:pt x="1730594" y="1710443"/>
                  <a:pt x="1728187" y="1709275"/>
                </a:cubicBezTo>
                <a:cubicBezTo>
                  <a:pt x="1722781" y="1707544"/>
                  <a:pt x="1716757" y="1704026"/>
                  <a:pt x="1717885" y="1698028"/>
                </a:cubicBezTo>
                <a:cubicBezTo>
                  <a:pt x="1718421" y="1692635"/>
                  <a:pt x="1724982" y="1690762"/>
                  <a:pt x="1729769" y="1690704"/>
                </a:cubicBezTo>
                <a:cubicBezTo>
                  <a:pt x="1734556" y="1690647"/>
                  <a:pt x="1738752" y="1691195"/>
                  <a:pt x="1743552" y="1692334"/>
                </a:cubicBezTo>
                <a:cubicBezTo>
                  <a:pt x="1751338" y="1692840"/>
                  <a:pt x="1756097" y="1690389"/>
                  <a:pt x="1757198" y="1681998"/>
                </a:cubicBezTo>
                <a:cubicBezTo>
                  <a:pt x="1760568" y="1662807"/>
                  <a:pt x="1771779" y="1648909"/>
                  <a:pt x="1783595" y="1635602"/>
                </a:cubicBezTo>
                <a:cubicBezTo>
                  <a:pt x="1797172" y="1619281"/>
                  <a:pt x="1814366" y="1605311"/>
                  <a:pt x="1825522" y="1586626"/>
                </a:cubicBezTo>
                <a:cubicBezTo>
                  <a:pt x="1829635" y="1579994"/>
                  <a:pt x="1836224" y="1580513"/>
                  <a:pt x="1841616" y="1581047"/>
                </a:cubicBezTo>
                <a:cubicBezTo>
                  <a:pt x="1859580" y="1582029"/>
                  <a:pt x="1876953" y="1583616"/>
                  <a:pt x="1886898" y="1563748"/>
                </a:cubicBezTo>
                <a:cubicBezTo>
                  <a:pt x="1889251" y="1560130"/>
                  <a:pt x="1893446" y="1560678"/>
                  <a:pt x="1897050" y="1561831"/>
                </a:cubicBezTo>
                <a:cubicBezTo>
                  <a:pt x="1915660" y="1566994"/>
                  <a:pt x="1935991" y="1565554"/>
                  <a:pt x="1955152" y="1566521"/>
                </a:cubicBezTo>
                <a:cubicBezTo>
                  <a:pt x="1984492" y="1567965"/>
                  <a:pt x="2009733" y="1577238"/>
                  <a:pt x="2025592" y="1603380"/>
                </a:cubicBezTo>
                <a:cubicBezTo>
                  <a:pt x="2032291" y="1613473"/>
                  <a:pt x="2042470" y="1613949"/>
                  <a:pt x="2052044" y="1613835"/>
                </a:cubicBezTo>
                <a:cubicBezTo>
                  <a:pt x="2074190" y="1614168"/>
                  <a:pt x="2079650" y="1620685"/>
                  <a:pt x="2076899" y="1641664"/>
                </a:cubicBezTo>
                <a:cubicBezTo>
                  <a:pt x="2072964" y="1663853"/>
                  <a:pt x="2072964" y="1663853"/>
                  <a:pt x="2096926" y="1665960"/>
                </a:cubicBezTo>
                <a:cubicBezTo>
                  <a:pt x="2102318" y="1666494"/>
                  <a:pt x="2106513" y="1667042"/>
                  <a:pt x="2106596" y="1674222"/>
                </a:cubicBezTo>
                <a:cubicBezTo>
                  <a:pt x="2108686" y="1699930"/>
                  <a:pt x="2111960" y="1724427"/>
                  <a:pt x="2112853" y="1750149"/>
                </a:cubicBezTo>
                <a:cubicBezTo>
                  <a:pt x="2114270" y="1769283"/>
                  <a:pt x="2109688" y="1787291"/>
                  <a:pt x="2099702" y="1803568"/>
                </a:cubicBezTo>
                <a:cubicBezTo>
                  <a:pt x="2093842" y="1814411"/>
                  <a:pt x="2099659" y="1852042"/>
                  <a:pt x="2108146" y="1861516"/>
                </a:cubicBezTo>
                <a:cubicBezTo>
                  <a:pt x="2111172" y="1864472"/>
                  <a:pt x="2113593" y="1866837"/>
                  <a:pt x="2118353" y="1864386"/>
                </a:cubicBezTo>
                <a:cubicBezTo>
                  <a:pt x="2145162" y="1853891"/>
                  <a:pt x="2170375" y="1860771"/>
                  <a:pt x="2195616" y="1870044"/>
                </a:cubicBezTo>
                <a:cubicBezTo>
                  <a:pt x="2201022" y="1871774"/>
                  <a:pt x="2205231" y="1873519"/>
                  <a:pt x="2210032" y="1874658"/>
                </a:cubicBezTo>
                <a:cubicBezTo>
                  <a:pt x="2225630" y="1878062"/>
                  <a:pt x="2237061" y="1883311"/>
                  <a:pt x="2245025" y="1899374"/>
                </a:cubicBezTo>
                <a:lnTo>
                  <a:pt x="2262548" y="1915785"/>
                </a:lnTo>
                <a:lnTo>
                  <a:pt x="3291650" y="225494"/>
                </a:lnTo>
                <a:lnTo>
                  <a:pt x="3646505" y="225494"/>
                </a:lnTo>
                <a:lnTo>
                  <a:pt x="3643558" y="219709"/>
                </a:lnTo>
                <a:cubicBezTo>
                  <a:pt x="3617161" y="181987"/>
                  <a:pt x="3647329" y="151808"/>
                  <a:pt x="3654871" y="121630"/>
                </a:cubicBezTo>
                <a:cubicBezTo>
                  <a:pt x="3669955" y="72590"/>
                  <a:pt x="3711437" y="68817"/>
                  <a:pt x="3752918" y="98996"/>
                </a:cubicBezTo>
                <a:cubicBezTo>
                  <a:pt x="3760460" y="102768"/>
                  <a:pt x="3764231" y="110313"/>
                  <a:pt x="3771774" y="106540"/>
                </a:cubicBezTo>
                <a:cubicBezTo>
                  <a:pt x="3798171" y="83907"/>
                  <a:pt x="3828339" y="87679"/>
                  <a:pt x="3858507" y="87679"/>
                </a:cubicBezTo>
                <a:cubicBezTo>
                  <a:pt x="3892447" y="42411"/>
                  <a:pt x="3933928" y="65045"/>
                  <a:pt x="3971639" y="80134"/>
                </a:cubicBezTo>
                <a:cubicBezTo>
                  <a:pt x="4031975" y="110313"/>
                  <a:pt x="4084770" y="102768"/>
                  <a:pt x="4137564" y="72590"/>
                </a:cubicBezTo>
                <a:cubicBezTo>
                  <a:pt x="4167733" y="53728"/>
                  <a:pt x="4190359" y="53728"/>
                  <a:pt x="4216756" y="72590"/>
                </a:cubicBezTo>
                <a:cubicBezTo>
                  <a:pt x="4216756" y="76362"/>
                  <a:pt x="4220527" y="76362"/>
                  <a:pt x="4220527" y="76362"/>
                </a:cubicBezTo>
                <a:cubicBezTo>
                  <a:pt x="4269551" y="106540"/>
                  <a:pt x="4273322" y="102768"/>
                  <a:pt x="4307261" y="57500"/>
                </a:cubicBezTo>
                <a:cubicBezTo>
                  <a:pt x="4322345" y="42411"/>
                  <a:pt x="4337430" y="27322"/>
                  <a:pt x="4360056" y="12233"/>
                </a:cubicBezTo>
                <a:cubicBezTo>
                  <a:pt x="4382682" y="916"/>
                  <a:pt x="4401537" y="916"/>
                  <a:pt x="4427934" y="16005"/>
                </a:cubicBezTo>
                <a:cubicBezTo>
                  <a:pt x="4488271" y="61273"/>
                  <a:pt x="4495813" y="61273"/>
                  <a:pt x="4556150" y="16005"/>
                </a:cubicBezTo>
                <a:cubicBezTo>
                  <a:pt x="4567463" y="7517"/>
                  <a:pt x="4574534" y="-970"/>
                  <a:pt x="4585316" y="91"/>
                </a:cubicBezTo>
                <a:close/>
              </a:path>
            </a:pathLst>
          </a:custGeom>
          <a:solidFill>
            <a:schemeClr val="bg1">
              <a:lumMod val="95000"/>
            </a:schemeClr>
          </a:solidFill>
          <a:ln w="25400">
            <a:noFill/>
          </a:ln>
          <a:effectLst/>
        </p:spPr>
        <p:txBody>
          <a:bodyPr wrap="square" anchor="ctr">
            <a:noAutofit/>
          </a:bodyPr>
          <a:lstStyle>
            <a:lvl1pPr marL="0" indent="0" algn="ctr">
              <a:buFontTx/>
              <a:buNone/>
              <a:defRPr sz="14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41118505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0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1563307B-4B6F-4D4D-AB66-99288A7B7613}"/>
              </a:ext>
            </a:extLst>
          </p:cNvPr>
          <p:cNvSpPr>
            <a:spLocks noGrp="1"/>
          </p:cNvSpPr>
          <p:nvPr>
            <p:ph type="pic" sz="quarter" idx="41" hasCustomPrompt="1"/>
          </p:nvPr>
        </p:nvSpPr>
        <p:spPr>
          <a:xfrm>
            <a:off x="5334000" y="0"/>
            <a:ext cx="6858000" cy="6858000"/>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2452533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1BC926-532D-4A29-930A-236814050938}"/>
              </a:ext>
            </a:extLst>
          </p:cNvPr>
          <p:cNvSpPr>
            <a:spLocks noChangeAspect="1"/>
          </p:cNvSpPr>
          <p:nvPr userDrawn="1"/>
        </p:nvSpPr>
        <p:spPr>
          <a:xfrm>
            <a:off x="7119313" y="5067541"/>
            <a:ext cx="4297680" cy="435338"/>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 name="Rectangle 2">
            <a:extLst>
              <a:ext uri="{FF2B5EF4-FFF2-40B4-BE49-F238E27FC236}">
                <a16:creationId xmlns:a16="http://schemas.microsoft.com/office/drawing/2014/main" id="{AE3E906F-6E18-4B03-BE88-75566ECC92F8}"/>
              </a:ext>
            </a:extLst>
          </p:cNvPr>
          <p:cNvSpPr/>
          <p:nvPr userDrawn="1"/>
        </p:nvSpPr>
        <p:spPr>
          <a:xfrm>
            <a:off x="0" y="1988840"/>
            <a:ext cx="12192000" cy="28803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5" name="Graphic 14">
            <a:extLst>
              <a:ext uri="{FF2B5EF4-FFF2-40B4-BE49-F238E27FC236}">
                <a16:creationId xmlns:a16="http://schemas.microsoft.com/office/drawing/2014/main" id="{5EBDAAFC-71A9-4BA2-A27E-C4F1F4BA22EC}"/>
              </a:ext>
            </a:extLst>
          </p:cNvPr>
          <p:cNvGrpSpPr/>
          <p:nvPr userDrawn="1"/>
        </p:nvGrpSpPr>
        <p:grpSpPr>
          <a:xfrm>
            <a:off x="6867308" y="1360224"/>
            <a:ext cx="4999344" cy="3932069"/>
            <a:chOff x="2444748" y="555045"/>
            <a:chExt cx="7282048" cy="5727454"/>
          </a:xfrm>
        </p:grpSpPr>
        <p:sp>
          <p:nvSpPr>
            <p:cNvPr id="6" name="Freeform: Shape 5">
              <a:extLst>
                <a:ext uri="{FF2B5EF4-FFF2-40B4-BE49-F238E27FC236}">
                  <a16:creationId xmlns:a16="http://schemas.microsoft.com/office/drawing/2014/main" id="{16173859-0352-4FD9-B3BD-10167F74D9C0}"/>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945F6B7-E4A6-48B1-9406-9E425F295FFF}"/>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37CA7AAB-8778-4F88-BE73-6CB5FA0E0E6A}"/>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BD4C418-0F80-4101-A919-833900A7CEFD}"/>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B2511B1-DF8F-4023-8CEE-586AEE878B8D}"/>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BDA56B7-7F45-4702-8E59-4222CE520868}"/>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FA1173E-505A-4DD9-BBC4-17F19752B615}"/>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ED9CBC3-5115-4FA9-AC8A-A42FC5D3EE68}"/>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4" name="Picture Placeholder 2">
            <a:extLst>
              <a:ext uri="{FF2B5EF4-FFF2-40B4-BE49-F238E27FC236}">
                <a16:creationId xmlns:a16="http://schemas.microsoft.com/office/drawing/2014/main" id="{1B9825C8-5D1C-4169-9149-8B4CB0E262B1}"/>
              </a:ext>
            </a:extLst>
          </p:cNvPr>
          <p:cNvSpPr>
            <a:spLocks noGrp="1"/>
          </p:cNvSpPr>
          <p:nvPr>
            <p:ph type="pic" idx="15" hasCustomPrompt="1"/>
          </p:nvPr>
        </p:nvSpPr>
        <p:spPr>
          <a:xfrm>
            <a:off x="7103893" y="1624176"/>
            <a:ext cx="4580042" cy="258895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5" name="Text Placeholder 9">
            <a:extLst>
              <a:ext uri="{FF2B5EF4-FFF2-40B4-BE49-F238E27FC236}">
                <a16:creationId xmlns:a16="http://schemas.microsoft.com/office/drawing/2014/main" id="{CD05948B-F459-46FB-B9E4-88B7F7FCBE8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7584126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6_Images &amp; Contents">
    <p:spTree>
      <p:nvGrpSpPr>
        <p:cNvPr id="1" name=""/>
        <p:cNvGrpSpPr/>
        <p:nvPr/>
      </p:nvGrpSpPr>
      <p:grpSpPr>
        <a:xfrm>
          <a:off x="0" y="0"/>
          <a:ext cx="0" cy="0"/>
          <a:chOff x="0" y="0"/>
          <a:chExt cx="0" cy="0"/>
        </a:xfrm>
      </p:grpSpPr>
      <p:sp>
        <p:nvSpPr>
          <p:cNvPr id="13" name="그림 개체 틀 12">
            <a:extLst>
              <a:ext uri="{FF2B5EF4-FFF2-40B4-BE49-F238E27FC236}">
                <a16:creationId xmlns:a16="http://schemas.microsoft.com/office/drawing/2014/main" id="{DCA9BD29-3335-49FC-8BD0-26E45751AC99}"/>
              </a:ext>
            </a:extLst>
          </p:cNvPr>
          <p:cNvSpPr>
            <a:spLocks noGrp="1"/>
          </p:cNvSpPr>
          <p:nvPr>
            <p:ph type="pic" sz="quarter" idx="10" hasCustomPrompt="1"/>
          </p:nvPr>
        </p:nvSpPr>
        <p:spPr>
          <a:xfrm>
            <a:off x="799070" y="1223317"/>
            <a:ext cx="5441094" cy="4721980"/>
          </a:xfrm>
          <a:custGeom>
            <a:avLst/>
            <a:gdLst>
              <a:gd name="connsiteX0" fmla="*/ 2090352 w 5441094"/>
              <a:gd name="connsiteY0" fmla="*/ 2977952 h 4721980"/>
              <a:gd name="connsiteX1" fmla="*/ 3101888 w 5441094"/>
              <a:gd name="connsiteY1" fmla="*/ 4721980 h 4721980"/>
              <a:gd name="connsiteX2" fmla="*/ 1078816 w 5441094"/>
              <a:gd name="connsiteY2" fmla="*/ 4721980 h 4721980"/>
              <a:gd name="connsiteX3" fmla="*/ 2191267 w 5441094"/>
              <a:gd name="connsiteY3" fmla="*/ 2940880 h 4721980"/>
              <a:gd name="connsiteX4" fmla="*/ 4155992 w 5441094"/>
              <a:gd name="connsiteY4" fmla="*/ 2940880 h 4721980"/>
              <a:gd name="connsiteX5" fmla="*/ 3173629 w 5441094"/>
              <a:gd name="connsiteY5" fmla="*/ 4634609 h 4721980"/>
              <a:gd name="connsiteX6" fmla="*/ 0 w 5441094"/>
              <a:gd name="connsiteY6" fmla="*/ 2928524 h 4721980"/>
              <a:gd name="connsiteX7" fmla="*/ 2023072 w 5441094"/>
              <a:gd name="connsiteY7" fmla="*/ 2928524 h 4721980"/>
              <a:gd name="connsiteX8" fmla="*/ 1011536 w 5441094"/>
              <a:gd name="connsiteY8" fmla="*/ 4672552 h 4721980"/>
              <a:gd name="connsiteX9" fmla="*/ 982363 w 5441094"/>
              <a:gd name="connsiteY9" fmla="*/ 1120204 h 4721980"/>
              <a:gd name="connsiteX10" fmla="*/ 1964725 w 5441094"/>
              <a:gd name="connsiteY10" fmla="*/ 2813933 h 4721980"/>
              <a:gd name="connsiteX11" fmla="*/ 0 w 5441094"/>
              <a:gd name="connsiteY11" fmla="*/ 2813933 h 4721980"/>
              <a:gd name="connsiteX12" fmla="*/ 3816180 w 5441094"/>
              <a:gd name="connsiteY12" fmla="*/ 12357 h 4721980"/>
              <a:gd name="connsiteX13" fmla="*/ 5441094 w 5441094"/>
              <a:gd name="connsiteY13" fmla="*/ 2813933 h 4721980"/>
              <a:gd name="connsiteX14" fmla="*/ 2191266 w 5441094"/>
              <a:gd name="connsiteY14" fmla="*/ 2813933 h 4721980"/>
              <a:gd name="connsiteX15" fmla="*/ 465439 w 5441094"/>
              <a:gd name="connsiteY15" fmla="*/ 0 h 4721980"/>
              <a:gd name="connsiteX16" fmla="*/ 3715267 w 5441094"/>
              <a:gd name="connsiteY16" fmla="*/ 0 h 4721980"/>
              <a:gd name="connsiteX17" fmla="*/ 2090353 w 5441094"/>
              <a:gd name="connsiteY17" fmla="*/ 2801576 h 472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41094" h="4721980">
                <a:moveTo>
                  <a:pt x="2090352" y="2977952"/>
                </a:moveTo>
                <a:lnTo>
                  <a:pt x="3101888" y="4721980"/>
                </a:lnTo>
                <a:lnTo>
                  <a:pt x="1078816" y="4721980"/>
                </a:lnTo>
                <a:close/>
                <a:moveTo>
                  <a:pt x="2191267" y="2940880"/>
                </a:moveTo>
                <a:lnTo>
                  <a:pt x="4155992" y="2940880"/>
                </a:lnTo>
                <a:lnTo>
                  <a:pt x="3173629" y="4634609"/>
                </a:lnTo>
                <a:close/>
                <a:moveTo>
                  <a:pt x="0" y="2928524"/>
                </a:moveTo>
                <a:lnTo>
                  <a:pt x="2023072" y="2928524"/>
                </a:lnTo>
                <a:lnTo>
                  <a:pt x="1011536" y="4672552"/>
                </a:lnTo>
                <a:close/>
                <a:moveTo>
                  <a:pt x="982363" y="1120204"/>
                </a:moveTo>
                <a:lnTo>
                  <a:pt x="1964725" y="2813933"/>
                </a:lnTo>
                <a:lnTo>
                  <a:pt x="0" y="2813933"/>
                </a:lnTo>
                <a:close/>
                <a:moveTo>
                  <a:pt x="3816180" y="12357"/>
                </a:moveTo>
                <a:lnTo>
                  <a:pt x="5441094" y="2813933"/>
                </a:lnTo>
                <a:lnTo>
                  <a:pt x="2191266" y="2813933"/>
                </a:lnTo>
                <a:close/>
                <a:moveTo>
                  <a:pt x="465439" y="0"/>
                </a:moveTo>
                <a:lnTo>
                  <a:pt x="3715267" y="0"/>
                </a:lnTo>
                <a:lnTo>
                  <a:pt x="2090353" y="2801576"/>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400"/>
            </a:lvl1pPr>
          </a:lstStyle>
          <a:p>
            <a:r>
              <a:rPr lang="en-US" altLang="ko-KR" dirty="0"/>
              <a:t>Your Picture Here send to back</a:t>
            </a:r>
            <a:endParaRPr lang="ko-KR" altLang="en-US" dirty="0"/>
          </a:p>
        </p:txBody>
      </p:sp>
    </p:spTree>
    <p:extLst>
      <p:ext uri="{BB962C8B-B14F-4D97-AF65-F5344CB8AC3E}">
        <p14:creationId xmlns:p14="http://schemas.microsoft.com/office/powerpoint/2010/main" val="30031744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0_Images and Contents Layout">
    <p:spTree>
      <p:nvGrpSpPr>
        <p:cNvPr id="1" name=""/>
        <p:cNvGrpSpPr/>
        <p:nvPr/>
      </p:nvGrpSpPr>
      <p:grpSpPr>
        <a:xfrm>
          <a:off x="0" y="0"/>
          <a:ext cx="0" cy="0"/>
          <a:chOff x="0" y="0"/>
          <a:chExt cx="0" cy="0"/>
        </a:xfrm>
      </p:grpSpPr>
      <p:sp>
        <p:nvSpPr>
          <p:cNvPr id="4" name="Picture Placeholder 2"/>
          <p:cNvSpPr>
            <a:spLocks noGrp="1"/>
          </p:cNvSpPr>
          <p:nvPr>
            <p:ph type="pic" idx="14" hasCustomPrompt="1"/>
          </p:nvPr>
        </p:nvSpPr>
        <p:spPr>
          <a:xfrm>
            <a:off x="4544297" y="553701"/>
            <a:ext cx="3387405" cy="2808624"/>
          </a:xfrm>
          <a:prstGeom prst="rect">
            <a:avLst/>
          </a:prstGeom>
          <a:solidFill>
            <a:schemeClr val="bg1">
              <a:lumMod val="95000"/>
            </a:schemeClr>
          </a:solidFill>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7" hasCustomPrompt="1"/>
          </p:nvPr>
        </p:nvSpPr>
        <p:spPr>
          <a:xfrm>
            <a:off x="8064908" y="3488723"/>
            <a:ext cx="3387405" cy="2808624"/>
          </a:xfrm>
          <a:prstGeom prst="rect">
            <a:avLst/>
          </a:prstGeom>
          <a:solidFill>
            <a:schemeClr val="bg1">
              <a:lumMod val="95000"/>
            </a:schemeClr>
          </a:solidFill>
          <a:ln w="38100">
            <a:noFill/>
          </a:ln>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Rectangle 1">
            <a:extLst>
              <a:ext uri="{FF2B5EF4-FFF2-40B4-BE49-F238E27FC236}">
                <a16:creationId xmlns:a16="http://schemas.microsoft.com/office/drawing/2014/main" id="{D96107BE-A57B-43A2-8162-9CC825B80B47}"/>
              </a:ext>
            </a:extLst>
          </p:cNvPr>
          <p:cNvSpPr/>
          <p:nvPr userDrawn="1"/>
        </p:nvSpPr>
        <p:spPr>
          <a:xfrm>
            <a:off x="8064908" y="553701"/>
            <a:ext cx="3387405" cy="2808312"/>
          </a:xfrm>
          <a:prstGeom prst="rect">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8" name="Rectangle 8">
            <a:extLst>
              <a:ext uri="{FF2B5EF4-FFF2-40B4-BE49-F238E27FC236}">
                <a16:creationId xmlns:a16="http://schemas.microsoft.com/office/drawing/2014/main" id="{B278EEC4-D011-4897-80FB-FEE45D61C9CB}"/>
              </a:ext>
            </a:extLst>
          </p:cNvPr>
          <p:cNvSpPr/>
          <p:nvPr userDrawn="1"/>
        </p:nvSpPr>
        <p:spPr>
          <a:xfrm>
            <a:off x="4544297" y="3489035"/>
            <a:ext cx="3387405" cy="2808312"/>
          </a:xfrm>
          <a:prstGeom prst="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23436331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_Images and Contents Layout">
    <p:bg>
      <p:bgPr>
        <a:solidFill>
          <a:schemeClr val="bg1"/>
        </a:solidFill>
        <a:effectLst/>
      </p:bgPr>
    </p:bg>
    <p:spTree>
      <p:nvGrpSpPr>
        <p:cNvPr id="1" name=""/>
        <p:cNvGrpSpPr/>
        <p:nvPr/>
      </p:nvGrpSpPr>
      <p:grpSpPr>
        <a:xfrm>
          <a:off x="0" y="0"/>
          <a:ext cx="0" cy="0"/>
          <a:chOff x="0" y="0"/>
          <a:chExt cx="0" cy="0"/>
        </a:xfrm>
      </p:grpSpPr>
      <p:sp>
        <p:nvSpPr>
          <p:cNvPr id="4" name="Picture Placeholder 2"/>
          <p:cNvSpPr>
            <a:spLocks noGrp="1"/>
          </p:cNvSpPr>
          <p:nvPr>
            <p:ph type="pic" idx="14" hasCustomPrompt="1"/>
          </p:nvPr>
        </p:nvSpPr>
        <p:spPr>
          <a:xfrm>
            <a:off x="211516" y="216000"/>
            <a:ext cx="5228944" cy="6426000"/>
          </a:xfrm>
          <a:prstGeom prst="rect">
            <a:avLst/>
          </a:prstGeom>
          <a:solidFill>
            <a:schemeClr val="bg1">
              <a:lumMod val="95000"/>
            </a:schemeClr>
          </a:solidFill>
        </p:spPr>
        <p:txBody>
          <a:bodyPr anchor="ctr"/>
          <a:lstStyle>
            <a:lvl1pPr marL="0" indent="0" algn="ctr">
              <a:buNone/>
              <a:defRPr sz="20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 </a:t>
            </a:r>
            <a:endParaRPr lang="ko-KR" altLang="en-US" dirty="0"/>
          </a:p>
        </p:txBody>
      </p:sp>
      <p:sp>
        <p:nvSpPr>
          <p:cNvPr id="2" name="직사각형 1">
            <a:extLst>
              <a:ext uri="{FF2B5EF4-FFF2-40B4-BE49-F238E27FC236}">
                <a16:creationId xmlns:a16="http://schemas.microsoft.com/office/drawing/2014/main" id="{2589C8AA-2D4C-4994-980A-55755859B752}"/>
              </a:ext>
            </a:extLst>
          </p:cNvPr>
          <p:cNvSpPr/>
          <p:nvPr userDrawn="1"/>
        </p:nvSpPr>
        <p:spPr>
          <a:xfrm>
            <a:off x="0" y="0"/>
            <a:ext cx="21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A449903D-1884-4F36-ADC7-5E445863E767}"/>
              </a:ext>
            </a:extLst>
          </p:cNvPr>
          <p:cNvSpPr/>
          <p:nvPr userDrawn="1"/>
        </p:nvSpPr>
        <p:spPr>
          <a:xfrm>
            <a:off x="11976000" y="0"/>
            <a:ext cx="21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43353408-014E-40E6-91DD-CB316B4EA769}"/>
              </a:ext>
            </a:extLst>
          </p:cNvPr>
          <p:cNvSpPr/>
          <p:nvPr userDrawn="1"/>
        </p:nvSpPr>
        <p:spPr>
          <a:xfrm>
            <a:off x="0" y="0"/>
            <a:ext cx="12192000" cy="2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E3769F56-512B-47D6-9A36-7436DFABFE7B}"/>
              </a:ext>
            </a:extLst>
          </p:cNvPr>
          <p:cNvSpPr/>
          <p:nvPr userDrawn="1"/>
        </p:nvSpPr>
        <p:spPr>
          <a:xfrm>
            <a:off x="0" y="6642000"/>
            <a:ext cx="12192000" cy="2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732481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4539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35271635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18103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5"/>
        <p:cNvGrpSpPr/>
        <p:nvPr/>
      </p:nvGrpSpPr>
      <p:grpSpPr>
        <a:xfrm>
          <a:off x="0" y="0"/>
          <a:ext cx="0" cy="0"/>
          <a:chOff x="0" y="0"/>
          <a:chExt cx="0" cy="0"/>
        </a:xfrm>
      </p:grpSpPr>
      <p:sp>
        <p:nvSpPr>
          <p:cNvPr id="66" name="Google Shape;66;p8"/>
          <p:cNvSpPr/>
          <p:nvPr/>
        </p:nvSpPr>
        <p:spPr>
          <a:xfrm>
            <a:off x="0" y="0"/>
            <a:ext cx="329600" cy="707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114454"/>
              </a:solidFill>
            </a:endParaRPr>
          </a:p>
        </p:txBody>
      </p:sp>
      <p:sp>
        <p:nvSpPr>
          <p:cNvPr id="67" name="Google Shape;67;p8"/>
          <p:cNvSpPr/>
          <p:nvPr/>
        </p:nvSpPr>
        <p:spPr>
          <a:xfrm>
            <a:off x="0" y="667500"/>
            <a:ext cx="6096000" cy="1411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8" name="Google Shape;68;p8"/>
          <p:cNvSpPr/>
          <p:nvPr/>
        </p:nvSpPr>
        <p:spPr>
          <a:xfrm>
            <a:off x="0" y="2071208"/>
            <a:ext cx="329600" cy="20436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9" name="Google Shape;69;p8"/>
          <p:cNvSpPr/>
          <p:nvPr/>
        </p:nvSpPr>
        <p:spPr>
          <a:xfrm>
            <a:off x="0" y="4114800"/>
            <a:ext cx="329600" cy="8072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 name="Google Shape;70;p8"/>
          <p:cNvSpPr/>
          <p:nvPr/>
        </p:nvSpPr>
        <p:spPr>
          <a:xfrm>
            <a:off x="0" y="4922000"/>
            <a:ext cx="329600" cy="1936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71" name="Google Shape;71;p8"/>
          <p:cNvCxnSpPr/>
          <p:nvPr/>
        </p:nvCxnSpPr>
        <p:spPr>
          <a:xfrm>
            <a:off x="1383267" y="1079633"/>
            <a:ext cx="0" cy="627600"/>
          </a:xfrm>
          <a:prstGeom prst="straightConnector1">
            <a:avLst/>
          </a:prstGeom>
          <a:noFill/>
          <a:ln w="9525" cap="flat" cmpd="sng">
            <a:solidFill>
              <a:schemeClr val="accent2"/>
            </a:solidFill>
            <a:prstDash val="solid"/>
            <a:round/>
            <a:headEnd type="none" w="med" len="med"/>
            <a:tailEnd type="none" w="med" len="med"/>
          </a:ln>
        </p:spPr>
      </p:cxnSp>
      <p:sp>
        <p:nvSpPr>
          <p:cNvPr id="72" name="Google Shape;72;p8"/>
          <p:cNvSpPr txBox="1">
            <a:spLocks noGrp="1"/>
          </p:cNvSpPr>
          <p:nvPr>
            <p:ph type="title"/>
          </p:nvPr>
        </p:nvSpPr>
        <p:spPr>
          <a:xfrm>
            <a:off x="1528033" y="707633"/>
            <a:ext cx="4278400" cy="13716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73" name="Google Shape;73;p8"/>
          <p:cNvSpPr txBox="1">
            <a:spLocks noGrp="1"/>
          </p:cNvSpPr>
          <p:nvPr>
            <p:ph type="sldNum" idx="12"/>
          </p:nvPr>
        </p:nvSpPr>
        <p:spPr>
          <a:xfrm>
            <a:off x="-68067" y="6425867"/>
            <a:ext cx="465600" cy="432000"/>
          </a:xfrm>
          <a:prstGeom prst="rect">
            <a:avLst/>
          </a:prstGeom>
        </p:spPr>
        <p:txBody>
          <a:bodyPr spcFirstLastPara="1" wrap="square" lIns="91425" tIns="91425" rIns="91425" bIns="91425" anchor="t" anchorCtr="0">
            <a:noAutofit/>
          </a:bodyPr>
          <a:lstStyle>
            <a:lvl1pPr lvl="0" algn="ctr" rtl="0">
              <a:buNone/>
              <a:defRPr sz="1067">
                <a:solidFill>
                  <a:srgbClr val="FFFFFF"/>
                </a:solidFill>
                <a:latin typeface="Roboto Slab"/>
                <a:ea typeface="Roboto Slab"/>
                <a:cs typeface="Roboto Slab"/>
                <a:sym typeface="Roboto Slab"/>
              </a:defRPr>
            </a:lvl1pPr>
            <a:lvl2pPr lvl="1" algn="ctr" rtl="0">
              <a:buNone/>
              <a:defRPr sz="1067">
                <a:solidFill>
                  <a:srgbClr val="FFFFFF"/>
                </a:solidFill>
                <a:latin typeface="Roboto Slab"/>
                <a:ea typeface="Roboto Slab"/>
                <a:cs typeface="Roboto Slab"/>
                <a:sym typeface="Roboto Slab"/>
              </a:defRPr>
            </a:lvl2pPr>
            <a:lvl3pPr lvl="2" algn="ctr" rtl="0">
              <a:buNone/>
              <a:defRPr sz="1067">
                <a:solidFill>
                  <a:srgbClr val="FFFFFF"/>
                </a:solidFill>
                <a:latin typeface="Roboto Slab"/>
                <a:ea typeface="Roboto Slab"/>
                <a:cs typeface="Roboto Slab"/>
                <a:sym typeface="Roboto Slab"/>
              </a:defRPr>
            </a:lvl3pPr>
            <a:lvl4pPr lvl="3" algn="ctr" rtl="0">
              <a:buNone/>
              <a:defRPr sz="1067">
                <a:solidFill>
                  <a:srgbClr val="FFFFFF"/>
                </a:solidFill>
                <a:latin typeface="Roboto Slab"/>
                <a:ea typeface="Roboto Slab"/>
                <a:cs typeface="Roboto Slab"/>
                <a:sym typeface="Roboto Slab"/>
              </a:defRPr>
            </a:lvl4pPr>
            <a:lvl5pPr lvl="4" algn="ctr" rtl="0">
              <a:buNone/>
              <a:defRPr sz="1067">
                <a:solidFill>
                  <a:srgbClr val="FFFFFF"/>
                </a:solidFill>
                <a:latin typeface="Roboto Slab"/>
                <a:ea typeface="Roboto Slab"/>
                <a:cs typeface="Roboto Slab"/>
                <a:sym typeface="Roboto Slab"/>
              </a:defRPr>
            </a:lvl5pPr>
            <a:lvl6pPr lvl="5" algn="ctr" rtl="0">
              <a:buNone/>
              <a:defRPr sz="1067">
                <a:solidFill>
                  <a:srgbClr val="FFFFFF"/>
                </a:solidFill>
                <a:latin typeface="Roboto Slab"/>
                <a:ea typeface="Roboto Slab"/>
                <a:cs typeface="Roboto Slab"/>
                <a:sym typeface="Roboto Slab"/>
              </a:defRPr>
            </a:lvl6pPr>
            <a:lvl7pPr lvl="6" algn="ctr" rtl="0">
              <a:buNone/>
              <a:defRPr sz="1067">
                <a:solidFill>
                  <a:srgbClr val="FFFFFF"/>
                </a:solidFill>
                <a:latin typeface="Roboto Slab"/>
                <a:ea typeface="Roboto Slab"/>
                <a:cs typeface="Roboto Slab"/>
                <a:sym typeface="Roboto Slab"/>
              </a:defRPr>
            </a:lvl7pPr>
            <a:lvl8pPr lvl="7" algn="ctr" rtl="0">
              <a:buNone/>
              <a:defRPr sz="1067">
                <a:solidFill>
                  <a:srgbClr val="FFFFFF"/>
                </a:solidFill>
                <a:latin typeface="Roboto Slab"/>
                <a:ea typeface="Roboto Slab"/>
                <a:cs typeface="Roboto Slab"/>
                <a:sym typeface="Roboto Slab"/>
              </a:defRPr>
            </a:lvl8pPr>
            <a:lvl9pPr lvl="8" algn="ctr" rtl="0">
              <a:buNone/>
              <a:defRPr sz="1067">
                <a:solidFill>
                  <a:srgbClr val="FFFFFF"/>
                </a:solidFill>
                <a:latin typeface="Roboto Slab"/>
                <a:ea typeface="Roboto Slab"/>
                <a:cs typeface="Roboto Slab"/>
                <a:sym typeface="Roboto Slab"/>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34745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 Half">
  <p:cSld name="Blank - Half">
    <p:bg>
      <p:bgPr>
        <a:solidFill>
          <a:schemeClr val="lt1"/>
        </a:solidFill>
        <a:effectLst/>
      </p:bgPr>
    </p:bg>
    <p:spTree>
      <p:nvGrpSpPr>
        <p:cNvPr id="1" name="Shape 166"/>
        <p:cNvGrpSpPr/>
        <p:nvPr/>
      </p:nvGrpSpPr>
      <p:grpSpPr>
        <a:xfrm>
          <a:off x="0" y="0"/>
          <a:ext cx="0" cy="0"/>
          <a:chOff x="0" y="0"/>
          <a:chExt cx="0" cy="0"/>
        </a:xfrm>
      </p:grpSpPr>
      <p:sp>
        <p:nvSpPr>
          <p:cNvPr id="167" name="Google Shape;167;p13"/>
          <p:cNvSpPr/>
          <p:nvPr/>
        </p:nvSpPr>
        <p:spPr>
          <a:xfrm rot="-1760302">
            <a:off x="6117867" y="849515"/>
            <a:ext cx="5608848" cy="5482596"/>
          </a:xfrm>
          <a:custGeom>
            <a:avLst/>
            <a:gdLst/>
            <a:ahLst/>
            <a:cxnLst/>
            <a:rect l="l" t="t" r="r" b="b"/>
            <a:pathLst>
              <a:path w="549996" h="559316" extrusionOk="0">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68" name="Google Shape;168;p13"/>
          <p:cNvSpPr txBox="1">
            <a:spLocks noGrp="1"/>
          </p:cNvSpPr>
          <p:nvPr>
            <p:ph type="sldNum" idx="12"/>
          </p:nvPr>
        </p:nvSpPr>
        <p:spPr>
          <a:xfrm>
            <a:off x="11205833" y="6257835"/>
            <a:ext cx="731600" cy="400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grpSp>
        <p:nvGrpSpPr>
          <p:cNvPr id="169" name="Google Shape;169;p13"/>
          <p:cNvGrpSpPr/>
          <p:nvPr/>
        </p:nvGrpSpPr>
        <p:grpSpPr>
          <a:xfrm>
            <a:off x="5836383" y="575418"/>
            <a:ext cx="5814403" cy="5707165"/>
            <a:chOff x="576654" y="555403"/>
            <a:chExt cx="3865959" cy="3794658"/>
          </a:xfrm>
        </p:grpSpPr>
        <p:sp>
          <p:nvSpPr>
            <p:cNvPr id="170" name="Google Shape;170;p13"/>
            <p:cNvSpPr/>
            <p:nvPr/>
          </p:nvSpPr>
          <p:spPr>
            <a:xfrm>
              <a:off x="619289" y="555403"/>
              <a:ext cx="3823324" cy="3794658"/>
            </a:xfrm>
            <a:custGeom>
              <a:avLst/>
              <a:gdLst/>
              <a:ahLst/>
              <a:cxnLst/>
              <a:rect l="l" t="t" r="r" b="b"/>
              <a:pathLst>
                <a:path w="1812002" h="1798416" extrusionOk="0">
                  <a:moveTo>
                    <a:pt x="1803580" y="754533"/>
                  </a:moveTo>
                  <a:cubicBezTo>
                    <a:pt x="1755126" y="365965"/>
                    <a:pt x="1420404" y="43389"/>
                    <a:pt x="1031243" y="5415"/>
                  </a:cubicBezTo>
                  <a:cubicBezTo>
                    <a:pt x="982060" y="-66"/>
                    <a:pt x="932504" y="-1381"/>
                    <a:pt x="883099" y="1447"/>
                  </a:cubicBezTo>
                  <a:cubicBezTo>
                    <a:pt x="873803" y="1973"/>
                    <a:pt x="873957" y="16794"/>
                    <a:pt x="883691" y="16246"/>
                  </a:cubicBezTo>
                  <a:cubicBezTo>
                    <a:pt x="1757494" y="-18263"/>
                    <a:pt x="2121442" y="1058868"/>
                    <a:pt x="1445508" y="1590605"/>
                  </a:cubicBezTo>
                  <a:cubicBezTo>
                    <a:pt x="1154174" y="1812547"/>
                    <a:pt x="730088" y="1849314"/>
                    <a:pt x="411765" y="1663262"/>
                  </a:cubicBezTo>
                  <a:cubicBezTo>
                    <a:pt x="67769" y="1470874"/>
                    <a:pt x="-50821" y="1022824"/>
                    <a:pt x="50843" y="658548"/>
                  </a:cubicBezTo>
                  <a:cubicBezTo>
                    <a:pt x="145996" y="257328"/>
                    <a:pt x="571617" y="-46393"/>
                    <a:pt x="981233" y="77876"/>
                  </a:cubicBezTo>
                  <a:cubicBezTo>
                    <a:pt x="990003" y="80529"/>
                    <a:pt x="993533" y="65949"/>
                    <a:pt x="984391" y="63186"/>
                  </a:cubicBezTo>
                  <a:cubicBezTo>
                    <a:pt x="621232" y="-46436"/>
                    <a:pt x="223477" y="180680"/>
                    <a:pt x="83292" y="523010"/>
                  </a:cubicBezTo>
                  <a:cubicBezTo>
                    <a:pt x="-163184" y="1097697"/>
                    <a:pt x="154152" y="1768368"/>
                    <a:pt x="813533" y="1796542"/>
                  </a:cubicBezTo>
                  <a:cubicBezTo>
                    <a:pt x="1393503" y="1832827"/>
                    <a:pt x="1882662" y="1337310"/>
                    <a:pt x="1803580" y="7545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71" name="Google Shape;171;p13"/>
            <p:cNvSpPr/>
            <p:nvPr/>
          </p:nvSpPr>
          <p:spPr>
            <a:xfrm>
              <a:off x="576654" y="3067330"/>
              <a:ext cx="620488" cy="986037"/>
            </a:xfrm>
            <a:custGeom>
              <a:avLst/>
              <a:gdLst/>
              <a:ahLst/>
              <a:cxnLst/>
              <a:rect l="l" t="t" r="r" b="b"/>
              <a:pathLst>
                <a:path w="294070" h="467316" extrusionOk="0">
                  <a:moveTo>
                    <a:pt x="291610" y="454155"/>
                  </a:moveTo>
                  <a:cubicBezTo>
                    <a:pt x="153814" y="339512"/>
                    <a:pt x="54825" y="179550"/>
                    <a:pt x="14308" y="4834"/>
                  </a:cubicBezTo>
                  <a:cubicBezTo>
                    <a:pt x="12116" y="-4528"/>
                    <a:pt x="-1872" y="1084"/>
                    <a:pt x="211" y="10007"/>
                  </a:cubicBezTo>
                  <a:cubicBezTo>
                    <a:pt x="42374" y="188276"/>
                    <a:pt x="141091" y="348128"/>
                    <a:pt x="281612" y="465666"/>
                  </a:cubicBezTo>
                  <a:cubicBezTo>
                    <a:pt x="288760" y="471585"/>
                    <a:pt x="298757" y="460141"/>
                    <a:pt x="291610" y="45415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72" name="Google Shape;172;p13"/>
            <p:cNvSpPr/>
            <p:nvPr/>
          </p:nvSpPr>
          <p:spPr>
            <a:xfrm>
              <a:off x="625052" y="3542878"/>
              <a:ext cx="246686" cy="335935"/>
            </a:xfrm>
            <a:custGeom>
              <a:avLst/>
              <a:gdLst/>
              <a:ahLst/>
              <a:cxnLst/>
              <a:rect l="l" t="t" r="r" b="b"/>
              <a:pathLst>
                <a:path w="116913" h="159211" extrusionOk="0">
                  <a:moveTo>
                    <a:pt x="114759" y="145770"/>
                  </a:moveTo>
                  <a:cubicBezTo>
                    <a:pt x="73155" y="104376"/>
                    <a:pt x="38848" y="56252"/>
                    <a:pt x="13292" y="3435"/>
                  </a:cubicBezTo>
                  <a:cubicBezTo>
                    <a:pt x="9193" y="-5027"/>
                    <a:pt x="-3195" y="3808"/>
                    <a:pt x="774" y="12030"/>
                  </a:cubicBezTo>
                  <a:cubicBezTo>
                    <a:pt x="27012" y="65964"/>
                    <a:pt x="62178" y="115053"/>
                    <a:pt x="104784" y="157258"/>
                  </a:cubicBezTo>
                  <a:cubicBezTo>
                    <a:pt x="111361" y="163814"/>
                    <a:pt x="121337" y="152303"/>
                    <a:pt x="114759" y="1457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73" name="Google Shape;173;p13"/>
            <p:cNvSpPr/>
            <p:nvPr/>
          </p:nvSpPr>
          <p:spPr>
            <a:xfrm>
              <a:off x="3508732" y="703042"/>
              <a:ext cx="736985" cy="678722"/>
            </a:xfrm>
            <a:custGeom>
              <a:avLst/>
              <a:gdLst/>
              <a:ahLst/>
              <a:cxnLst/>
              <a:rect l="l" t="t" r="r" b="b"/>
              <a:pathLst>
                <a:path w="349282" h="321669" extrusionOk="0">
                  <a:moveTo>
                    <a:pt x="348469" y="309928"/>
                  </a:moveTo>
                  <a:cubicBezTo>
                    <a:pt x="278003" y="170664"/>
                    <a:pt x="156037" y="58585"/>
                    <a:pt x="11050" y="551"/>
                  </a:cubicBezTo>
                  <a:cubicBezTo>
                    <a:pt x="2543" y="-2847"/>
                    <a:pt x="-4823" y="10439"/>
                    <a:pt x="3968" y="13969"/>
                  </a:cubicBezTo>
                  <a:cubicBezTo>
                    <a:pt x="146478" y="70973"/>
                    <a:pt x="266844" y="180859"/>
                    <a:pt x="335709" y="318194"/>
                  </a:cubicBezTo>
                  <a:cubicBezTo>
                    <a:pt x="339918" y="326613"/>
                    <a:pt x="352591" y="318107"/>
                    <a:pt x="348469" y="30992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74" name="Google Shape;174;p13"/>
            <p:cNvSpPr/>
            <p:nvPr/>
          </p:nvSpPr>
          <p:spPr>
            <a:xfrm>
              <a:off x="4237875" y="1405342"/>
              <a:ext cx="51220" cy="74504"/>
            </a:xfrm>
            <a:custGeom>
              <a:avLst/>
              <a:gdLst/>
              <a:ahLst/>
              <a:cxnLst/>
              <a:rect l="l" t="t" r="r" b="b"/>
              <a:pathLst>
                <a:path w="24275" h="35310" extrusionOk="0">
                  <a:moveTo>
                    <a:pt x="23295" y="23713"/>
                  </a:moveTo>
                  <a:lnTo>
                    <a:pt x="13692" y="3323"/>
                  </a:lnTo>
                  <a:cubicBezTo>
                    <a:pt x="8452" y="-4658"/>
                    <a:pt x="-3475" y="3191"/>
                    <a:pt x="975" y="11588"/>
                  </a:cubicBezTo>
                  <a:cubicBezTo>
                    <a:pt x="4176" y="18384"/>
                    <a:pt x="7371" y="25181"/>
                    <a:pt x="10556" y="31978"/>
                  </a:cubicBezTo>
                  <a:cubicBezTo>
                    <a:pt x="15906" y="39980"/>
                    <a:pt x="27745" y="32109"/>
                    <a:pt x="23295" y="237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sp>
        <p:nvSpPr>
          <p:cNvPr id="175" name="Google Shape;175;p13"/>
          <p:cNvSpPr/>
          <p:nvPr/>
        </p:nvSpPr>
        <p:spPr>
          <a:xfrm rot="2700000">
            <a:off x="6626279" y="1272902"/>
            <a:ext cx="267959" cy="230468"/>
          </a:xfrm>
          <a:custGeom>
            <a:avLst/>
            <a:gdLst/>
            <a:ahLst/>
            <a:cxnLst/>
            <a:rect l="l" t="t" r="r" b="b"/>
            <a:pathLst>
              <a:path w="95214" h="81892" extrusionOk="0">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76" name="Google Shape;176;p13"/>
          <p:cNvSpPr/>
          <p:nvPr/>
        </p:nvSpPr>
        <p:spPr>
          <a:xfrm rot="8434612">
            <a:off x="10414313" y="5279020"/>
            <a:ext cx="720367" cy="352413"/>
          </a:xfrm>
          <a:custGeom>
            <a:avLst/>
            <a:gdLst/>
            <a:ahLst/>
            <a:cxnLst/>
            <a:rect l="l" t="t" r="r" b="b"/>
            <a:pathLst>
              <a:path w="256043" h="125260" extrusionOk="0">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chemeClr val="dk1"/>
          </a:solidFill>
          <a:ln>
            <a:noFill/>
          </a:ln>
        </p:spPr>
        <p:txBody>
          <a:bodyPr spcFirstLastPara="1" wrap="square" lIns="121900" tIns="60933" rIns="121900" bIns="60933"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470047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960160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7933809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6188533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971603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548155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42956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128067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1758096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9667304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892362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556406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1218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9259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53833370"/>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95329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077533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0101207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85290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8753591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7056923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5601489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8890046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8848593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3486493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9029512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015995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11/19/2025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17540123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66337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9294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440236798"/>
      </p:ext>
    </p:extLst>
  </p:cSld>
  <p:clrMapOvr>
    <a:masterClrMapping/>
  </p:clrMapOvr>
  <p:transition spd="slow">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2238673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7610104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438596603"/>
      </p:ext>
    </p:extLst>
  </p:cSld>
  <p:clrMapOvr>
    <a:masterClrMapping/>
  </p:clrMapOvr>
  <p:transition spd="slow">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154952947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0669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1304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8353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2724054"/>
      </p:ext>
    </p:extLst>
  </p:cSld>
  <p:clrMapOvr>
    <a:masterClrMapping/>
  </p:clrMapOvr>
  <p:transition spd="slow">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כ"ח/חשון/תשפ"ו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722287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6970829"/>
      </p:ext>
    </p:extLst>
  </p:cSld>
  <p:clrMapOvr>
    <a:masterClrMapping/>
  </p:clrMapOvr>
  <p:transition spd="slow">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כ"ח/חשון/תשפ"ו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674904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969355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6482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כ"ח/חשון/תשפ"ו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16991365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462619"/>
      </p:ext>
    </p:extLst>
  </p:cSld>
  <p:clrMapOvr>
    <a:masterClrMapping/>
  </p:clrMapOvr>
  <p:transition>
    <p:fade/>
  </p:transition>
  <p:hf hd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כ"ח/חשון/תשפ"ו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964373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9344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2578633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1856025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8710568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475203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628323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5469452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326257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983768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4517859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5979016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02492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3.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heme" Target="../theme/theme4.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theme" Target="../theme/theme5.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theme" Target="../theme/theme6.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מציין מיקום טקסט 2"/>
          <p:cNvSpPr>
            <a:spLocks noGrp="1"/>
          </p:cNvSpPr>
          <p:nvPr>
            <p:ph type="body" idx="1"/>
          </p:nvPr>
        </p:nvSpPr>
        <p:spPr>
          <a:xfrm>
            <a:off x="932329" y="1047750"/>
            <a:ext cx="10421471" cy="5129213"/>
          </a:xfrm>
          <a:prstGeom prst="rect">
            <a:avLst/>
          </a:prstGeom>
        </p:spPr>
        <p:txBody>
          <a:bodyPr vert="horz" lIns="91440" tIns="45720" rIns="91440" bIns="45720" rtlCol="1">
            <a:normAutofit/>
          </a:bodyPr>
          <a:lstStyle/>
          <a:p>
            <a:pPr lvl="0"/>
            <a:r>
              <a:rPr lang="he-IL" dirty="0"/>
              <a:t> ערוך סגנונות טקסט של תבנית בסיס</a:t>
            </a:r>
          </a:p>
          <a:p>
            <a:pPr lvl="1"/>
            <a:r>
              <a:rPr lang="he-IL" dirty="0"/>
              <a:t>רמה שניה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E990EB88-C329-494B-8B0B-4F4C516259E7}" type="datetime1">
              <a:rPr lang="he-IL" smtClean="0">
                <a:solidFill>
                  <a:prstClr val="black">
                    <a:tint val="75000"/>
                  </a:prstClr>
                </a:solidFill>
              </a:rPr>
              <a:pPr/>
              <a:t>כ"ח/חשון/תשפ"ו</a:t>
            </a:fld>
            <a:endParaRPr lang="he-IL">
              <a:solidFill>
                <a:prstClr val="black">
                  <a:tint val="75000"/>
                </a:prstClr>
              </a:solidFill>
            </a:endParaRPr>
          </a:p>
        </p:txBody>
      </p:sp>
      <p:sp>
        <p:nvSpPr>
          <p:cNvPr id="5" name="מציין מיקום של כותרת תחתונה 4"/>
          <p:cNvSpPr>
            <a:spLocks noGrp="1"/>
          </p:cNvSpPr>
          <p:nvPr>
            <p:ph type="ftr" sz="quarter" idx="3"/>
          </p:nvPr>
        </p:nvSpPr>
        <p:spPr>
          <a:xfrm>
            <a:off x="4180619" y="6356349"/>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dirty="0">
              <a:solidFill>
                <a:prstClr val="black">
                  <a:tint val="75000"/>
                </a:prstClr>
              </a:solidFill>
            </a:endParaRPr>
          </a:p>
        </p:txBody>
      </p:sp>
      <p:sp>
        <p:nvSpPr>
          <p:cNvPr id="6" name="מציין מיקום של מספר שקופית 5"/>
          <p:cNvSpPr>
            <a:spLocks noGrp="1"/>
          </p:cNvSpPr>
          <p:nvPr>
            <p:ph type="sldNum" sz="quarter" idx="4"/>
          </p:nvPr>
        </p:nvSpPr>
        <p:spPr>
          <a:xfrm>
            <a:off x="932329" y="6356349"/>
            <a:ext cx="2933109"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4FAB73BC-B049-4115-A692-8D63A059BFB8}" type="slidenum">
              <a:rPr lang="he-IL" smtClean="0">
                <a:solidFill>
                  <a:prstClr val="black">
                    <a:tint val="75000"/>
                  </a:prstClr>
                </a:solidFill>
              </a:rPr>
              <a:pPr/>
              <a:t>‹#›</a:t>
            </a:fld>
            <a:endParaRPr lang="he-IL">
              <a:solidFill>
                <a:prstClr val="black">
                  <a:tint val="75000"/>
                </a:prstClr>
              </a:solidFill>
            </a:endParaRPr>
          </a:p>
        </p:txBody>
      </p:sp>
      <p:pic>
        <p:nvPicPr>
          <p:cNvPr id="7" name="תמונה 6"/>
          <p:cNvPicPr>
            <a:picLocks noChangeAspect="1"/>
          </p:cNvPicPr>
          <p:nvPr userDrawn="1"/>
        </p:nvPicPr>
        <p:blipFill rotWithShape="1">
          <a:blip r:embed="rId15" cstate="print">
            <a:extLst>
              <a:ext uri="{28A0092B-C50C-407E-A947-70E740481C1C}">
                <a14:useLocalDpi xmlns:a14="http://schemas.microsoft.com/office/drawing/2010/main" val="0"/>
              </a:ext>
            </a:extLst>
          </a:blip>
          <a:srcRect l="81250" t="11064" r="2652" b="15904"/>
          <a:stretch/>
        </p:blipFill>
        <p:spPr>
          <a:xfrm>
            <a:off x="82405" y="89696"/>
            <a:ext cx="671588" cy="675539"/>
          </a:xfrm>
          <a:prstGeom prst="rect">
            <a:avLst/>
          </a:prstGeom>
        </p:spPr>
      </p:pic>
      <p:cxnSp>
        <p:nvCxnSpPr>
          <p:cNvPr id="12" name="מחבר ישר 11"/>
          <p:cNvCxnSpPr>
            <a:cxnSpLocks/>
          </p:cNvCxnSpPr>
          <p:nvPr userDrawn="1"/>
        </p:nvCxnSpPr>
        <p:spPr>
          <a:xfrm>
            <a:off x="1524000" y="862141"/>
            <a:ext cx="9533709"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41802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736" r:id="rId13"/>
  </p:sldLayoutIdLst>
  <p:hf sldNum="0" hdr="0" ftr="0" dt="0"/>
  <p:txStyles>
    <p:titleStyle>
      <a:lvl1pPr algn="r" defTabSz="914400" rtl="1" eaLnBrk="1" latinLnBrk="0" hangingPunct="1">
        <a:lnSpc>
          <a:spcPct val="90000"/>
        </a:lnSpc>
        <a:spcBef>
          <a:spcPct val="0"/>
        </a:spcBef>
        <a:buNone/>
        <a:defRPr sz="4400" kern="1200">
          <a:solidFill>
            <a:srgbClr val="0368B0"/>
          </a:solidFill>
          <a:latin typeface="+mj-lt"/>
          <a:ea typeface="+mj-ea"/>
          <a:cs typeface="+mj-cs"/>
        </a:defRPr>
      </a:lvl1pPr>
    </p:titleStyle>
    <p:bodyStyle>
      <a:lvl1pPr marL="228600" indent="-228600" algn="r" defTabSz="914400" rtl="1" eaLnBrk="1" latinLnBrk="0" hangingPunct="1">
        <a:lnSpc>
          <a:spcPct val="90000"/>
        </a:lnSpc>
        <a:spcBef>
          <a:spcPts val="1000"/>
        </a:spcBef>
        <a:buFontTx/>
        <a:buBlip>
          <a:blip r:embed="rId16"/>
        </a:buBlip>
        <a:defRPr lang="he-IL" sz="2800" kern="1200" dirty="0" smtClean="0">
          <a:solidFill>
            <a:schemeClr val="tx1"/>
          </a:solidFill>
          <a:latin typeface="+mn-lt"/>
          <a:ea typeface="+mn-ea"/>
          <a:cs typeface="+mn-cs"/>
        </a:defRPr>
      </a:lvl1pPr>
      <a:lvl2pPr marL="685800" indent="-228600" algn="r" defTabSz="914400" rtl="1" eaLnBrk="1" latinLnBrk="0" hangingPunct="1">
        <a:lnSpc>
          <a:spcPct val="90000"/>
        </a:lnSpc>
        <a:spcBef>
          <a:spcPts val="500"/>
        </a:spcBef>
        <a:buFontTx/>
        <a:buBlip>
          <a:blip r:embed="rId17"/>
        </a:buBlip>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206812"/>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11/19/2025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8970084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11/19/2025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21415326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459855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03962992"/>
      </p:ext>
    </p:extLst>
  </p:cSld>
  <p:clrMap bg1="lt1" tx1="dk1" bg2="dk2" tx2="lt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1.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1.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1.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46.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7.png"/><Relationship Id="rId7"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50.xml"/><Relationship Id="rId6" Type="http://schemas.openxmlformats.org/officeDocument/2006/relationships/image" Target="../media/image33.png"/><Relationship Id="rId5" Type="http://schemas.openxmlformats.org/officeDocument/2006/relationships/image" Target="../media/image39.png"/><Relationship Id="rId4" Type="http://schemas.openxmlformats.org/officeDocument/2006/relationships/image" Target="../media/image38.sv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51.xml"/><Relationship Id="rId6" Type="http://schemas.openxmlformats.org/officeDocument/2006/relationships/image" Target="../media/image32.png"/><Relationship Id="rId5" Type="http://schemas.openxmlformats.org/officeDocument/2006/relationships/image" Target="../media/image42.sv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8.png"/><Relationship Id="rId4" Type="http://schemas.microsoft.com/office/2007/relationships/hdphoto" Target="../media/hdphoto1.wdp"/><Relationship Id="rId9"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9.png"/><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71.xml"/><Relationship Id="rId4" Type="http://schemas.openxmlformats.org/officeDocument/2006/relationships/image" Target="../media/image51.png"/></Relationships>
</file>

<file path=ppt/slides/_rels/slide17.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0.png"/><Relationship Id="rId3" Type="http://schemas.openxmlformats.org/officeDocument/2006/relationships/image" Target="../media/image53.svg"/><Relationship Id="rId7" Type="http://schemas.openxmlformats.org/officeDocument/2006/relationships/image" Target="../media/image57.svg"/><Relationship Id="rId12" Type="http://schemas.openxmlformats.org/officeDocument/2006/relationships/image" Target="../media/image35.png"/><Relationship Id="rId2" Type="http://schemas.openxmlformats.org/officeDocument/2006/relationships/image" Target="../media/image52.png"/><Relationship Id="rId1" Type="http://schemas.openxmlformats.org/officeDocument/2006/relationships/slideLayout" Target="../slideLayouts/slideLayout67.xml"/><Relationship Id="rId6" Type="http://schemas.openxmlformats.org/officeDocument/2006/relationships/image" Target="../media/image56.png"/><Relationship Id="rId11" Type="http://schemas.openxmlformats.org/officeDocument/2006/relationships/image" Target="../media/image34.png"/><Relationship Id="rId5" Type="http://schemas.openxmlformats.org/officeDocument/2006/relationships/image" Target="../media/image55.svg"/><Relationship Id="rId10"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59.svg"/><Relationship Id="rId1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svg"/><Relationship Id="rId18" Type="http://schemas.openxmlformats.org/officeDocument/2006/relationships/image" Target="../media/image35.png"/><Relationship Id="rId3" Type="http://schemas.openxmlformats.org/officeDocument/2006/relationships/image" Target="../media/image62.svg"/><Relationship Id="rId7" Type="http://schemas.openxmlformats.org/officeDocument/2006/relationships/image" Target="../media/image66.svg"/><Relationship Id="rId12" Type="http://schemas.openxmlformats.org/officeDocument/2006/relationships/image" Target="../media/image71.png"/><Relationship Id="rId17" Type="http://schemas.openxmlformats.org/officeDocument/2006/relationships/image" Target="../media/image34.png"/><Relationship Id="rId2" Type="http://schemas.openxmlformats.org/officeDocument/2006/relationships/image" Target="../media/image61.png"/><Relationship Id="rId16" Type="http://schemas.openxmlformats.org/officeDocument/2006/relationships/image" Target="../media/image33.png"/><Relationship Id="rId20" Type="http://schemas.openxmlformats.org/officeDocument/2006/relationships/image" Target="../media/image32.png"/><Relationship Id="rId1" Type="http://schemas.openxmlformats.org/officeDocument/2006/relationships/slideLayout" Target="../slideLayouts/slideLayout67.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64.svg"/><Relationship Id="rId15" Type="http://schemas.openxmlformats.org/officeDocument/2006/relationships/image" Target="../media/image74.svg"/><Relationship Id="rId10" Type="http://schemas.openxmlformats.org/officeDocument/2006/relationships/image" Target="../media/image69.png"/><Relationship Id="rId19" Type="http://schemas.openxmlformats.org/officeDocument/2006/relationships/image" Target="../media/image60.png"/><Relationship Id="rId4" Type="http://schemas.openxmlformats.org/officeDocument/2006/relationships/image" Target="../media/image63.png"/><Relationship Id="rId9" Type="http://schemas.openxmlformats.org/officeDocument/2006/relationships/image" Target="../media/image68.svg"/><Relationship Id="rId14" Type="http://schemas.openxmlformats.org/officeDocument/2006/relationships/image" Target="../media/image73.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6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50.xml"/><Relationship Id="rId6" Type="http://schemas.openxmlformats.org/officeDocument/2006/relationships/image" Target="../media/image79.svg"/><Relationship Id="rId11" Type="http://schemas.openxmlformats.org/officeDocument/2006/relationships/image" Target="../media/image35.png"/><Relationship Id="rId5" Type="http://schemas.openxmlformats.org/officeDocument/2006/relationships/image" Target="../media/image78.png"/><Relationship Id="rId10" Type="http://schemas.openxmlformats.org/officeDocument/2006/relationships/image" Target="../media/image34.png"/><Relationship Id="rId4" Type="http://schemas.openxmlformats.org/officeDocument/2006/relationships/image" Target="../media/image77.sv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6096000" y="1643230"/>
            <a:ext cx="997943" cy="241669"/>
            <a:chOff x="0" y="0"/>
            <a:chExt cx="1678175" cy="406400"/>
          </a:xfrm>
          <a:solidFill>
            <a:schemeClr val="bg1">
              <a:lumMod val="75000"/>
            </a:schemeClr>
          </a:solidFill>
        </p:grpSpPr>
        <p:sp>
          <p:nvSpPr>
            <p:cNvPr id="6" name="Freeform 6"/>
            <p:cNvSpPr/>
            <p:nvPr/>
          </p:nvSpPr>
          <p:spPr>
            <a:xfrm>
              <a:off x="0" y="0"/>
              <a:ext cx="1678175" cy="406400"/>
            </a:xfrm>
            <a:custGeom>
              <a:avLst/>
              <a:gdLst/>
              <a:ahLst/>
              <a:cxnLst/>
              <a:rect l="l" t="t" r="r" b="b"/>
              <a:pathLst>
                <a:path w="1678175" h="406400">
                  <a:moveTo>
                    <a:pt x="1474975" y="0"/>
                  </a:moveTo>
                  <a:cubicBezTo>
                    <a:pt x="1587200" y="0"/>
                    <a:pt x="1678175" y="90976"/>
                    <a:pt x="1678175" y="203200"/>
                  </a:cubicBezTo>
                  <a:cubicBezTo>
                    <a:pt x="1678175" y="315424"/>
                    <a:pt x="1587200" y="406400"/>
                    <a:pt x="1474975" y="406400"/>
                  </a:cubicBezTo>
                  <a:lnTo>
                    <a:pt x="203200" y="406400"/>
                  </a:lnTo>
                  <a:cubicBezTo>
                    <a:pt x="90976" y="406400"/>
                    <a:pt x="0" y="315424"/>
                    <a:pt x="0" y="203200"/>
                  </a:cubicBezTo>
                  <a:cubicBezTo>
                    <a:pt x="0" y="90976"/>
                    <a:pt x="90976" y="0"/>
                    <a:pt x="203200" y="0"/>
                  </a:cubicBezTo>
                  <a:close/>
                </a:path>
              </a:pathLst>
            </a:custGeom>
            <a:grpFill/>
          </p:spPr>
          <p:txBody>
            <a:bodyPr/>
            <a:lstStyle/>
            <a:p>
              <a:endParaRPr lang="he-IL"/>
            </a:p>
          </p:txBody>
        </p:sp>
        <p:sp>
          <p:nvSpPr>
            <p:cNvPr id="7" name="TextBox 7"/>
            <p:cNvSpPr txBox="1"/>
            <p:nvPr/>
          </p:nvSpPr>
          <p:spPr>
            <a:xfrm>
              <a:off x="0" y="-38100"/>
              <a:ext cx="1678175" cy="444500"/>
            </a:xfrm>
            <a:prstGeom prst="rect">
              <a:avLst/>
            </a:prstGeom>
            <a:grpFill/>
          </p:spPr>
          <p:txBody>
            <a:bodyPr lIns="33867" tIns="33867" rIns="33867" bIns="33867" rtlCol="0" anchor="ctr"/>
            <a:lstStyle/>
            <a:p>
              <a:pPr algn="ctr">
                <a:lnSpc>
                  <a:spcPts val="1773"/>
                </a:lnSpc>
                <a:spcBef>
                  <a:spcPct val="0"/>
                </a:spcBef>
              </a:pPr>
              <a:endParaRPr sz="1200"/>
            </a:p>
          </p:txBody>
        </p:sp>
      </p:grpSp>
      <p:sp>
        <p:nvSpPr>
          <p:cNvPr id="8" name="AutoShape 8"/>
          <p:cNvSpPr/>
          <p:nvPr/>
        </p:nvSpPr>
        <p:spPr>
          <a:xfrm>
            <a:off x="7093943" y="1751365"/>
            <a:ext cx="2417665" cy="25400"/>
          </a:xfrm>
          <a:prstGeom prst="line">
            <a:avLst/>
          </a:prstGeom>
          <a:ln w="38100" cap="flat">
            <a:solidFill>
              <a:schemeClr val="bg1">
                <a:lumMod val="50000"/>
              </a:schemeClr>
            </a:solidFill>
            <a:prstDash val="solid"/>
            <a:headEnd type="none" w="sm" len="sm"/>
            <a:tailEnd type="none" w="sm" len="sm"/>
          </a:ln>
        </p:spPr>
        <p:txBody>
          <a:bodyPr/>
          <a:lstStyle/>
          <a:p>
            <a:endParaRPr lang="he-IL"/>
          </a:p>
        </p:txBody>
      </p:sp>
      <p:grpSp>
        <p:nvGrpSpPr>
          <p:cNvPr id="9" name="Group 9"/>
          <p:cNvGrpSpPr/>
          <p:nvPr/>
        </p:nvGrpSpPr>
        <p:grpSpPr>
          <a:xfrm rot="-2700000">
            <a:off x="4899749" y="28416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txBody>
            <a:bodyPr/>
            <a:lstStyle/>
            <a:p>
              <a:endParaRPr lang="he-IL"/>
            </a:p>
          </p:txBody>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sp>
        <p:nvSpPr>
          <p:cNvPr id="16" name="TextBox 16"/>
          <p:cNvSpPr txBox="1"/>
          <p:nvPr/>
        </p:nvSpPr>
        <p:spPr>
          <a:xfrm>
            <a:off x="5533993" y="2015690"/>
            <a:ext cx="6902450" cy="4170116"/>
          </a:xfrm>
          <a:prstGeom prst="rect">
            <a:avLst/>
          </a:prstGeom>
        </p:spPr>
        <p:txBody>
          <a:bodyPr wrap="square" lIns="0" tIns="0" rIns="0" bIns="0" rtlCol="0" anchor="t">
            <a:spAutoFit/>
          </a:bodyPr>
          <a:lstStyle/>
          <a:p>
            <a:pPr algn="ctr">
              <a:lnSpc>
                <a:spcPts val="10517"/>
              </a:lnSpc>
            </a:pP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מכרז </a:t>
            </a:r>
            <a:r>
              <a:rPr lang="he-IL" sz="13800" b="1" dirty="0" err="1">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נות"ש</a:t>
            </a: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 </a:t>
            </a:r>
          </a:p>
          <a:p>
            <a:pPr algn="ctr">
              <a:lnSpc>
                <a:spcPts val="10517"/>
              </a:lnSpc>
            </a:pP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 </a:t>
            </a:r>
            <a:endParaRPr lang="en-US"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endParaRPr>
          </a:p>
        </p:txBody>
      </p:sp>
      <p:pic>
        <p:nvPicPr>
          <p:cNvPr id="12" name="Picture 8">
            <a:extLst>
              <a:ext uri="{FF2B5EF4-FFF2-40B4-BE49-F238E27FC236}">
                <a16:creationId xmlns:a16="http://schemas.microsoft.com/office/drawing/2014/main" id="{F18D3A8A-A6E2-4418-AC48-1A9D67D48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403" y="2562131"/>
            <a:ext cx="3776712" cy="3985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3482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3403" y="173542"/>
            <a:ext cx="1068977" cy="99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58ECFF13-AD49-4A84-A314-DDA8ACF884F2}"/>
              </a:ext>
            </a:extLst>
          </p:cNvPr>
          <p:cNvSpPr txBox="1"/>
          <p:nvPr/>
        </p:nvSpPr>
        <p:spPr>
          <a:xfrm>
            <a:off x="6621553" y="55332"/>
            <a:ext cx="7011988"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altLang="ko-KR" sz="5000" b="1" i="0" u="none" strike="noStrike" kern="1200" cap="none" spc="0" normalizeH="0" baseline="0" noProof="0" dirty="0">
                <a:ln>
                  <a:noFill/>
                </a:ln>
                <a:solidFill>
                  <a:srgbClr val="1F497D">
                    <a:lumMod val="75000"/>
                  </a:srgbClr>
                </a:solidFill>
                <a:effectLst>
                  <a:outerShdw blurRad="38100" dist="38100" dir="2700000" algn="tl">
                    <a:srgbClr val="000000">
                      <a:alpha val="43137"/>
                    </a:srgbClr>
                  </a:outerShdw>
                </a:effectLst>
                <a:uLnTx/>
                <a:uFillTx/>
                <a:latin typeface="Calibri Light" panose="020F0302020204030204" pitchFamily="34" charset="0"/>
                <a:cs typeface="Calibri Light" panose="020F0302020204030204" pitchFamily="34" charset="0"/>
              </a:rPr>
              <a:t>מטרה : </a:t>
            </a:r>
            <a:endParaRPr kumimoji="0" lang="en-US" altLang="ko-KR" sz="2000" b="1" i="0" u="none" strike="noStrike" kern="1200" cap="none" spc="0" normalizeH="0" baseline="0" noProof="0" dirty="0">
              <a:ln>
                <a:noFill/>
              </a:ln>
              <a:solidFill>
                <a:srgbClr val="1F497D">
                  <a:lumMod val="75000"/>
                </a:srgbClr>
              </a:solidFill>
              <a:effectLst>
                <a:outerShdw blurRad="38100" dist="38100" dir="2700000" algn="tl">
                  <a:srgbClr val="000000">
                    <a:alpha val="43137"/>
                  </a:srgbClr>
                </a:outerShdw>
              </a:effectLst>
              <a:uLnTx/>
              <a:uFillTx/>
              <a:latin typeface="Calibri Light" panose="020F0302020204030204" pitchFamily="34" charset="0"/>
              <a:cs typeface="Calibri Light" panose="020F0302020204030204" pitchFamily="34" charset="0"/>
            </a:endParaRPr>
          </a:p>
        </p:txBody>
      </p:sp>
      <p:sp>
        <p:nvSpPr>
          <p:cNvPr id="4" name="TextBox 3"/>
          <p:cNvSpPr txBox="1"/>
          <p:nvPr/>
        </p:nvSpPr>
        <p:spPr>
          <a:xfrm>
            <a:off x="1816662" y="917106"/>
            <a:ext cx="9402736" cy="5786199"/>
          </a:xfrm>
          <a:prstGeom prst="rect">
            <a:avLst/>
          </a:prstGeom>
          <a:noFill/>
        </p:spPr>
        <p:txBody>
          <a:bodyPr wrap="square" rtlCol="1">
            <a:spAutoFit/>
          </a:bodyPr>
          <a:lstStyle/>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באופן תכליתם של המכרז וההתקשרות הינה הבטחה של מתן שירותי סיעוד איכותיים ככל שניתן לזכאים לגמלת סיעוד. זאת, תוך שמירה על זכויותיהן של המטפלות ומתן תשלום הוגן לנותני השירותים.</a:t>
            </a:r>
          </a:p>
          <a:p>
            <a:pPr marL="0" indent="0">
              <a:buNone/>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מכרז הכולל הגדרה של מספר מינימאלי של נותני שירותים בכל אזור,  תנאי סף ו 7 פרמטרים שונים של איכות וניקודם על פיהם תושלם מכסת המינימום לכול אזור. </a:t>
            </a:r>
          </a:p>
          <a:p>
            <a:pPr marL="0" indent="0">
              <a:buNone/>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מכרז פתוח גם למתמודדים חדשים עם רקע בתחום הזקנה. </a:t>
            </a:r>
          </a:p>
          <a:p>
            <a:pPr marL="0" indent="0">
              <a:buNone/>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החוזה המצורף למכרז, מעניק למוסד שורה של כלים ניהוליים חדשים, שאינם קיימים היום, שתכליתם להבטיח שירות איכותי מיטבי לזכאי; וכן גמישות ניהולית לצורך הכתבת מדיניותו, והתמודדות עם נסיבות משתנות.</a:t>
            </a:r>
          </a:p>
          <a:p>
            <a:pPr marL="0" indent="0">
              <a:buNone/>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שינוי במבנה התעריף שנועד לבטל את תוספת הרווח לחברה בגין החמרה במצב הזכאי ומתן רמת זכאות גבוהה יותר. </a:t>
            </a:r>
          </a:p>
          <a:p>
            <a:pPr algn="r" rtl="1"/>
            <a:endParaRPr lang="en-US" sz="1000" dirty="0"/>
          </a:p>
        </p:txBody>
      </p:sp>
      <p:sp>
        <p:nvSpPr>
          <p:cNvPr id="9" name="תיבת טקסט 8">
            <a:extLst>
              <a:ext uri="{FF2B5EF4-FFF2-40B4-BE49-F238E27FC236}">
                <a16:creationId xmlns:a16="http://schemas.microsoft.com/office/drawing/2014/main" id="{EB038392-E931-495A-8732-2AE274BB58AB}"/>
              </a:ext>
            </a:extLst>
          </p:cNvPr>
          <p:cNvSpPr txBox="1"/>
          <p:nvPr/>
        </p:nvSpPr>
        <p:spPr>
          <a:xfrm>
            <a:off x="5580917" y="5494710"/>
            <a:ext cx="6097464" cy="369332"/>
          </a:xfrm>
          <a:prstGeom prst="rect">
            <a:avLst/>
          </a:prstGeom>
          <a:noFill/>
        </p:spPr>
        <p:txBody>
          <a:bodyPr wrap="square">
            <a:spAutoFit/>
          </a:bodyPr>
          <a:lstStyle/>
          <a:p>
            <a:endParaRPr lang="he-IL" dirty="0"/>
          </a:p>
        </p:txBody>
      </p:sp>
      <p:pic>
        <p:nvPicPr>
          <p:cNvPr id="2" name="תמונה 1">
            <a:extLst>
              <a:ext uri="{FF2B5EF4-FFF2-40B4-BE49-F238E27FC236}">
                <a16:creationId xmlns:a16="http://schemas.microsoft.com/office/drawing/2014/main" id="{AE0E12E5-E1B2-4422-A7D9-2BF4D7404E9B}"/>
              </a:ext>
            </a:extLst>
          </p:cNvPr>
          <p:cNvPicPr>
            <a:picLocks noChangeAspect="1"/>
          </p:cNvPicPr>
          <p:nvPr/>
        </p:nvPicPr>
        <p:blipFill>
          <a:blip r:embed="rId4"/>
          <a:stretch>
            <a:fillRect/>
          </a:stretch>
        </p:blipFill>
        <p:spPr>
          <a:xfrm>
            <a:off x="123290" y="4643919"/>
            <a:ext cx="1972637" cy="2169794"/>
          </a:xfrm>
          <a:prstGeom prst="rect">
            <a:avLst/>
          </a:prstGeom>
        </p:spPr>
      </p:pic>
    </p:spTree>
    <p:extLst>
      <p:ext uri="{BB962C8B-B14F-4D97-AF65-F5344CB8AC3E}">
        <p14:creationId xmlns:p14="http://schemas.microsoft.com/office/powerpoint/2010/main" val="3129671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3403" y="173542"/>
            <a:ext cx="1068977" cy="99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58ECFF13-AD49-4A84-A314-DDA8ACF884F2}"/>
              </a:ext>
            </a:extLst>
          </p:cNvPr>
          <p:cNvSpPr txBox="1"/>
          <p:nvPr/>
        </p:nvSpPr>
        <p:spPr>
          <a:xfrm>
            <a:off x="5306462" y="172162"/>
            <a:ext cx="7011988"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altLang="ko-KR" sz="5000" b="1" i="0" strike="noStrike" kern="1200" cap="none" spc="0" normalizeH="0" baseline="0" noProof="0" dirty="0">
                <a:ln>
                  <a:noFill/>
                </a:ln>
                <a:solidFill>
                  <a:srgbClr val="1F497D">
                    <a:lumMod val="75000"/>
                  </a:srgbClr>
                </a:solidFill>
                <a:effectLst>
                  <a:outerShdw blurRad="38100" dist="38100" dir="2700000" algn="tl">
                    <a:srgbClr val="000000">
                      <a:alpha val="43137"/>
                    </a:srgbClr>
                  </a:outerShdw>
                </a:effectLst>
                <a:uLnTx/>
                <a:uFillTx/>
                <a:latin typeface="Calibri Light" panose="020F0302020204030204" pitchFamily="34" charset="0"/>
                <a:cs typeface="Calibri Light" panose="020F0302020204030204" pitchFamily="34" charset="0"/>
              </a:rPr>
              <a:t>עיקרי ה</a:t>
            </a:r>
            <a:r>
              <a:rPr lang="he-IL" altLang="ko-KR" sz="50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דברים מפס"ד: </a:t>
            </a:r>
            <a:endParaRPr kumimoji="0" lang="en-US" altLang="ko-KR" sz="2000" b="1" i="0" u="none" strike="noStrike" kern="1200" cap="none" spc="0" normalizeH="0" baseline="0" noProof="0" dirty="0">
              <a:ln>
                <a:noFill/>
              </a:ln>
              <a:solidFill>
                <a:srgbClr val="1F497D">
                  <a:lumMod val="75000"/>
                </a:srgbClr>
              </a:solidFill>
              <a:effectLst/>
              <a:uLnTx/>
              <a:uFillTx/>
              <a:latin typeface="Calibri Light" panose="020F0302020204030204" pitchFamily="34" charset="0"/>
              <a:cs typeface="Calibri Light" panose="020F0302020204030204" pitchFamily="34" charset="0"/>
            </a:endParaRPr>
          </a:p>
        </p:txBody>
      </p:sp>
      <p:sp>
        <p:nvSpPr>
          <p:cNvPr id="4" name="TextBox 3"/>
          <p:cNvSpPr txBox="1"/>
          <p:nvPr/>
        </p:nvSpPr>
        <p:spPr>
          <a:xfrm>
            <a:off x="1816662" y="917106"/>
            <a:ext cx="9402736" cy="6549485"/>
          </a:xfrm>
          <a:prstGeom prst="rect">
            <a:avLst/>
          </a:prstGeom>
          <a:noFill/>
        </p:spPr>
        <p:txBody>
          <a:bodyPr wrap="square" rtlCol="1">
            <a:spAutoFit/>
          </a:bodyPr>
          <a:lstStyle/>
          <a:p>
            <a:pPr marL="342900" indent="-342900">
              <a:buFont typeface="Wingdings" panose="05000000000000000000" pitchFamily="2" charset="2"/>
              <a:buChar char="Ø"/>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הרוב המוחלט של טענות העותרים נדחה. ( הוגשו 8 עתירות)</a:t>
            </a:r>
          </a:p>
          <a:p>
            <a:pPr marL="342900" indent="-342900">
              <a:buFont typeface="Wingdings" panose="05000000000000000000" pitchFamily="2" charset="2"/>
              <a:buChar char="Ø"/>
            </a:pPr>
            <a:endParaRPr lang="he-IL" sz="2400" b="1" dirty="0">
              <a:solidFill>
                <a:srgbClr val="0070C0"/>
              </a:solidFill>
              <a:latin typeface="Calibri Light" panose="020F0302020204030204" pitchFamily="34" charset="0"/>
              <a:cs typeface="Calibri Light" panose="020F0302020204030204" pitchFamily="34" charset="0"/>
            </a:endParaRPr>
          </a:p>
          <a:p>
            <a:pPr marL="342900" lvl="0" indent="-342900" algn="r" rtl="1">
              <a:lnSpc>
                <a:spcPct val="115000"/>
              </a:lnSpc>
              <a:spcAft>
                <a:spcPts val="300"/>
              </a:spcAft>
              <a:buFont typeface="Wingdings" panose="05000000000000000000" pitchFamily="2" charset="2"/>
              <a:buChar char="Ø"/>
              <a:tabLst>
                <a:tab pos="457200" algn="l"/>
              </a:tabLst>
            </a:pPr>
            <a:r>
              <a:rPr lang="he-IL" sz="2400" b="1" dirty="0">
                <a:solidFill>
                  <a:srgbClr val="0070C0"/>
                </a:solidFill>
                <a:latin typeface="Calibri Light" panose="020F0302020204030204" pitchFamily="34" charset="0"/>
                <a:cs typeface="Calibri Light" panose="020F0302020204030204" pitchFamily="34" charset="0"/>
              </a:rPr>
              <a:t>זמן מעבר בין מטופלים – ביהמ"ש מתערב ברכיב זה, וקובע שהמדגם שנערך הוא קטן מידי, על פרק זמן קצר מידי, וכי "נדרשת העמקת חקר". ביהמ"ש מחזיר את הדיון לוועדה כדי שתקיים דיון מחדש על מספר גדול יותר של מטפלות, לאורך תקופה ממושכת ועדכנית תוך קיום מחדש על יסוד הנתונים שייאספו, וכן בשאלה האם יש מקום לשנות את המגבלה של שעה אחת בלבד. </a:t>
            </a:r>
          </a:p>
          <a:p>
            <a:pPr marL="342900" indent="-342900">
              <a:lnSpc>
                <a:spcPct val="115000"/>
              </a:lnSpc>
              <a:spcAft>
                <a:spcPts val="300"/>
              </a:spcAft>
              <a:buFont typeface="Wingdings" panose="05000000000000000000" pitchFamily="2" charset="2"/>
              <a:buChar char="Ø"/>
              <a:tabLst>
                <a:tab pos="457200" algn="l"/>
              </a:tabLst>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lnSpc>
                <a:spcPct val="115000"/>
              </a:lnSpc>
              <a:spcAft>
                <a:spcPts val="300"/>
              </a:spcAft>
              <a:buFont typeface="Wingdings" panose="05000000000000000000" pitchFamily="2" charset="2"/>
              <a:buChar char="Ø"/>
              <a:tabLst>
                <a:tab pos="457200" algn="l"/>
              </a:tabLst>
            </a:pPr>
            <a:r>
              <a:rPr lang="he-IL" sz="2400" b="1" dirty="0">
                <a:solidFill>
                  <a:srgbClr val="0070C0"/>
                </a:solidFill>
                <a:latin typeface="Calibri Light" panose="020F0302020204030204" pitchFamily="34" charset="0"/>
                <a:cs typeface="Calibri Light" panose="020F0302020204030204" pitchFamily="34" charset="0"/>
              </a:rPr>
              <a:t>דרישה לאישור רשויות המס – הוראת המכרז תתוקן, כך שהמכרז יסתפק באישור המייצג לגבי הסיווג, וכן אישור על כך שהוגשה בקשה לרשות </a:t>
            </a:r>
            <a:r>
              <a:rPr lang="he-IL" sz="2400" b="1" dirty="0" err="1">
                <a:solidFill>
                  <a:srgbClr val="0070C0"/>
                </a:solidFill>
                <a:latin typeface="Calibri Light" panose="020F0302020204030204" pitchFamily="34" charset="0"/>
                <a:cs typeface="Calibri Light" panose="020F0302020204030204" pitchFamily="34" charset="0"/>
              </a:rPr>
              <a:t>המסים</a:t>
            </a:r>
            <a:r>
              <a:rPr lang="he-IL" sz="2400" b="1" dirty="0">
                <a:solidFill>
                  <a:srgbClr val="0070C0"/>
                </a:solidFill>
                <a:latin typeface="Calibri Light" panose="020F0302020204030204" pitchFamily="34" charset="0"/>
                <a:cs typeface="Calibri Light" panose="020F0302020204030204" pitchFamily="34" charset="0"/>
              </a:rPr>
              <a:t> מבעוד מועד, ובכך שתונח דעתה של הוועדה שאי קבלת האישור אינה נובעת מסיבות הקשורות במציע</a:t>
            </a:r>
            <a:endParaRPr lang="en-US" sz="2400" b="1" dirty="0">
              <a:solidFill>
                <a:srgbClr val="0070C0"/>
              </a:solidFill>
              <a:latin typeface="Calibri Light" panose="020F0302020204030204" pitchFamily="34" charset="0"/>
              <a:cs typeface="Calibri Light" panose="020F0302020204030204" pitchFamily="34" charset="0"/>
            </a:endParaRPr>
          </a:p>
          <a:p>
            <a:pPr marL="342900" lvl="0" indent="-342900" algn="r" rtl="1">
              <a:lnSpc>
                <a:spcPct val="115000"/>
              </a:lnSpc>
              <a:spcAft>
                <a:spcPts val="300"/>
              </a:spcAft>
              <a:buFont typeface="Wingdings" panose="05000000000000000000" pitchFamily="2" charset="2"/>
              <a:buChar char="Ø"/>
              <a:tabLst>
                <a:tab pos="457200" algn="l"/>
              </a:tabLst>
            </a:pPr>
            <a:endParaRPr lang="en-US"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he-IL" sz="2400" b="1" dirty="0">
              <a:solidFill>
                <a:srgbClr val="0070C0"/>
              </a:solidFill>
              <a:latin typeface="Calibri Light" panose="020F0302020204030204" pitchFamily="34" charset="0"/>
              <a:cs typeface="Calibri Light" panose="020F0302020204030204" pitchFamily="34" charset="0"/>
            </a:endParaRPr>
          </a:p>
          <a:p>
            <a:pPr marL="171450" indent="-171450" algn="r" rtl="1">
              <a:buFont typeface="Wingdings" panose="05000000000000000000" pitchFamily="2" charset="2"/>
              <a:buChar char="Ø"/>
            </a:pPr>
            <a:endParaRPr lang="en-US" sz="1000" dirty="0"/>
          </a:p>
        </p:txBody>
      </p:sp>
      <p:sp>
        <p:nvSpPr>
          <p:cNvPr id="9" name="תיבת טקסט 8">
            <a:extLst>
              <a:ext uri="{FF2B5EF4-FFF2-40B4-BE49-F238E27FC236}">
                <a16:creationId xmlns:a16="http://schemas.microsoft.com/office/drawing/2014/main" id="{EB038392-E931-495A-8732-2AE274BB58AB}"/>
              </a:ext>
            </a:extLst>
          </p:cNvPr>
          <p:cNvSpPr txBox="1"/>
          <p:nvPr/>
        </p:nvSpPr>
        <p:spPr>
          <a:xfrm>
            <a:off x="5580917" y="5494710"/>
            <a:ext cx="6097464" cy="369332"/>
          </a:xfrm>
          <a:prstGeom prst="rect">
            <a:avLst/>
          </a:prstGeom>
          <a:noFill/>
        </p:spPr>
        <p:txBody>
          <a:bodyPr wrap="square">
            <a:spAutoFit/>
          </a:bodyPr>
          <a:lstStyle/>
          <a:p>
            <a:endParaRPr lang="he-IL" dirty="0"/>
          </a:p>
        </p:txBody>
      </p:sp>
      <p:pic>
        <p:nvPicPr>
          <p:cNvPr id="3080" name="Picture 8" descr="פסק דין – לשכת חוקרים פרטיים">
            <a:extLst>
              <a:ext uri="{FF2B5EF4-FFF2-40B4-BE49-F238E27FC236}">
                <a16:creationId xmlns:a16="http://schemas.microsoft.com/office/drawing/2014/main" id="{78FEFBAF-0ECF-4ED7-856C-BAE0A127CF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69" y="5311739"/>
            <a:ext cx="1929481" cy="154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373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3403" y="173542"/>
            <a:ext cx="1068977" cy="99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58ECFF13-AD49-4A84-A314-DDA8ACF884F2}"/>
              </a:ext>
            </a:extLst>
          </p:cNvPr>
          <p:cNvSpPr txBox="1"/>
          <p:nvPr/>
        </p:nvSpPr>
        <p:spPr>
          <a:xfrm>
            <a:off x="5306462" y="172162"/>
            <a:ext cx="7011988"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altLang="ko-KR" sz="5000" b="1" i="0" strike="noStrike" kern="1200" cap="none" spc="0" normalizeH="0" baseline="0" noProof="0" dirty="0">
                <a:ln>
                  <a:noFill/>
                </a:ln>
                <a:solidFill>
                  <a:srgbClr val="1F497D">
                    <a:lumMod val="75000"/>
                  </a:srgbClr>
                </a:solidFill>
                <a:effectLst>
                  <a:outerShdw blurRad="38100" dist="38100" dir="2700000" algn="tl">
                    <a:srgbClr val="000000">
                      <a:alpha val="43137"/>
                    </a:srgbClr>
                  </a:outerShdw>
                </a:effectLst>
                <a:uLnTx/>
                <a:uFillTx/>
                <a:latin typeface="Calibri Light" panose="020F0302020204030204" pitchFamily="34" charset="0"/>
                <a:cs typeface="Calibri Light" panose="020F0302020204030204" pitchFamily="34" charset="0"/>
              </a:rPr>
              <a:t>עיקרי ה</a:t>
            </a:r>
            <a:r>
              <a:rPr lang="he-IL" altLang="ko-KR" sz="50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דברים מפס"ד: </a:t>
            </a:r>
            <a:endParaRPr kumimoji="0" lang="en-US" altLang="ko-KR" sz="2000" b="1" i="0" u="none" strike="noStrike" kern="1200" cap="none" spc="0" normalizeH="0" baseline="0" noProof="0" dirty="0">
              <a:ln>
                <a:noFill/>
              </a:ln>
              <a:solidFill>
                <a:srgbClr val="1F497D">
                  <a:lumMod val="75000"/>
                </a:srgbClr>
              </a:solidFill>
              <a:effectLst/>
              <a:uLnTx/>
              <a:uFillTx/>
              <a:latin typeface="Calibri Light" panose="020F0302020204030204" pitchFamily="34" charset="0"/>
              <a:cs typeface="Calibri Light" panose="020F0302020204030204" pitchFamily="34" charset="0"/>
            </a:endParaRPr>
          </a:p>
        </p:txBody>
      </p:sp>
      <p:sp>
        <p:nvSpPr>
          <p:cNvPr id="4" name="TextBox 3"/>
          <p:cNvSpPr txBox="1"/>
          <p:nvPr/>
        </p:nvSpPr>
        <p:spPr>
          <a:xfrm>
            <a:off x="1816662" y="917106"/>
            <a:ext cx="9402736" cy="615553"/>
          </a:xfrm>
          <a:prstGeom prst="rect">
            <a:avLst/>
          </a:prstGeom>
          <a:noFill/>
        </p:spPr>
        <p:txBody>
          <a:bodyPr wrap="square" rtlCol="1">
            <a:spAutoFit/>
          </a:bodyPr>
          <a:lstStyle/>
          <a:p>
            <a:pPr marL="342900" indent="-342900">
              <a:buFont typeface="Wingdings" panose="05000000000000000000" pitchFamily="2" charset="2"/>
              <a:buChar char="Ø"/>
            </a:pPr>
            <a:endParaRPr lang="he-IL" sz="2400" b="1" dirty="0">
              <a:solidFill>
                <a:srgbClr val="0070C0"/>
              </a:solidFill>
              <a:latin typeface="Calibri Light" panose="020F0302020204030204" pitchFamily="34" charset="0"/>
              <a:cs typeface="Calibri Light" panose="020F0302020204030204" pitchFamily="34" charset="0"/>
            </a:endParaRPr>
          </a:p>
          <a:p>
            <a:pPr marL="171450" indent="-171450" algn="r" rtl="1">
              <a:buFont typeface="Wingdings" panose="05000000000000000000" pitchFamily="2" charset="2"/>
              <a:buChar char="Ø"/>
            </a:pPr>
            <a:endParaRPr lang="en-US" sz="1000" dirty="0"/>
          </a:p>
        </p:txBody>
      </p:sp>
      <p:sp>
        <p:nvSpPr>
          <p:cNvPr id="9" name="תיבת טקסט 8">
            <a:extLst>
              <a:ext uri="{FF2B5EF4-FFF2-40B4-BE49-F238E27FC236}">
                <a16:creationId xmlns:a16="http://schemas.microsoft.com/office/drawing/2014/main" id="{EB038392-E931-495A-8732-2AE274BB58AB}"/>
              </a:ext>
            </a:extLst>
          </p:cNvPr>
          <p:cNvSpPr txBox="1"/>
          <p:nvPr/>
        </p:nvSpPr>
        <p:spPr>
          <a:xfrm>
            <a:off x="5580917" y="5494710"/>
            <a:ext cx="6097464" cy="369332"/>
          </a:xfrm>
          <a:prstGeom prst="rect">
            <a:avLst/>
          </a:prstGeom>
          <a:noFill/>
        </p:spPr>
        <p:txBody>
          <a:bodyPr wrap="square">
            <a:spAutoFit/>
          </a:bodyPr>
          <a:lstStyle/>
          <a:p>
            <a:endParaRPr lang="he-IL" dirty="0"/>
          </a:p>
        </p:txBody>
      </p:sp>
      <p:pic>
        <p:nvPicPr>
          <p:cNvPr id="3080" name="Picture 8" descr="פסק דין – לשכת חוקרים פרטיים">
            <a:extLst>
              <a:ext uri="{FF2B5EF4-FFF2-40B4-BE49-F238E27FC236}">
                <a16:creationId xmlns:a16="http://schemas.microsoft.com/office/drawing/2014/main" id="{78FEFBAF-0ECF-4ED7-856C-BAE0A127CF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69" y="5311739"/>
            <a:ext cx="1929481" cy="1546261"/>
          </a:xfrm>
          <a:prstGeom prst="rect">
            <a:avLst/>
          </a:prstGeom>
          <a:noFill/>
          <a:extLst>
            <a:ext uri="{909E8E84-426E-40DD-AFC4-6F175D3DCCD1}">
              <a14:hiddenFill xmlns:a14="http://schemas.microsoft.com/office/drawing/2010/main">
                <a:solidFill>
                  <a:srgbClr val="FFFFFF"/>
                </a:solidFill>
              </a14:hiddenFill>
            </a:ext>
          </a:extLst>
        </p:spPr>
      </p:pic>
      <p:sp>
        <p:nvSpPr>
          <p:cNvPr id="8" name="תיבת טקסט 7">
            <a:extLst>
              <a:ext uri="{FF2B5EF4-FFF2-40B4-BE49-F238E27FC236}">
                <a16:creationId xmlns:a16="http://schemas.microsoft.com/office/drawing/2014/main" id="{D931D34E-344F-421D-AE88-7BC282C71E69}"/>
              </a:ext>
            </a:extLst>
          </p:cNvPr>
          <p:cNvSpPr txBox="1"/>
          <p:nvPr/>
        </p:nvSpPr>
        <p:spPr>
          <a:xfrm>
            <a:off x="1934383" y="1621706"/>
            <a:ext cx="9439109" cy="3600986"/>
          </a:xfrm>
          <a:prstGeom prst="rect">
            <a:avLst/>
          </a:prstGeom>
          <a:noFill/>
        </p:spPr>
        <p:txBody>
          <a:bodyPr wrap="square">
            <a:spAutoFit/>
          </a:bodyPr>
          <a:lstStyle/>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מתנת חג – ביהמ"ש אמנם לא מתערב בגובה הסכום, אולם מקבל את הטענה שהחישוב של רכיב זה צריך להיעשות בדרך שונה: לפי מספר מטפלות ולא לפי שעות העבודה, ולכן מחזיר את הדיון לוועדה. </a:t>
            </a:r>
          </a:p>
          <a:p>
            <a:pPr marL="342900" indent="-342900">
              <a:buFont typeface="Wingdings" panose="05000000000000000000" pitchFamily="2" charset="2"/>
              <a:buChar char="Ø"/>
            </a:pPr>
            <a:endParaRPr lang="he-IL"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r>
              <a:rPr lang="he-IL" sz="2400" b="1" dirty="0">
                <a:solidFill>
                  <a:srgbClr val="0070C0"/>
                </a:solidFill>
                <a:latin typeface="Calibri Light" panose="020F0302020204030204" pitchFamily="34" charset="0"/>
                <a:cs typeface="Calibri Light" panose="020F0302020204030204" pitchFamily="34" charset="0"/>
              </a:rPr>
              <a:t>דמי הודעה מוקדמת – ביהמ"ש דוחה את טענות העותרים, למעט לעניין הודעה מוקדמת למטפלות ישראליות, ולגבי עניין זה קובע שהתעריף צריך לתת ביטוי, גם אם חלקי, לדמי הודעה מוקדמת למטפלות ישראליות "בהתאם לשיקול דעתה של ועדת המכרזים".</a:t>
            </a:r>
            <a:endParaRPr lang="en-US" sz="24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en-US" sz="1800" b="1" dirty="0">
              <a:solidFill>
                <a:srgbClr val="0070C0"/>
              </a:solidFill>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Ø"/>
            </a:pPr>
            <a:endParaRPr lang="he-IL" sz="1800" b="1" dirty="0">
              <a:solidFill>
                <a:srgbClr val="0070C0"/>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92289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6096000" y="1643230"/>
            <a:ext cx="997943" cy="241669"/>
            <a:chOff x="0" y="0"/>
            <a:chExt cx="1678175" cy="406400"/>
          </a:xfrm>
          <a:solidFill>
            <a:schemeClr val="bg1">
              <a:lumMod val="75000"/>
            </a:schemeClr>
          </a:solidFill>
        </p:grpSpPr>
        <p:sp>
          <p:nvSpPr>
            <p:cNvPr id="6" name="Freeform 6"/>
            <p:cNvSpPr/>
            <p:nvPr/>
          </p:nvSpPr>
          <p:spPr>
            <a:xfrm>
              <a:off x="0" y="0"/>
              <a:ext cx="1678175" cy="406400"/>
            </a:xfrm>
            <a:custGeom>
              <a:avLst/>
              <a:gdLst/>
              <a:ahLst/>
              <a:cxnLst/>
              <a:rect l="l" t="t" r="r" b="b"/>
              <a:pathLst>
                <a:path w="1678175" h="406400">
                  <a:moveTo>
                    <a:pt x="1474975" y="0"/>
                  </a:moveTo>
                  <a:cubicBezTo>
                    <a:pt x="1587200" y="0"/>
                    <a:pt x="1678175" y="90976"/>
                    <a:pt x="1678175" y="203200"/>
                  </a:cubicBezTo>
                  <a:cubicBezTo>
                    <a:pt x="1678175" y="315424"/>
                    <a:pt x="1587200" y="406400"/>
                    <a:pt x="1474975" y="406400"/>
                  </a:cubicBezTo>
                  <a:lnTo>
                    <a:pt x="203200" y="406400"/>
                  </a:lnTo>
                  <a:cubicBezTo>
                    <a:pt x="90976" y="406400"/>
                    <a:pt x="0" y="315424"/>
                    <a:pt x="0" y="203200"/>
                  </a:cubicBezTo>
                  <a:cubicBezTo>
                    <a:pt x="0" y="90976"/>
                    <a:pt x="90976" y="0"/>
                    <a:pt x="203200" y="0"/>
                  </a:cubicBezTo>
                  <a:close/>
                </a:path>
              </a:pathLst>
            </a:custGeom>
            <a:grpFill/>
          </p:spPr>
          <p:txBody>
            <a:bodyPr/>
            <a:lstStyle/>
            <a:p>
              <a:endParaRPr lang="he-IL"/>
            </a:p>
          </p:txBody>
        </p:sp>
        <p:sp>
          <p:nvSpPr>
            <p:cNvPr id="7" name="TextBox 7"/>
            <p:cNvSpPr txBox="1"/>
            <p:nvPr/>
          </p:nvSpPr>
          <p:spPr>
            <a:xfrm>
              <a:off x="0" y="-38100"/>
              <a:ext cx="1678175" cy="444500"/>
            </a:xfrm>
            <a:prstGeom prst="rect">
              <a:avLst/>
            </a:prstGeom>
            <a:grpFill/>
          </p:spPr>
          <p:txBody>
            <a:bodyPr lIns="33867" tIns="33867" rIns="33867" bIns="33867" rtlCol="0" anchor="ctr"/>
            <a:lstStyle/>
            <a:p>
              <a:pPr algn="ctr">
                <a:lnSpc>
                  <a:spcPts val="1773"/>
                </a:lnSpc>
                <a:spcBef>
                  <a:spcPct val="0"/>
                </a:spcBef>
              </a:pPr>
              <a:endParaRPr sz="1200"/>
            </a:p>
          </p:txBody>
        </p:sp>
      </p:grpSp>
      <p:sp>
        <p:nvSpPr>
          <p:cNvPr id="8" name="AutoShape 8"/>
          <p:cNvSpPr/>
          <p:nvPr/>
        </p:nvSpPr>
        <p:spPr>
          <a:xfrm>
            <a:off x="7093943" y="1751365"/>
            <a:ext cx="2417665" cy="25400"/>
          </a:xfrm>
          <a:prstGeom prst="line">
            <a:avLst/>
          </a:prstGeom>
          <a:ln w="38100" cap="flat">
            <a:solidFill>
              <a:schemeClr val="bg1">
                <a:lumMod val="50000"/>
              </a:schemeClr>
            </a:solidFill>
            <a:prstDash val="solid"/>
            <a:headEnd type="none" w="sm" len="sm"/>
            <a:tailEnd type="none" w="sm" len="sm"/>
          </a:ln>
        </p:spPr>
        <p:txBody>
          <a:bodyPr/>
          <a:lstStyle/>
          <a:p>
            <a:endParaRPr lang="he-IL"/>
          </a:p>
        </p:txBody>
      </p:sp>
      <p:grpSp>
        <p:nvGrpSpPr>
          <p:cNvPr id="9" name="Group 9"/>
          <p:cNvGrpSpPr/>
          <p:nvPr/>
        </p:nvGrpSpPr>
        <p:grpSpPr>
          <a:xfrm rot="-2700000">
            <a:off x="4334670" y="28416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txBody>
            <a:bodyPr/>
            <a:lstStyle/>
            <a:p>
              <a:endParaRPr lang="he-IL"/>
            </a:p>
          </p:txBody>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sp>
        <p:nvSpPr>
          <p:cNvPr id="16" name="TextBox 16"/>
          <p:cNvSpPr txBox="1"/>
          <p:nvPr/>
        </p:nvSpPr>
        <p:spPr>
          <a:xfrm>
            <a:off x="4269388" y="2150191"/>
            <a:ext cx="6902450" cy="4170116"/>
          </a:xfrm>
          <a:prstGeom prst="rect">
            <a:avLst/>
          </a:prstGeom>
        </p:spPr>
        <p:txBody>
          <a:bodyPr wrap="square" lIns="0" tIns="0" rIns="0" bIns="0" rtlCol="0" anchor="t">
            <a:spAutoFit/>
          </a:bodyPr>
          <a:lstStyle/>
          <a:p>
            <a:pPr algn="ctr">
              <a:lnSpc>
                <a:spcPts val="10517"/>
              </a:lnSpc>
            </a:pP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מדינות </a:t>
            </a:r>
          </a:p>
          <a:p>
            <a:pPr algn="ctr">
              <a:lnSpc>
                <a:spcPts val="10517"/>
              </a:lnSpc>
            </a:pPr>
            <a:r>
              <a:rPr lang="en-US"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OECD</a:t>
            </a:r>
            <a:endPar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endParaRPr>
          </a:p>
          <a:p>
            <a:pPr algn="ctr">
              <a:lnSpc>
                <a:spcPts val="10517"/>
              </a:lnSpc>
            </a:pP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 </a:t>
            </a:r>
            <a:endParaRPr lang="en-US"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endParaRPr>
          </a:p>
        </p:txBody>
      </p:sp>
      <p:pic>
        <p:nvPicPr>
          <p:cNvPr id="2052" name="Picture 4" descr="‪OECD 2020 - TI - Israel‬‏">
            <a:extLst>
              <a:ext uri="{FF2B5EF4-FFF2-40B4-BE49-F238E27FC236}">
                <a16:creationId xmlns:a16="http://schemas.microsoft.com/office/drawing/2014/main" id="{FB101298-B9AF-4576-978A-7F679D52A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900" y="2887039"/>
            <a:ext cx="3497488" cy="2980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169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6096000" y="1643230"/>
            <a:ext cx="997943" cy="241669"/>
            <a:chOff x="0" y="0"/>
            <a:chExt cx="1678175" cy="406400"/>
          </a:xfrm>
          <a:solidFill>
            <a:schemeClr val="bg1">
              <a:lumMod val="75000"/>
            </a:schemeClr>
          </a:solidFill>
        </p:grpSpPr>
        <p:sp>
          <p:nvSpPr>
            <p:cNvPr id="6" name="Freeform 6"/>
            <p:cNvSpPr/>
            <p:nvPr/>
          </p:nvSpPr>
          <p:spPr>
            <a:xfrm>
              <a:off x="0" y="0"/>
              <a:ext cx="1678175" cy="406400"/>
            </a:xfrm>
            <a:custGeom>
              <a:avLst/>
              <a:gdLst/>
              <a:ahLst/>
              <a:cxnLst/>
              <a:rect l="l" t="t" r="r" b="b"/>
              <a:pathLst>
                <a:path w="1678175" h="406400">
                  <a:moveTo>
                    <a:pt x="1474975" y="0"/>
                  </a:moveTo>
                  <a:cubicBezTo>
                    <a:pt x="1587200" y="0"/>
                    <a:pt x="1678175" y="90976"/>
                    <a:pt x="1678175" y="203200"/>
                  </a:cubicBezTo>
                  <a:cubicBezTo>
                    <a:pt x="1678175" y="315424"/>
                    <a:pt x="1587200" y="406400"/>
                    <a:pt x="1474975" y="406400"/>
                  </a:cubicBezTo>
                  <a:lnTo>
                    <a:pt x="203200" y="406400"/>
                  </a:lnTo>
                  <a:cubicBezTo>
                    <a:pt x="90976" y="406400"/>
                    <a:pt x="0" y="315424"/>
                    <a:pt x="0" y="203200"/>
                  </a:cubicBezTo>
                  <a:cubicBezTo>
                    <a:pt x="0" y="90976"/>
                    <a:pt x="90976" y="0"/>
                    <a:pt x="203200" y="0"/>
                  </a:cubicBezTo>
                  <a:close/>
                </a:path>
              </a:pathLst>
            </a:custGeom>
            <a:grpFill/>
          </p:spPr>
          <p:txBody>
            <a:bodyPr/>
            <a:lstStyle/>
            <a:p>
              <a:endParaRPr lang="he-IL"/>
            </a:p>
          </p:txBody>
        </p:sp>
        <p:sp>
          <p:nvSpPr>
            <p:cNvPr id="7" name="TextBox 7"/>
            <p:cNvSpPr txBox="1"/>
            <p:nvPr/>
          </p:nvSpPr>
          <p:spPr>
            <a:xfrm>
              <a:off x="0" y="-38100"/>
              <a:ext cx="1678175" cy="444500"/>
            </a:xfrm>
            <a:prstGeom prst="rect">
              <a:avLst/>
            </a:prstGeom>
            <a:grpFill/>
          </p:spPr>
          <p:txBody>
            <a:bodyPr lIns="33867" tIns="33867" rIns="33867" bIns="33867" rtlCol="0" anchor="ctr"/>
            <a:lstStyle/>
            <a:p>
              <a:pPr algn="ctr">
                <a:lnSpc>
                  <a:spcPts val="1773"/>
                </a:lnSpc>
                <a:spcBef>
                  <a:spcPct val="0"/>
                </a:spcBef>
              </a:pPr>
              <a:endParaRPr sz="1200"/>
            </a:p>
          </p:txBody>
        </p:sp>
      </p:grpSp>
      <p:sp>
        <p:nvSpPr>
          <p:cNvPr id="8" name="AutoShape 8"/>
          <p:cNvSpPr/>
          <p:nvPr/>
        </p:nvSpPr>
        <p:spPr>
          <a:xfrm>
            <a:off x="7093943" y="1751365"/>
            <a:ext cx="2417665" cy="25400"/>
          </a:xfrm>
          <a:prstGeom prst="line">
            <a:avLst/>
          </a:prstGeom>
          <a:ln w="38100" cap="flat">
            <a:solidFill>
              <a:schemeClr val="bg1">
                <a:lumMod val="50000"/>
              </a:schemeClr>
            </a:solidFill>
            <a:prstDash val="solid"/>
            <a:headEnd type="none" w="sm" len="sm"/>
            <a:tailEnd type="none" w="sm" len="sm"/>
          </a:ln>
        </p:spPr>
        <p:txBody>
          <a:bodyPr/>
          <a:lstStyle/>
          <a:p>
            <a:endParaRPr lang="he-IL"/>
          </a:p>
        </p:txBody>
      </p:sp>
      <p:grpSp>
        <p:nvGrpSpPr>
          <p:cNvPr id="9" name="Group 9"/>
          <p:cNvGrpSpPr/>
          <p:nvPr/>
        </p:nvGrpSpPr>
        <p:grpSpPr>
          <a:xfrm rot="-2700000">
            <a:off x="4334670" y="28416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txBody>
            <a:bodyPr/>
            <a:lstStyle/>
            <a:p>
              <a:endParaRPr lang="he-IL"/>
            </a:p>
          </p:txBody>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sp>
        <p:nvSpPr>
          <p:cNvPr id="16" name="TextBox 16"/>
          <p:cNvSpPr txBox="1"/>
          <p:nvPr/>
        </p:nvSpPr>
        <p:spPr>
          <a:xfrm>
            <a:off x="4269388" y="2150191"/>
            <a:ext cx="6902450" cy="4170116"/>
          </a:xfrm>
          <a:prstGeom prst="rect">
            <a:avLst/>
          </a:prstGeom>
        </p:spPr>
        <p:txBody>
          <a:bodyPr wrap="square" lIns="0" tIns="0" rIns="0" bIns="0" rtlCol="0" anchor="t">
            <a:spAutoFit/>
          </a:bodyPr>
          <a:lstStyle/>
          <a:p>
            <a:pPr algn="ctr">
              <a:lnSpc>
                <a:spcPts val="10517"/>
              </a:lnSpc>
            </a:pP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פיתוח שירותים</a:t>
            </a:r>
          </a:p>
          <a:p>
            <a:pPr algn="ctr">
              <a:lnSpc>
                <a:spcPts val="10517"/>
              </a:lnSpc>
            </a:pPr>
            <a:r>
              <a:rPr lang="he-IL"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rPr>
              <a:t> </a:t>
            </a:r>
            <a:endParaRPr lang="en-US" sz="13800" b="1" dirty="0">
              <a:solidFill>
                <a:srgbClr val="1F497D">
                  <a:lumMod val="75000"/>
                </a:srgbClr>
              </a:solidFill>
              <a:effectLst>
                <a:outerShdw blurRad="38100" dist="38100" dir="2700000" algn="tl">
                  <a:srgbClr val="000000">
                    <a:alpha val="43137"/>
                  </a:srgbClr>
                </a:outerShdw>
              </a:effectLst>
              <a:latin typeface="Calibri Light" panose="020F0302020204030204" pitchFamily="34" charset="0"/>
              <a:cs typeface="Calibri Light" panose="020F0302020204030204" pitchFamily="34" charset="0"/>
            </a:endParaRPr>
          </a:p>
        </p:txBody>
      </p:sp>
      <p:pic>
        <p:nvPicPr>
          <p:cNvPr id="4104" name="Picture 8" descr="‫חדשנות בשרות | ZOOZ‬‎">
            <a:extLst>
              <a:ext uri="{FF2B5EF4-FFF2-40B4-BE49-F238E27FC236}">
                <a16:creationId xmlns:a16="http://schemas.microsoft.com/office/drawing/2014/main" id="{B2458D3F-8B56-4FD8-B557-37711E4D1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229" y="3780891"/>
            <a:ext cx="3030501" cy="2615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63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571500"/>
            <a:ext cx="4191000" cy="571500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11144250" y="5244256"/>
            <a:ext cx="476250" cy="476250"/>
          </a:xfrm>
          <a:prstGeom prst="rect">
            <a:avLst/>
          </a:prstGeom>
          <a:noFill/>
          <a:ln>
            <a:noFill/>
          </a:ln>
        </p:spPr>
      </p:pic>
      <p:sp>
        <p:nvSpPr>
          <p:cNvPr id="87" name="Google Shape;87;p13"/>
          <p:cNvSpPr txBox="1"/>
          <p:nvPr/>
        </p:nvSpPr>
        <p:spPr>
          <a:xfrm>
            <a:off x="5334000" y="1137493"/>
            <a:ext cx="6286500" cy="184666"/>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005088"/>
                </a:solidFill>
                <a:effectLst/>
                <a:uLnTx/>
                <a:uFillTx/>
                <a:latin typeface="Heebo"/>
                <a:ea typeface="Heebo"/>
                <a:cs typeface="Heebo"/>
                <a:sym typeface="Heebo"/>
              </a:rPr>
              <a:t>מדיניות ציבורית וכלכלה</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88;p13"/>
          <p:cNvSpPr txBox="1"/>
          <p:nvPr/>
        </p:nvSpPr>
        <p:spPr>
          <a:xfrm>
            <a:off x="5334000" y="1556593"/>
            <a:ext cx="6600825" cy="1828193"/>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1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err="1">
                <a:ln>
                  <a:noFill/>
                </a:ln>
                <a:solidFill>
                  <a:srgbClr val="003366"/>
                </a:solidFill>
                <a:effectLst/>
                <a:uLnTx/>
                <a:uFillTx/>
                <a:latin typeface="+mj-lt"/>
                <a:ea typeface="Rubik"/>
                <a:cs typeface="+mj-cs"/>
                <a:sym typeface="Rubik"/>
              </a:rPr>
              <a:t>תקציב</a:t>
            </a:r>
            <a:r>
              <a:rPr kumimoji="0" lang="en-US" sz="54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5400" b="1" i="0" u="none" strike="noStrike" kern="0" cap="none" spc="0" normalizeH="0" baseline="0" noProof="0" dirty="0" err="1">
                <a:ln>
                  <a:noFill/>
                </a:ln>
                <a:solidFill>
                  <a:srgbClr val="003366"/>
                </a:solidFill>
                <a:effectLst/>
                <a:uLnTx/>
                <a:uFillTx/>
                <a:latin typeface="+mj-lt"/>
                <a:ea typeface="Rubik"/>
                <a:cs typeface="+mj-cs"/>
                <a:sym typeface="Rubik"/>
              </a:rPr>
              <a:t>הסיעוד</a:t>
            </a:r>
            <a:r>
              <a:rPr kumimoji="0" lang="en-US" sz="54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5400" b="1" i="0" u="none" strike="noStrike" kern="0" cap="none" spc="0" normalizeH="0" baseline="0" noProof="0" dirty="0" err="1">
                <a:ln>
                  <a:noFill/>
                </a:ln>
                <a:solidFill>
                  <a:srgbClr val="003366"/>
                </a:solidFill>
                <a:effectLst/>
                <a:uLnTx/>
                <a:uFillTx/>
                <a:latin typeface="+mj-lt"/>
                <a:ea typeface="Rubik"/>
                <a:cs typeface="+mj-cs"/>
                <a:sym typeface="Rubik"/>
              </a:rPr>
              <a:t>בישראל</a:t>
            </a:r>
            <a:br>
              <a:rPr kumimoji="0" lang="en-US" sz="1800" b="0" i="0" u="none" strike="noStrike" kern="0" cap="none" spc="0" normalizeH="0" baseline="0" noProof="0" dirty="0">
                <a:ln>
                  <a:noFill/>
                </a:ln>
                <a:solidFill>
                  <a:srgbClr val="000000"/>
                </a:solidFill>
                <a:effectLst/>
                <a:uLnTx/>
                <a:uFillTx/>
                <a:latin typeface="+mj-lt"/>
                <a:ea typeface="Calibri"/>
                <a:cs typeface="+mj-cs"/>
                <a:sym typeface="Calibri"/>
              </a:rPr>
            </a:br>
            <a:r>
              <a:rPr kumimoji="0" lang="en-US" sz="54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5400" b="1" i="0" u="none" strike="noStrike" kern="0" cap="none" spc="0" normalizeH="0" baseline="0" noProof="0" dirty="0" err="1">
                <a:ln>
                  <a:noFill/>
                </a:ln>
                <a:solidFill>
                  <a:srgbClr val="003366"/>
                </a:solidFill>
                <a:effectLst/>
                <a:uLnTx/>
                <a:uFillTx/>
                <a:latin typeface="+mj-lt"/>
                <a:ea typeface="Rubik"/>
                <a:cs typeface="+mj-cs"/>
                <a:sym typeface="Rubik"/>
              </a:rPr>
              <a:t>בראייה</a:t>
            </a:r>
            <a:r>
              <a:rPr kumimoji="0" lang="en-US" sz="54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5400" b="1" i="0" u="none" strike="noStrike" kern="0" cap="none" spc="0" normalizeH="0" baseline="0" noProof="0" dirty="0" err="1">
                <a:ln>
                  <a:noFill/>
                </a:ln>
                <a:solidFill>
                  <a:srgbClr val="003366"/>
                </a:solidFill>
                <a:effectLst/>
                <a:uLnTx/>
                <a:uFillTx/>
                <a:latin typeface="+mj-lt"/>
                <a:ea typeface="Rubik"/>
                <a:cs typeface="+mj-cs"/>
                <a:sym typeface="Rubik"/>
              </a:rPr>
              <a:t>השוואתית</a:t>
            </a:r>
            <a:endParaRPr kumimoji="0" sz="1400" b="0" i="0" u="none" strike="noStrike" kern="0" cap="none" spc="0" normalizeH="0" baseline="0" noProof="0" dirty="0">
              <a:ln>
                <a:noFill/>
              </a:ln>
              <a:solidFill>
                <a:srgbClr val="000000"/>
              </a:solidFill>
              <a:effectLst/>
              <a:uLnTx/>
              <a:uFillTx/>
              <a:latin typeface="+mj-lt"/>
              <a:cs typeface="+mj-cs"/>
              <a:sym typeface="Arial"/>
            </a:endParaRPr>
          </a:p>
        </p:txBody>
      </p:sp>
      <p:sp>
        <p:nvSpPr>
          <p:cNvPr id="89" name="Google Shape;89;p13"/>
          <p:cNvSpPr txBox="1"/>
          <p:nvPr/>
        </p:nvSpPr>
        <p:spPr>
          <a:xfrm>
            <a:off x="7189940" y="4009876"/>
            <a:ext cx="4430560" cy="103412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59952"/>
              </a:lnSpc>
              <a:spcBef>
                <a:spcPts val="0"/>
              </a:spcBef>
              <a:spcAft>
                <a:spcPts val="0"/>
              </a:spcAft>
              <a:buClr>
                <a:srgbClr val="000000"/>
              </a:buClr>
              <a:buSzTx/>
              <a:buFont typeface="Arial"/>
              <a:buNone/>
              <a:tabLst/>
              <a:defRPr/>
            </a:pP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ניתוח</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פערים</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אסטרטגי</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והמלצות</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מדיניות</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על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בסיס</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דוח</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ה</a:t>
            </a:r>
            <a:r>
              <a:rPr kumimoji="0" lang="he-IL" sz="2100" b="0" i="0" u="none" strike="noStrike" kern="0" cap="none" spc="0" normalizeH="0" baseline="0" noProof="0" dirty="0">
                <a:ln>
                  <a:noFill/>
                </a:ln>
                <a:solidFill>
                  <a:srgbClr val="64748B"/>
                </a:solidFill>
                <a:effectLst/>
                <a:uLnTx/>
                <a:uFillTx/>
                <a:latin typeface="Heebo"/>
                <a:ea typeface="Heebo"/>
                <a:cs typeface="Heebo"/>
                <a:sym typeface="Heebo"/>
              </a:rPr>
              <a:t>-</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 OECD </a:t>
            </a:r>
            <a:r>
              <a:rPr kumimoji="0" lang="en-US" sz="2100" b="0" i="0" u="none" strike="noStrike" kern="0" cap="none" spc="0" normalizeH="0" baseline="0" noProof="0" dirty="0" err="1">
                <a:ln>
                  <a:noFill/>
                </a:ln>
                <a:solidFill>
                  <a:srgbClr val="64748B"/>
                </a:solidFill>
                <a:effectLst/>
                <a:uLnTx/>
                <a:uFillTx/>
                <a:latin typeface="Heebo"/>
                <a:ea typeface="Heebo"/>
                <a:cs typeface="Heebo"/>
                <a:sym typeface="Heebo"/>
              </a:rPr>
              <a:t>האחרון</a:t>
            </a:r>
            <a:r>
              <a:rPr kumimoji="0" lang="en-US" sz="2100" b="0" i="0" u="none" strike="noStrike" kern="0" cap="none" spc="0" normalizeH="0" baseline="0" noProof="0" dirty="0">
                <a:ln>
                  <a:noFill/>
                </a:ln>
                <a:solidFill>
                  <a:srgbClr val="64748B"/>
                </a:solidFill>
                <a:effectLst/>
                <a:uLnTx/>
                <a:uFillTx/>
                <a:latin typeface="Heebo"/>
                <a:ea typeface="Heebo"/>
                <a:cs typeface="Heebo"/>
                <a:sym typeface="Heebo"/>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90" name="Google Shape;90;p13" descr="image.png"/>
          <p:cNvPicPr preferRelativeResize="0"/>
          <p:nvPr/>
        </p:nvPicPr>
        <p:blipFill rotWithShape="1">
          <a:blip r:embed="rId6">
            <a:alphaModFix/>
          </a:blip>
          <a:srcRect/>
          <a:stretch/>
        </p:blipFill>
        <p:spPr>
          <a:xfrm>
            <a:off x="571500" y="571500"/>
            <a:ext cx="4191000" cy="5715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571500" y="4662487"/>
            <a:ext cx="11049000" cy="1047750"/>
          </a:xfrm>
          <a:prstGeom prst="rect">
            <a:avLst/>
          </a:prstGeom>
          <a:noFill/>
          <a:ln>
            <a:noFill/>
          </a:ln>
        </p:spPr>
      </p:pic>
      <p:pic>
        <p:nvPicPr>
          <p:cNvPr id="98" name="Google Shape;98;p14" descr="image.png"/>
          <p:cNvPicPr preferRelativeResize="0"/>
          <p:nvPr/>
        </p:nvPicPr>
        <p:blipFill rotWithShape="1">
          <a:blip r:embed="rId5">
            <a:alphaModFix/>
          </a:blip>
          <a:srcRect/>
          <a:stretch/>
        </p:blipFill>
        <p:spPr>
          <a:xfrm>
            <a:off x="571500" y="1704975"/>
            <a:ext cx="11049000" cy="4581525"/>
          </a:xfrm>
          <a:prstGeom prst="rect">
            <a:avLst/>
          </a:prstGeom>
          <a:noFill/>
          <a:ln>
            <a:noFill/>
          </a:ln>
        </p:spPr>
      </p:pic>
      <p:sp>
        <p:nvSpPr>
          <p:cNvPr id="99" name="Google Shape;99;p14"/>
          <p:cNvSpPr txBox="1"/>
          <p:nvPr/>
        </p:nvSpPr>
        <p:spPr>
          <a:xfrm>
            <a:off x="3640377" y="671513"/>
            <a:ext cx="11601450" cy="561975"/>
          </a:xfrm>
          <a:prstGeom prst="rect">
            <a:avLst/>
          </a:prstGeom>
          <a:noFill/>
          <a:ln>
            <a:noFill/>
          </a:ln>
        </p:spPr>
        <p:txBody>
          <a:bodyPr spcFirstLastPara="1" wrap="square" lIns="0" tIns="0" rIns="0" bIns="0" anchor="t" anchorCtr="0">
            <a:spAutoFit/>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err="1">
                <a:ln>
                  <a:noFill/>
                </a:ln>
                <a:solidFill>
                  <a:srgbClr val="003366"/>
                </a:solidFill>
                <a:effectLst/>
                <a:uLnTx/>
                <a:uFillTx/>
                <a:latin typeface="+mj-lt"/>
                <a:ea typeface="Rubik"/>
                <a:cs typeface="David" panose="020E0502060401010101" pitchFamily="34" charset="-79"/>
                <a:sym typeface="Rubik"/>
              </a:rPr>
              <a:t>פער</a:t>
            </a:r>
            <a:r>
              <a:rPr kumimoji="0" lang="en-US" sz="3600" b="1" i="0" u="none" strike="noStrike" kern="0" cap="none" spc="0" normalizeH="0" baseline="0" noProof="0" dirty="0">
                <a:ln>
                  <a:noFill/>
                </a:ln>
                <a:solidFill>
                  <a:srgbClr val="003366"/>
                </a:solidFill>
                <a:effectLst/>
                <a:uLnTx/>
                <a:uFillTx/>
                <a:latin typeface="+mj-lt"/>
                <a:ea typeface="Rubik"/>
                <a:cs typeface="David" panose="020E0502060401010101" pitchFamily="34" charset="-79"/>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David" panose="020E0502060401010101" pitchFamily="34" charset="-79"/>
                <a:sym typeface="Rubik"/>
              </a:rPr>
              <a:t>ההוצאה</a:t>
            </a:r>
            <a:r>
              <a:rPr kumimoji="0" lang="en-US" sz="3600" b="1" i="0" u="none" strike="noStrike" kern="0" cap="none" spc="0" normalizeH="0" baseline="0" noProof="0" dirty="0">
                <a:ln>
                  <a:noFill/>
                </a:ln>
                <a:solidFill>
                  <a:srgbClr val="003366"/>
                </a:solidFill>
                <a:effectLst/>
                <a:uLnTx/>
                <a:uFillTx/>
                <a:latin typeface="+mj-lt"/>
                <a:ea typeface="Rubik"/>
                <a:cs typeface="David" panose="020E0502060401010101" pitchFamily="34" charset="-79"/>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David" panose="020E0502060401010101" pitchFamily="34" charset="-79"/>
                <a:sym typeface="Rubik"/>
              </a:rPr>
              <a:t>הלאומית</a:t>
            </a:r>
            <a:r>
              <a:rPr kumimoji="0" lang="en-US" sz="3600" b="1" i="0" u="none" strike="noStrike" kern="0" cap="none" spc="0" normalizeH="0" baseline="0" noProof="0" dirty="0">
                <a:ln>
                  <a:noFill/>
                </a:ln>
                <a:solidFill>
                  <a:srgbClr val="003366"/>
                </a:solidFill>
                <a:effectLst/>
                <a:uLnTx/>
                <a:uFillTx/>
                <a:latin typeface="+mj-lt"/>
                <a:ea typeface="Rubik"/>
                <a:cs typeface="David" panose="020E0502060401010101" pitchFamily="34" charset="-79"/>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David" panose="020E0502060401010101" pitchFamily="34" charset="-79"/>
                <a:sym typeface="Rubik"/>
              </a:rPr>
              <a:t>אחוז</a:t>
            </a:r>
            <a:r>
              <a:rPr kumimoji="0" lang="en-US" sz="3600" b="1" i="0" u="none" strike="noStrike" kern="0" cap="none" spc="0" normalizeH="0" baseline="0" noProof="0" dirty="0">
                <a:ln>
                  <a:noFill/>
                </a:ln>
                <a:solidFill>
                  <a:srgbClr val="003366"/>
                </a:solidFill>
                <a:effectLst/>
                <a:uLnTx/>
                <a:uFillTx/>
                <a:latin typeface="+mj-lt"/>
                <a:ea typeface="Rubik"/>
                <a:cs typeface="David" panose="020E0502060401010101" pitchFamily="34" charset="-79"/>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David" panose="020E0502060401010101" pitchFamily="34" charset="-79"/>
                <a:sym typeface="Rubik"/>
              </a:rPr>
              <a:t>מהתמ"ג</a:t>
            </a:r>
            <a:r>
              <a:rPr kumimoji="0" lang="en-US" sz="3600" b="1" i="0" u="none" strike="noStrike" kern="0" cap="none" spc="0" normalizeH="0" baseline="0" noProof="0" dirty="0">
                <a:ln>
                  <a:noFill/>
                </a:ln>
                <a:solidFill>
                  <a:srgbClr val="003366"/>
                </a:solidFill>
                <a:effectLst/>
                <a:uLnTx/>
                <a:uFillTx/>
                <a:latin typeface="+mj-lt"/>
                <a:ea typeface="Rubik"/>
                <a:cs typeface="David" panose="020E0502060401010101" pitchFamily="34" charset="-79"/>
                <a:sym typeface="Rubik"/>
              </a:rPr>
              <a:t>(</a:t>
            </a:r>
            <a:endParaRPr kumimoji="0" sz="1400" b="0" i="0" u="none" strike="noStrike" kern="0" cap="none" spc="0" normalizeH="0" baseline="0" noProof="0" dirty="0">
              <a:ln>
                <a:noFill/>
              </a:ln>
              <a:solidFill>
                <a:srgbClr val="000000"/>
              </a:solidFill>
              <a:effectLst/>
              <a:uLnTx/>
              <a:uFillTx/>
              <a:latin typeface="+mj-lt"/>
              <a:cs typeface="David" panose="020E0502060401010101" pitchFamily="34" charset="-79"/>
              <a:sym typeface="Arial"/>
            </a:endParaRPr>
          </a:p>
        </p:txBody>
      </p:sp>
      <p:sp>
        <p:nvSpPr>
          <p:cNvPr id="100" name="Google Shape;100;p14"/>
          <p:cNvSpPr/>
          <p:nvPr/>
        </p:nvSpPr>
        <p:spPr>
          <a:xfrm>
            <a:off x="571500" y="130492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l"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1" name="Google Shape;101;p14"/>
          <p:cNvSpPr txBox="1"/>
          <p:nvPr/>
        </p:nvSpPr>
        <p:spPr>
          <a:xfrm>
            <a:off x="9577387" y="4852987"/>
            <a:ext cx="1685925"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000000"/>
                </a:solidFill>
                <a:effectLst/>
                <a:uLnTx/>
                <a:uFillTx/>
                <a:latin typeface="Heebo"/>
                <a:ea typeface="Heebo"/>
                <a:cs typeface="Heebo"/>
                <a:sym typeface="Heebo"/>
              </a:rPr>
              <a:t>השורה</a:t>
            </a:r>
            <a:r>
              <a:rPr kumimoji="0" lang="en-US" sz="1800" b="1" i="0" u="none" strike="noStrike" kern="0" cap="none" spc="0" normalizeH="0" baseline="0" noProof="0" dirty="0">
                <a:ln>
                  <a:noFill/>
                </a:ln>
                <a:solidFill>
                  <a:srgbClr val="000000"/>
                </a:solidFill>
                <a:effectLst/>
                <a:uLnTx/>
                <a:uFillTx/>
                <a:latin typeface="Heebo"/>
                <a:ea typeface="Heebo"/>
                <a:cs typeface="Heebo"/>
                <a:sym typeface="Heebo"/>
              </a:rPr>
              <a:t> </a:t>
            </a:r>
            <a:r>
              <a:rPr kumimoji="0" lang="en-US" sz="1800" b="1" i="0" u="none" strike="noStrike" kern="0" cap="none" spc="0" normalizeH="0" baseline="0" noProof="0" dirty="0" err="1">
                <a:ln>
                  <a:noFill/>
                </a:ln>
                <a:solidFill>
                  <a:srgbClr val="000000"/>
                </a:solidFill>
                <a:effectLst/>
                <a:uLnTx/>
                <a:uFillTx/>
                <a:latin typeface="Heebo"/>
                <a:ea typeface="Heebo"/>
                <a:cs typeface="Heebo"/>
                <a:sym typeface="Heebo"/>
              </a:rPr>
              <a:t>התחתונה</a:t>
            </a:r>
            <a:r>
              <a:rPr kumimoji="0" lang="en-US" sz="1800" b="1" i="0" u="none" strike="noStrike" kern="0" cap="none" spc="0" normalizeH="0" baseline="0" noProof="0" dirty="0">
                <a:ln>
                  <a:noFill/>
                </a:ln>
                <a:solidFill>
                  <a:srgbClr val="000000"/>
                </a:solidFill>
                <a:effectLst/>
                <a:uLnTx/>
                <a:uFillTx/>
                <a:latin typeface="Heebo"/>
                <a:ea typeface="Heebo"/>
                <a:cs typeface="Heebo"/>
                <a:sym typeface="Heebo"/>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pic>
        <p:nvPicPr>
          <p:cNvPr id="106" name="Google Shape;106;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7" name="Google Shape;107;p15" descr="image.png"/>
          <p:cNvPicPr preferRelativeResize="0"/>
          <p:nvPr/>
        </p:nvPicPr>
        <p:blipFill rotWithShape="1">
          <a:blip r:embed="rId4">
            <a:alphaModFix/>
          </a:blip>
          <a:srcRect/>
          <a:stretch/>
        </p:blipFill>
        <p:spPr>
          <a:xfrm>
            <a:off x="571500" y="2090737"/>
            <a:ext cx="11049000" cy="3810000"/>
          </a:xfrm>
          <a:prstGeom prst="rect">
            <a:avLst/>
          </a:prstGeom>
          <a:noFill/>
          <a:ln>
            <a:noFill/>
          </a:ln>
        </p:spPr>
      </p:pic>
      <p:pic>
        <p:nvPicPr>
          <p:cNvPr id="108" name="Google Shape;108;p15" descr="image.png"/>
          <p:cNvPicPr preferRelativeResize="0"/>
          <p:nvPr/>
        </p:nvPicPr>
        <p:blipFill rotWithShape="1">
          <a:blip r:embed="rId5">
            <a:alphaModFix/>
          </a:blip>
          <a:srcRect/>
          <a:stretch/>
        </p:blipFill>
        <p:spPr>
          <a:xfrm>
            <a:off x="400833" y="3828008"/>
            <a:ext cx="5409417" cy="1476375"/>
          </a:xfrm>
          <a:prstGeom prst="rect">
            <a:avLst/>
          </a:prstGeom>
          <a:noFill/>
          <a:ln>
            <a:noFill/>
          </a:ln>
        </p:spPr>
      </p:pic>
      <p:sp>
        <p:nvSpPr>
          <p:cNvPr id="109" name="Google Shape;109;p15"/>
          <p:cNvSpPr txBox="1"/>
          <p:nvPr/>
        </p:nvSpPr>
        <p:spPr>
          <a:xfrm>
            <a:off x="19050" y="582352"/>
            <a:ext cx="11601450" cy="561975"/>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תמהיל</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המימון</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a:t>
            </a:r>
            <a:r>
              <a:rPr kumimoji="0" lang="he-IL"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הסטנדרט</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העולמי</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מול</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המצב</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בישראל</a:t>
            </a:r>
            <a:endParaRPr kumimoji="0" sz="1400" b="0" i="0" u="none" strike="noStrike" kern="0" cap="none" spc="0" normalizeH="0" baseline="0" noProof="0" dirty="0">
              <a:ln>
                <a:noFill/>
              </a:ln>
              <a:solidFill>
                <a:srgbClr val="000000"/>
              </a:solidFill>
              <a:effectLst/>
              <a:uLnTx/>
              <a:uFillTx/>
              <a:latin typeface="+mj-lt"/>
              <a:cs typeface="+mj-cs"/>
              <a:sym typeface="Arial"/>
            </a:endParaRPr>
          </a:p>
        </p:txBody>
      </p:sp>
      <p:sp>
        <p:nvSpPr>
          <p:cNvPr id="110" name="Google Shape;110;p15"/>
          <p:cNvSpPr/>
          <p:nvPr/>
        </p:nvSpPr>
        <p:spPr>
          <a:xfrm>
            <a:off x="571500" y="130492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1" name="Google Shape;111;p15"/>
          <p:cNvSpPr txBox="1"/>
          <p:nvPr/>
        </p:nvSpPr>
        <p:spPr>
          <a:xfrm>
            <a:off x="1285875" y="4066133"/>
            <a:ext cx="4460557" cy="257175"/>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1650" b="1" i="0" u="none" strike="noStrike" kern="0" cap="none" spc="0" normalizeH="0" baseline="0" noProof="0">
                <a:ln>
                  <a:noFill/>
                </a:ln>
                <a:solidFill>
                  <a:srgbClr val="B91C1C"/>
                </a:solidFill>
                <a:effectLst/>
                <a:uLnTx/>
                <a:uFillTx/>
                <a:latin typeface="Rubik"/>
                <a:ea typeface="Rubik"/>
                <a:cs typeface="Rubik"/>
                <a:sym typeface="Rubik"/>
              </a:rPr>
              <a:t>המצב בישראל:</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12;p15"/>
          <p:cNvSpPr txBox="1"/>
          <p:nvPr/>
        </p:nvSpPr>
        <p:spPr>
          <a:xfrm>
            <a:off x="400833" y="4418558"/>
            <a:ext cx="5133192" cy="738664"/>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60000"/>
              </a:lnSpc>
              <a:spcBef>
                <a:spcPts val="0"/>
              </a:spcBef>
              <a:spcAft>
                <a:spcPts val="0"/>
              </a:spcAft>
              <a:buClr>
                <a:srgbClr val="000000"/>
              </a:buClr>
              <a:buSzTx/>
              <a:buFont typeface="Arial"/>
              <a:buNone/>
              <a:tabLst/>
              <a:defRPr/>
            </a:pP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בישראל</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קיים</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מודל</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מעורב</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ללא</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ביטוח</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ייעודי</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הכיסוי</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למקרים</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קשים</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צונח</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ל</a:t>
            </a:r>
            <a:r>
              <a:rPr kumimoji="0" lang="he-IL" sz="1500" b="0" i="0" u="none" strike="noStrike" kern="0" cap="none" spc="0" normalizeH="0" baseline="0" noProof="0" dirty="0">
                <a:ln>
                  <a:noFill/>
                </a:ln>
                <a:solidFill>
                  <a:srgbClr val="475569"/>
                </a:solidFill>
                <a:effectLst/>
                <a:uLnTx/>
                <a:uFillTx/>
                <a:latin typeface="Heebo"/>
                <a:ea typeface="Heebo"/>
                <a:cs typeface="Heebo"/>
                <a:sym typeface="Heebo"/>
              </a:rPr>
              <a:t>כ-</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60%</a:t>
            </a:r>
            <a:r>
              <a:rPr kumimoji="0" lang="he-IL"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לבד</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a:t>
            </a:r>
            <a:r>
              <a:rPr kumimoji="0" lang="he-IL"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מה</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שיוצר</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נטל</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פרטי</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כבד</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על </a:t>
            </a:r>
            <a:r>
              <a:rPr kumimoji="0" lang="en-US" sz="1500" b="0" i="0" u="none" strike="noStrike" kern="0" cap="none" spc="0" normalizeH="0" baseline="0" noProof="0" dirty="0" err="1">
                <a:ln>
                  <a:noFill/>
                </a:ln>
                <a:solidFill>
                  <a:srgbClr val="475569"/>
                </a:solidFill>
                <a:effectLst/>
                <a:uLnTx/>
                <a:uFillTx/>
                <a:latin typeface="Heebo"/>
                <a:ea typeface="Heebo"/>
                <a:cs typeface="Heebo"/>
                <a:sym typeface="Heebo"/>
              </a:rPr>
              <a:t>משקי</a:t>
            </a:r>
            <a:r>
              <a:rPr kumimoji="0" lang="en-US" sz="1500" b="0" i="0" u="none" strike="noStrike" kern="0" cap="none" spc="0" normalizeH="0" baseline="0" noProof="0" dirty="0">
                <a:ln>
                  <a:noFill/>
                </a:ln>
                <a:solidFill>
                  <a:srgbClr val="475569"/>
                </a:solidFill>
                <a:effectLst/>
                <a:uLnTx/>
                <a:uFillTx/>
                <a:latin typeface="Heebo"/>
                <a:ea typeface="Heebo"/>
                <a:cs typeface="Heebo"/>
                <a:sym typeface="Heebo"/>
              </a:rPr>
              <a:t> הבית.</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3" name="Google Shape;113;p15"/>
          <p:cNvSpPr/>
          <p:nvPr/>
        </p:nvSpPr>
        <p:spPr>
          <a:xfrm>
            <a:off x="5581650" y="2641252"/>
            <a:ext cx="228600" cy="228600"/>
          </a:xfrm>
          <a:prstGeom prst="roundRect">
            <a:avLst>
              <a:gd name="adj" fmla="val 16667"/>
            </a:avLst>
          </a:prstGeom>
          <a:solidFill>
            <a:srgbClr val="005088"/>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4" name="Google Shape;114;p15"/>
          <p:cNvSpPr txBox="1"/>
          <p:nvPr/>
        </p:nvSpPr>
        <p:spPr>
          <a:xfrm>
            <a:off x="1390389" y="2572791"/>
            <a:ext cx="4048386" cy="4431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59944"/>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75569"/>
                </a:solidFill>
                <a:effectLst/>
                <a:uLnTx/>
                <a:uFillTx/>
                <a:latin typeface="Heebo"/>
                <a:ea typeface="Heebo"/>
                <a:cs typeface="Heebo"/>
                <a:sym typeface="Heebo"/>
              </a:rPr>
              <a:t> :OECD:</a:t>
            </a:r>
            <a:r>
              <a:rPr kumimoji="0" lang="en-US" sz="18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800" b="0" i="0" u="none" strike="noStrike" kern="0" cap="none" spc="0" normalizeH="0" baseline="0" noProof="0" dirty="0" err="1">
                <a:ln>
                  <a:noFill/>
                </a:ln>
                <a:solidFill>
                  <a:srgbClr val="475569"/>
                </a:solidFill>
                <a:effectLst/>
                <a:uLnTx/>
                <a:uFillTx/>
                <a:latin typeface="Heebo"/>
                <a:ea typeface="Heebo"/>
                <a:cs typeface="Heebo"/>
                <a:sym typeface="Heebo"/>
              </a:rPr>
              <a:t>מימון</a:t>
            </a:r>
            <a:r>
              <a:rPr kumimoji="0" lang="en-US" sz="18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800" b="0" i="0" u="none" strike="noStrike" kern="0" cap="none" spc="0" normalizeH="0" baseline="0" noProof="0" dirty="0" err="1">
                <a:ln>
                  <a:noFill/>
                </a:ln>
                <a:solidFill>
                  <a:srgbClr val="475569"/>
                </a:solidFill>
                <a:effectLst/>
                <a:uLnTx/>
                <a:uFillTx/>
                <a:latin typeface="Heebo"/>
                <a:ea typeface="Heebo"/>
                <a:cs typeface="Heebo"/>
                <a:sym typeface="Heebo"/>
              </a:rPr>
              <a:t>ציבורי</a:t>
            </a:r>
            <a:r>
              <a:rPr kumimoji="0" lang="en-US" sz="18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800" b="0" i="0" u="none" strike="noStrike" kern="0" cap="none" spc="0" normalizeH="0" baseline="0" noProof="0" dirty="0" err="1">
                <a:ln>
                  <a:noFill/>
                </a:ln>
                <a:solidFill>
                  <a:srgbClr val="475569"/>
                </a:solidFill>
                <a:effectLst/>
                <a:uLnTx/>
                <a:uFillTx/>
                <a:latin typeface="Heebo"/>
                <a:ea typeface="Heebo"/>
                <a:cs typeface="Heebo"/>
                <a:sym typeface="Heebo"/>
              </a:rPr>
              <a:t>רחב</a:t>
            </a:r>
            <a:r>
              <a:rPr kumimoji="0" lang="en-US" sz="18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he-IL" sz="1800" b="0" i="0" u="none" strike="noStrike" kern="0" cap="none" spc="0" normalizeH="0" baseline="0" noProof="0" dirty="0">
                <a:ln>
                  <a:noFill/>
                </a:ln>
                <a:solidFill>
                  <a:srgbClr val="475569"/>
                </a:solidFill>
                <a:effectLst/>
                <a:uLnTx/>
                <a:uFillTx/>
                <a:latin typeface="Heebo"/>
                <a:ea typeface="Heebo"/>
                <a:cs typeface="Heebo"/>
                <a:sym typeface="Heebo"/>
              </a:rPr>
              <a:t>(כ-82%)</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5" name="Google Shape;115;p15"/>
          <p:cNvSpPr/>
          <p:nvPr/>
        </p:nvSpPr>
        <p:spPr>
          <a:xfrm>
            <a:off x="5581650" y="3245048"/>
            <a:ext cx="228600" cy="228600"/>
          </a:xfrm>
          <a:prstGeom prst="roundRect">
            <a:avLst>
              <a:gd name="adj" fmla="val 16667"/>
            </a:avLst>
          </a:prstGeom>
          <a:solidFill>
            <a:srgbClr val="CBD5E1"/>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6" name="Google Shape;116;p15"/>
          <p:cNvSpPr txBox="1"/>
          <p:nvPr/>
        </p:nvSpPr>
        <p:spPr>
          <a:xfrm>
            <a:off x="2276475" y="3176587"/>
            <a:ext cx="3162300" cy="4431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59944"/>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75569"/>
                </a:solidFill>
                <a:effectLst/>
                <a:uLnTx/>
                <a:uFillTx/>
                <a:latin typeface="Heebo"/>
                <a:ea typeface="Heebo"/>
                <a:cs typeface="Heebo"/>
                <a:sym typeface="Heebo"/>
              </a:rPr>
              <a:t>OECD</a:t>
            </a:r>
            <a:r>
              <a:rPr kumimoji="0" lang="he-IL" sz="1800" b="1"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800" b="0" i="0" u="none" strike="noStrike" kern="0" cap="none" spc="0" normalizeH="0" baseline="0" noProof="0" dirty="0" err="1">
                <a:ln>
                  <a:noFill/>
                </a:ln>
                <a:solidFill>
                  <a:srgbClr val="475569"/>
                </a:solidFill>
                <a:effectLst/>
                <a:uLnTx/>
                <a:uFillTx/>
                <a:latin typeface="Heebo"/>
                <a:ea typeface="Heebo"/>
                <a:cs typeface="Heebo"/>
                <a:sym typeface="Heebo"/>
              </a:rPr>
              <a:t>השתתפות</a:t>
            </a:r>
            <a:r>
              <a:rPr kumimoji="0" lang="en-US" sz="18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en-US" sz="1800" b="0" i="0" u="none" strike="noStrike" kern="0" cap="none" spc="0" normalizeH="0" baseline="0" noProof="0" dirty="0" err="1">
                <a:ln>
                  <a:noFill/>
                </a:ln>
                <a:solidFill>
                  <a:srgbClr val="475569"/>
                </a:solidFill>
                <a:effectLst/>
                <a:uLnTx/>
                <a:uFillTx/>
                <a:latin typeface="Heebo"/>
                <a:ea typeface="Heebo"/>
                <a:cs typeface="Heebo"/>
                <a:sym typeface="Heebo"/>
              </a:rPr>
              <a:t>עצמית</a:t>
            </a:r>
            <a:r>
              <a:rPr kumimoji="0" lang="en-US" sz="1800" b="0" i="0" u="none" strike="noStrike" kern="0" cap="none" spc="0" normalizeH="0" baseline="0" noProof="0" dirty="0">
                <a:ln>
                  <a:noFill/>
                </a:ln>
                <a:solidFill>
                  <a:srgbClr val="475569"/>
                </a:solidFill>
                <a:effectLst/>
                <a:uLnTx/>
                <a:uFillTx/>
                <a:latin typeface="Heebo"/>
                <a:ea typeface="Heebo"/>
                <a:cs typeface="Heebo"/>
                <a:sym typeface="Heebo"/>
              </a:rPr>
              <a:t> </a:t>
            </a:r>
            <a:r>
              <a:rPr kumimoji="0" lang="he-IL" sz="1800" b="0" i="0" u="none" strike="noStrike" kern="0" cap="none" spc="0" normalizeH="0" baseline="0" noProof="0" dirty="0">
                <a:ln>
                  <a:noFill/>
                </a:ln>
                <a:solidFill>
                  <a:srgbClr val="475569"/>
                </a:solidFill>
                <a:effectLst/>
                <a:uLnTx/>
                <a:uFillTx/>
                <a:latin typeface="Heebo"/>
                <a:ea typeface="Heebo"/>
                <a:cs typeface="Heebo"/>
                <a:sym typeface="Heebo"/>
              </a:rPr>
              <a:t>(כ-18%)</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pic>
        <p:nvPicPr>
          <p:cNvPr id="121" name="Google Shape;121;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2" name="Google Shape;122;p16" descr="image.png"/>
          <p:cNvPicPr preferRelativeResize="0"/>
          <p:nvPr/>
        </p:nvPicPr>
        <p:blipFill rotWithShape="1">
          <a:blip r:embed="rId4">
            <a:alphaModFix/>
          </a:blip>
          <a:srcRect/>
          <a:stretch/>
        </p:blipFill>
        <p:spPr>
          <a:xfrm>
            <a:off x="571500" y="1704975"/>
            <a:ext cx="11049000" cy="3582739"/>
          </a:xfrm>
          <a:prstGeom prst="rect">
            <a:avLst/>
          </a:prstGeom>
          <a:noFill/>
          <a:ln>
            <a:noFill/>
          </a:ln>
        </p:spPr>
      </p:pic>
      <p:sp>
        <p:nvSpPr>
          <p:cNvPr id="123" name="Google Shape;123;p16"/>
          <p:cNvSpPr txBox="1"/>
          <p:nvPr/>
        </p:nvSpPr>
        <p:spPr>
          <a:xfrm>
            <a:off x="571500" y="571500"/>
            <a:ext cx="11601450" cy="561975"/>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מנגנוני</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ניהול</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ובקרת</a:t>
            </a:r>
            <a:r>
              <a:rPr kumimoji="0" lang="en-US" sz="3600" b="1" i="0" u="none" strike="noStrike" kern="0" cap="none" spc="0" normalizeH="0" baseline="0" noProof="0" dirty="0">
                <a:ln>
                  <a:noFill/>
                </a:ln>
                <a:solidFill>
                  <a:srgbClr val="003366"/>
                </a:solidFill>
                <a:effectLst/>
                <a:uLnTx/>
                <a:uFillTx/>
                <a:latin typeface="+mj-lt"/>
                <a:ea typeface="Rubik"/>
                <a:cs typeface="+mj-cs"/>
                <a:sym typeface="Rubik"/>
              </a:rPr>
              <a:t> </a:t>
            </a:r>
            <a:r>
              <a:rPr kumimoji="0" lang="en-US" sz="3600" b="1" i="0" u="none" strike="noStrike" kern="0" cap="none" spc="0" normalizeH="0" baseline="0" noProof="0" dirty="0" err="1">
                <a:ln>
                  <a:noFill/>
                </a:ln>
                <a:solidFill>
                  <a:srgbClr val="003366"/>
                </a:solidFill>
                <a:effectLst/>
                <a:uLnTx/>
                <a:uFillTx/>
                <a:latin typeface="+mj-lt"/>
                <a:ea typeface="Rubik"/>
                <a:cs typeface="+mj-cs"/>
                <a:sym typeface="Rubik"/>
              </a:rPr>
              <a:t>תקציב</a:t>
            </a:r>
            <a:endParaRPr kumimoji="0" sz="1400" b="0" i="0" u="none" strike="noStrike" kern="0" cap="none" spc="0" normalizeH="0" baseline="0" noProof="0" dirty="0">
              <a:ln>
                <a:noFill/>
              </a:ln>
              <a:solidFill>
                <a:srgbClr val="000000"/>
              </a:solidFill>
              <a:effectLst/>
              <a:uLnTx/>
              <a:uFillTx/>
              <a:latin typeface="+mj-lt"/>
              <a:cs typeface="+mj-cs"/>
              <a:sym typeface="Arial"/>
            </a:endParaRPr>
          </a:p>
        </p:txBody>
      </p:sp>
      <p:sp>
        <p:nvSpPr>
          <p:cNvPr id="124" name="Google Shape;124;p16"/>
          <p:cNvSpPr/>
          <p:nvPr/>
        </p:nvSpPr>
        <p:spPr>
          <a:xfrm>
            <a:off x="571500" y="130492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aphicFrame>
        <p:nvGraphicFramePr>
          <p:cNvPr id="125" name="Google Shape;125;p16"/>
          <p:cNvGraphicFramePr/>
          <p:nvPr>
            <p:extLst>
              <p:ext uri="{D42A27DB-BD31-4B8C-83A1-F6EECF244321}">
                <p14:modId xmlns:p14="http://schemas.microsoft.com/office/powerpoint/2010/main" val="2476518986"/>
              </p:ext>
            </p:extLst>
          </p:nvPr>
        </p:nvGraphicFramePr>
        <p:xfrm>
          <a:off x="3409950" y="1714494"/>
          <a:ext cx="8286695" cy="3563700"/>
        </p:xfrm>
        <a:graphic>
          <a:graphicData uri="http://schemas.openxmlformats.org/drawingml/2006/table">
            <a:tbl>
              <a:tblPr firstRow="1" bandRow="1">
                <a:noFill/>
              </a:tblPr>
              <a:tblGrid>
                <a:gridCol w="2762196">
                  <a:extLst>
                    <a:ext uri="{9D8B030D-6E8A-4147-A177-3AD203B41FA5}">
                      <a16:colId xmlns:a16="http://schemas.microsoft.com/office/drawing/2014/main" val="20001"/>
                    </a:ext>
                  </a:extLst>
                </a:gridCol>
                <a:gridCol w="2762196">
                  <a:extLst>
                    <a:ext uri="{9D8B030D-6E8A-4147-A177-3AD203B41FA5}">
                      <a16:colId xmlns:a16="http://schemas.microsoft.com/office/drawing/2014/main" val="1373159235"/>
                    </a:ext>
                  </a:extLst>
                </a:gridCol>
                <a:gridCol w="2762303">
                  <a:extLst>
                    <a:ext uri="{9D8B030D-6E8A-4147-A177-3AD203B41FA5}">
                      <a16:colId xmlns:a16="http://schemas.microsoft.com/office/drawing/2014/main" val="3363654089"/>
                    </a:ext>
                  </a:extLst>
                </a:gridCol>
              </a:tblGrid>
              <a:tr h="890925">
                <a:tc>
                  <a:txBody>
                    <a:bodyPr/>
                    <a:lstStyle/>
                    <a:p>
                      <a:pPr marL="0" marR="0" lvl="0" indent="0" algn="r" rtl="1">
                        <a:spcBef>
                          <a:spcPts val="0"/>
                        </a:spcBef>
                        <a:spcAft>
                          <a:spcPts val="0"/>
                        </a:spcAft>
                        <a:buNone/>
                      </a:pPr>
                      <a:r>
                        <a:rPr lang="en-US" sz="1800" b="0" i="0" u="none" strike="noStrike" cap="none" dirty="0">
                          <a:solidFill>
                            <a:srgbClr val="FFFFFF"/>
                          </a:solidFill>
                          <a:latin typeface="Heebo"/>
                          <a:ea typeface="Heebo"/>
                          <a:cs typeface="Heebo"/>
                          <a:sym typeface="Heebo"/>
                        </a:rPr>
                        <a:t>OECD (Best Practice)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5088"/>
                    </a:solidFill>
                  </a:tcPr>
                </a:tc>
                <a:tc>
                  <a:txBody>
                    <a:bodyPr/>
                    <a:lstStyle/>
                    <a:p>
                      <a:pPr marL="0" marR="0" lvl="0" indent="0" algn="r" rtl="1">
                        <a:spcBef>
                          <a:spcPts val="0"/>
                        </a:spcBef>
                        <a:spcAft>
                          <a:spcPts val="0"/>
                        </a:spcAft>
                        <a:buNone/>
                      </a:pPr>
                      <a:r>
                        <a:rPr lang="en-US" sz="1800" b="0" i="0" u="none" strike="noStrike" cap="none" dirty="0" err="1">
                          <a:solidFill>
                            <a:srgbClr val="FFFFFF"/>
                          </a:solidFill>
                          <a:latin typeface="Heebo"/>
                          <a:ea typeface="Heebo"/>
                          <a:cs typeface="Heebo"/>
                          <a:sym typeface="Heebo"/>
                        </a:rPr>
                        <a:t>ישראל</a:t>
                      </a:r>
                      <a:r>
                        <a:rPr lang="en-US" sz="1800" b="0" i="0" u="none" strike="noStrike" cap="none" dirty="0">
                          <a:solidFill>
                            <a:srgbClr val="FFFFFF"/>
                          </a:solidFill>
                          <a:latin typeface="Heebo"/>
                          <a:ea typeface="Heebo"/>
                          <a:cs typeface="Heebo"/>
                          <a:sym typeface="Heebo"/>
                        </a:rPr>
                        <a:t> )</a:t>
                      </a:r>
                      <a:r>
                        <a:rPr lang="en-US" sz="1800" b="0" i="0" u="none" strike="noStrike" cap="none" dirty="0" err="1">
                          <a:solidFill>
                            <a:srgbClr val="FFFFFF"/>
                          </a:solidFill>
                          <a:latin typeface="Heebo"/>
                          <a:ea typeface="Heebo"/>
                          <a:cs typeface="Heebo"/>
                          <a:sym typeface="Heebo"/>
                        </a:rPr>
                        <a:t>המצב</a:t>
                      </a:r>
                      <a:r>
                        <a:rPr lang="en-US" sz="1800" b="0" i="0" u="none" strike="noStrike" cap="none" dirty="0">
                          <a:solidFill>
                            <a:srgbClr val="FFFFFF"/>
                          </a:solidFill>
                          <a:latin typeface="Heebo"/>
                          <a:ea typeface="Heebo"/>
                          <a:cs typeface="Heebo"/>
                          <a:sym typeface="Heebo"/>
                        </a:rPr>
                        <a:t> </a:t>
                      </a:r>
                      <a:r>
                        <a:rPr lang="en-US" sz="1800" b="0" i="0" u="none" strike="noStrike" cap="none" dirty="0" err="1">
                          <a:solidFill>
                            <a:srgbClr val="FFFFFF"/>
                          </a:solidFill>
                          <a:latin typeface="Heebo"/>
                          <a:ea typeface="Heebo"/>
                          <a:cs typeface="Heebo"/>
                          <a:sym typeface="Heebo"/>
                        </a:rPr>
                        <a:t>הקיים</a:t>
                      </a:r>
                      <a:r>
                        <a:rPr lang="en-US" sz="1800" b="0" i="0" u="none" strike="noStrike" cap="none" dirty="0">
                          <a:solidFill>
                            <a:srgbClr val="FFFFFF"/>
                          </a:solidFill>
                          <a:latin typeface="Heebo"/>
                          <a:ea typeface="Heebo"/>
                          <a:cs typeface="Heebo"/>
                          <a:sym typeface="Heebo"/>
                        </a:rPr>
                        <a:t>(</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5088"/>
                    </a:solidFill>
                  </a:tcPr>
                </a:tc>
                <a:tc>
                  <a:txBody>
                    <a:bodyPr/>
                    <a:lstStyle/>
                    <a:p>
                      <a:pPr marL="0" marR="0" lvl="0" indent="0" algn="r" rtl="1">
                        <a:spcBef>
                          <a:spcPts val="0"/>
                        </a:spcBef>
                        <a:spcAft>
                          <a:spcPts val="0"/>
                        </a:spcAft>
                        <a:buNone/>
                      </a:pPr>
                      <a:r>
                        <a:rPr lang="en-US" sz="1800" b="0" i="0" u="none" strike="noStrike" cap="none" dirty="0" err="1">
                          <a:solidFill>
                            <a:srgbClr val="FFFFFF"/>
                          </a:solidFill>
                          <a:latin typeface="Heebo"/>
                          <a:ea typeface="Heebo"/>
                          <a:cs typeface="Heebo"/>
                          <a:sym typeface="Heebo"/>
                        </a:rPr>
                        <a:t>קריטריון</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890925">
                <a:tc>
                  <a:txBody>
                    <a:bodyPr/>
                    <a:lstStyle/>
                    <a:p>
                      <a:pPr marL="0" marR="0" lvl="0" indent="0" algn="r" rtl="1">
                        <a:spcBef>
                          <a:spcPts val="0"/>
                        </a:spcBef>
                        <a:spcAft>
                          <a:spcPts val="0"/>
                        </a:spcAft>
                        <a:buNone/>
                      </a:pPr>
                      <a:r>
                        <a:rPr lang="en-US" sz="1650" b="1" i="0" u="none" strike="noStrike" cap="none" dirty="0" err="1">
                          <a:solidFill>
                            <a:srgbClr val="10B981"/>
                          </a:solidFill>
                          <a:latin typeface="Heebo"/>
                          <a:ea typeface="Heebo"/>
                          <a:cs typeface="Heebo"/>
                          <a:sym typeface="Heebo"/>
                        </a:rPr>
                        <a:t>קיימת</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תקרה</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קשיחה</a:t>
                      </a:r>
                      <a:r>
                        <a:rPr lang="en-US" sz="1650" b="1" i="0" u="none" strike="noStrike" cap="none" dirty="0">
                          <a:solidFill>
                            <a:srgbClr val="10B981"/>
                          </a:solidFill>
                          <a:latin typeface="Heebo"/>
                          <a:ea typeface="Heebo"/>
                          <a:cs typeface="Heebo"/>
                          <a:sym typeface="Heebo"/>
                        </a:rPr>
                        <a:t> </a:t>
                      </a:r>
                    </a:p>
                    <a:p>
                      <a:pPr marL="0" marR="0" lvl="0" indent="0" algn="r" rtl="1">
                        <a:spcBef>
                          <a:spcPts val="0"/>
                        </a:spcBef>
                        <a:spcAft>
                          <a:spcPts val="0"/>
                        </a:spcAft>
                        <a:buNone/>
                      </a:pPr>
                      <a:r>
                        <a:rPr lang="en-US" sz="1650" b="1" i="0" u="none" strike="noStrike" cap="none" dirty="0">
                          <a:solidFill>
                            <a:srgbClr val="10B981"/>
                          </a:solidFill>
                          <a:latin typeface="Heebo"/>
                          <a:ea typeface="Heebo"/>
                          <a:cs typeface="Heebo"/>
                          <a:sym typeface="Heebo"/>
                        </a:rPr>
                        <a:t>ב-2/3 </a:t>
                      </a:r>
                      <a:r>
                        <a:rPr lang="en-US" sz="1650" b="1" i="0" u="none" strike="noStrike" cap="none" dirty="0" err="1">
                          <a:solidFill>
                            <a:srgbClr val="10B981"/>
                          </a:solidFill>
                          <a:latin typeface="Heebo"/>
                          <a:ea typeface="Heebo"/>
                          <a:cs typeface="Heebo"/>
                          <a:sym typeface="Heebo"/>
                        </a:rPr>
                        <a:t>מהמדינות</a:t>
                      </a:r>
                      <a:endParaRPr dirty="0"/>
                    </a:p>
                  </a:txBody>
                  <a:tcPr marL="32385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r" rtl="1">
                        <a:spcBef>
                          <a:spcPts val="0"/>
                        </a:spcBef>
                        <a:spcAft>
                          <a:spcPts val="0"/>
                        </a:spcAft>
                        <a:buNone/>
                      </a:pPr>
                      <a:r>
                        <a:rPr lang="en-US" sz="1650" b="1" i="0" u="none" strike="noStrike" cap="none" dirty="0" err="1">
                          <a:solidFill>
                            <a:srgbClr val="EF4444"/>
                          </a:solidFill>
                          <a:latin typeface="Heebo"/>
                          <a:ea typeface="Heebo"/>
                          <a:cs typeface="Heebo"/>
                          <a:sym typeface="Heebo"/>
                        </a:rPr>
                        <a:t>ללא</a:t>
                      </a:r>
                      <a:r>
                        <a:rPr lang="en-US" sz="1650" b="1" i="0" u="none" strike="noStrike" cap="none" dirty="0">
                          <a:solidFill>
                            <a:srgbClr val="EF4444"/>
                          </a:solidFill>
                          <a:latin typeface="Heebo"/>
                          <a:ea typeface="Heebo"/>
                          <a:cs typeface="Heebo"/>
                          <a:sym typeface="Heebo"/>
                        </a:rPr>
                        <a:t> </a:t>
                      </a:r>
                      <a:r>
                        <a:rPr lang="en-US" sz="1650" b="1" i="0" u="none" strike="noStrike" cap="none" dirty="0" err="1">
                          <a:solidFill>
                            <a:srgbClr val="EF4444"/>
                          </a:solidFill>
                          <a:latin typeface="Heebo"/>
                          <a:ea typeface="Heebo"/>
                          <a:cs typeface="Heebo"/>
                          <a:sym typeface="Heebo"/>
                        </a:rPr>
                        <a:t>תקרה</a:t>
                      </a:r>
                      <a:r>
                        <a:rPr lang="en-US" sz="1650" b="1" i="0" u="none" strike="noStrike" cap="none" dirty="0">
                          <a:solidFill>
                            <a:srgbClr val="EF4444"/>
                          </a:solidFill>
                          <a:latin typeface="Heebo"/>
                          <a:ea typeface="Heebo"/>
                          <a:cs typeface="Heebo"/>
                          <a:sym typeface="Heebo"/>
                        </a:rPr>
                        <a:t> </a:t>
                      </a:r>
                      <a:r>
                        <a:rPr lang="en-US" sz="1650" b="1" i="0" u="none" strike="noStrike" cap="none" dirty="0" err="1">
                          <a:solidFill>
                            <a:srgbClr val="EF4444"/>
                          </a:solidFill>
                          <a:latin typeface="Heebo"/>
                          <a:ea typeface="Heebo"/>
                          <a:cs typeface="Heebo"/>
                          <a:sym typeface="Heebo"/>
                        </a:rPr>
                        <a:t>מוגדרת</a:t>
                      </a:r>
                      <a:endParaRPr dirty="0"/>
                    </a:p>
                  </a:txBody>
                  <a:tcPr marL="32385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r" rtl="1">
                        <a:spcBef>
                          <a:spcPts val="0"/>
                        </a:spcBef>
                        <a:spcAft>
                          <a:spcPts val="0"/>
                        </a:spcAft>
                        <a:buNone/>
                      </a:pPr>
                      <a:r>
                        <a:rPr lang="en-US" sz="1650" b="1" i="0" u="none" strike="noStrike" cap="none" dirty="0" err="1">
                          <a:solidFill>
                            <a:srgbClr val="475569"/>
                          </a:solidFill>
                          <a:latin typeface="Heebo"/>
                          <a:ea typeface="Heebo"/>
                          <a:cs typeface="Heebo"/>
                          <a:sym typeface="Heebo"/>
                        </a:rPr>
                        <a:t>תקרת</a:t>
                      </a:r>
                      <a:r>
                        <a:rPr lang="en-US" sz="1650" b="1" i="0" u="none" strike="noStrike" cap="none" dirty="0">
                          <a:solidFill>
                            <a:srgbClr val="475569"/>
                          </a:solidFill>
                          <a:latin typeface="Heebo"/>
                          <a:ea typeface="Heebo"/>
                          <a:cs typeface="Heebo"/>
                          <a:sym typeface="Heebo"/>
                        </a:rPr>
                        <a:t> </a:t>
                      </a:r>
                      <a:r>
                        <a:rPr lang="en-US" sz="1650" b="1" i="0" u="none" strike="noStrike" cap="none" dirty="0" err="1">
                          <a:solidFill>
                            <a:srgbClr val="475569"/>
                          </a:solidFill>
                          <a:latin typeface="Heebo"/>
                          <a:ea typeface="Heebo"/>
                          <a:cs typeface="Heebo"/>
                          <a:sym typeface="Heebo"/>
                        </a:rPr>
                        <a:t>הוצאה</a:t>
                      </a:r>
                      <a:r>
                        <a:rPr lang="en-US" sz="1650" b="1" i="0" u="none" strike="noStrike" cap="none" dirty="0">
                          <a:solidFill>
                            <a:srgbClr val="475569"/>
                          </a:solidFill>
                          <a:latin typeface="Heebo"/>
                          <a:ea typeface="Heebo"/>
                          <a:cs typeface="Heebo"/>
                          <a:sym typeface="Heebo"/>
                        </a:rPr>
                        <a:t> (Ceiling)</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90925">
                <a:tc>
                  <a:txBody>
                    <a:bodyPr/>
                    <a:lstStyle/>
                    <a:p>
                      <a:pPr marL="0" marR="0" lvl="0" indent="0" algn="r" rtl="1">
                        <a:spcBef>
                          <a:spcPts val="0"/>
                        </a:spcBef>
                        <a:spcAft>
                          <a:spcPts val="0"/>
                        </a:spcAft>
                        <a:buNone/>
                      </a:pPr>
                      <a:r>
                        <a:rPr lang="en-US" sz="1650" b="1" i="0" u="none" strike="noStrike" cap="none" dirty="0" err="1">
                          <a:solidFill>
                            <a:srgbClr val="10B981"/>
                          </a:solidFill>
                          <a:latin typeface="Heebo"/>
                          <a:ea typeface="Heebo"/>
                          <a:cs typeface="Heebo"/>
                          <a:sym typeface="Heebo"/>
                        </a:rPr>
                        <a:t>רב-שנתי</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עם</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קרנות</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רזרבה</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8FAFC"/>
                    </a:solidFill>
                  </a:tcPr>
                </a:tc>
                <a:tc>
                  <a:txBody>
                    <a:bodyPr/>
                    <a:lstStyle/>
                    <a:p>
                      <a:pPr marL="0" marR="0" lvl="0" indent="0" algn="r" rtl="1">
                        <a:spcBef>
                          <a:spcPts val="0"/>
                        </a:spcBef>
                        <a:spcAft>
                          <a:spcPts val="0"/>
                        </a:spcAft>
                        <a:buNone/>
                      </a:pPr>
                      <a:r>
                        <a:rPr lang="en-US" sz="1650" b="0" i="0" u="none" strike="noStrike" cap="none" dirty="0" err="1">
                          <a:solidFill>
                            <a:srgbClr val="475569"/>
                          </a:solidFill>
                          <a:latin typeface="Heebo"/>
                          <a:ea typeface="Heebo"/>
                          <a:cs typeface="Heebo"/>
                          <a:sym typeface="Heebo"/>
                        </a:rPr>
                        <a:t>שוטף</a:t>
                      </a:r>
                      <a:r>
                        <a:rPr lang="en-US" sz="1650" b="0" i="0" u="none" strike="noStrike" cap="none" dirty="0">
                          <a:solidFill>
                            <a:srgbClr val="475569"/>
                          </a:solidFill>
                          <a:latin typeface="Heebo"/>
                          <a:ea typeface="Heebo"/>
                          <a:cs typeface="Heebo"/>
                          <a:sym typeface="Heebo"/>
                        </a:rPr>
                        <a:t> / </a:t>
                      </a:r>
                      <a:r>
                        <a:rPr lang="en-US" sz="1650" b="0" i="0" u="none" strike="noStrike" cap="none" dirty="0" err="1">
                          <a:solidFill>
                            <a:srgbClr val="475569"/>
                          </a:solidFill>
                          <a:latin typeface="Heebo"/>
                          <a:ea typeface="Heebo"/>
                          <a:cs typeface="Heebo"/>
                          <a:sym typeface="Heebo"/>
                        </a:rPr>
                        <a:t>שנתי</a:t>
                      </a:r>
                      <a:r>
                        <a:rPr lang="en-US" sz="1650" b="0" i="0" u="none" strike="noStrike" cap="none" dirty="0">
                          <a:solidFill>
                            <a:srgbClr val="475569"/>
                          </a:solidFill>
                          <a:latin typeface="Heebo"/>
                          <a:ea typeface="Heebo"/>
                          <a:cs typeface="Heebo"/>
                          <a:sym typeface="Heebo"/>
                        </a:rPr>
                        <a:t> )</a:t>
                      </a:r>
                      <a:r>
                        <a:rPr lang="en-US" sz="1650" b="0" i="0" u="none" strike="noStrike" cap="none" dirty="0" err="1">
                          <a:solidFill>
                            <a:srgbClr val="475569"/>
                          </a:solidFill>
                          <a:latin typeface="Heebo"/>
                          <a:ea typeface="Heebo"/>
                          <a:cs typeface="Heebo"/>
                          <a:sym typeface="Heebo"/>
                        </a:rPr>
                        <a:t>תלוי</a:t>
                      </a:r>
                      <a:r>
                        <a:rPr lang="en-US" sz="1650" b="0" i="0" u="none" strike="noStrike" cap="none" dirty="0">
                          <a:solidFill>
                            <a:srgbClr val="475569"/>
                          </a:solidFill>
                          <a:latin typeface="Heebo"/>
                          <a:ea typeface="Heebo"/>
                          <a:cs typeface="Heebo"/>
                          <a:sym typeface="Heebo"/>
                        </a:rPr>
                        <a:t> </a:t>
                      </a:r>
                      <a:r>
                        <a:rPr lang="en-US" sz="1650" b="0" i="0" u="none" strike="noStrike" cap="none" dirty="0" err="1">
                          <a:solidFill>
                            <a:srgbClr val="475569"/>
                          </a:solidFill>
                          <a:latin typeface="Heebo"/>
                          <a:ea typeface="Heebo"/>
                          <a:cs typeface="Heebo"/>
                          <a:sym typeface="Heebo"/>
                        </a:rPr>
                        <a:t>גבייה</a:t>
                      </a:r>
                      <a:r>
                        <a:rPr lang="en-US" sz="1650" b="0" i="0" u="none" strike="noStrike" cap="none" dirty="0">
                          <a:solidFill>
                            <a:srgbClr val="475569"/>
                          </a:solidFill>
                          <a:latin typeface="Heebo"/>
                          <a:ea typeface="Heebo"/>
                          <a:cs typeface="Heebo"/>
                          <a:sym typeface="Heebo"/>
                        </a:rPr>
                        <a:t>(</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8FAFC"/>
                    </a:solidFill>
                  </a:tcPr>
                </a:tc>
                <a:tc>
                  <a:txBody>
                    <a:bodyPr/>
                    <a:lstStyle/>
                    <a:p>
                      <a:pPr marL="0" marR="0" lvl="0" indent="0" algn="r" rtl="1">
                        <a:spcBef>
                          <a:spcPts val="0"/>
                        </a:spcBef>
                        <a:spcAft>
                          <a:spcPts val="0"/>
                        </a:spcAft>
                        <a:buNone/>
                      </a:pPr>
                      <a:r>
                        <a:rPr lang="en-US" sz="1650" b="1" i="0" u="none" strike="noStrike" cap="none" dirty="0" err="1">
                          <a:solidFill>
                            <a:srgbClr val="475569"/>
                          </a:solidFill>
                          <a:latin typeface="Heebo"/>
                          <a:ea typeface="Heebo"/>
                          <a:cs typeface="Heebo"/>
                          <a:sym typeface="Heebo"/>
                        </a:rPr>
                        <a:t>מודל</a:t>
                      </a:r>
                      <a:r>
                        <a:rPr lang="en-US" sz="1650" b="1" i="0" u="none" strike="noStrike" cap="none" dirty="0">
                          <a:solidFill>
                            <a:srgbClr val="475569"/>
                          </a:solidFill>
                          <a:latin typeface="Heebo"/>
                          <a:ea typeface="Heebo"/>
                          <a:cs typeface="Heebo"/>
                          <a:sym typeface="Heebo"/>
                        </a:rPr>
                        <a:t> </a:t>
                      </a:r>
                      <a:r>
                        <a:rPr lang="en-US" sz="1650" b="1" i="0" u="none" strike="noStrike" cap="none" dirty="0" err="1">
                          <a:solidFill>
                            <a:srgbClr val="475569"/>
                          </a:solidFill>
                          <a:latin typeface="Heebo"/>
                          <a:ea typeface="Heebo"/>
                          <a:cs typeface="Heebo"/>
                          <a:sym typeface="Heebo"/>
                        </a:rPr>
                        <a:t>תקצוב</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890925">
                <a:tc>
                  <a:txBody>
                    <a:bodyPr/>
                    <a:lstStyle/>
                    <a:p>
                      <a:pPr marL="0" marR="0" lvl="0" indent="0" algn="r" rtl="1">
                        <a:spcBef>
                          <a:spcPts val="0"/>
                        </a:spcBef>
                        <a:spcAft>
                          <a:spcPts val="0"/>
                        </a:spcAft>
                        <a:buNone/>
                      </a:pPr>
                      <a:r>
                        <a:rPr lang="en-US" sz="1650" b="1" i="0" u="none" strike="noStrike" cap="none" dirty="0" err="1">
                          <a:solidFill>
                            <a:srgbClr val="10B981"/>
                          </a:solidFill>
                          <a:latin typeface="Heebo"/>
                          <a:ea typeface="Heebo"/>
                          <a:cs typeface="Heebo"/>
                          <a:sym typeface="Heebo"/>
                        </a:rPr>
                        <a:t>מקיף</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רשת</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ביטחון</a:t>
                      </a:r>
                      <a:r>
                        <a:rPr lang="en-US" sz="1650" b="1" i="0" u="none" strike="noStrike" cap="none" dirty="0">
                          <a:solidFill>
                            <a:srgbClr val="10B981"/>
                          </a:solidFill>
                          <a:latin typeface="Heebo"/>
                          <a:ea typeface="Heebo"/>
                          <a:cs typeface="Heebo"/>
                          <a:sym typeface="Heebo"/>
                        </a:rPr>
                        <a:t> </a:t>
                      </a:r>
                      <a:r>
                        <a:rPr lang="en-US" sz="1650" b="1" i="0" u="none" strike="noStrike" cap="none" dirty="0" err="1">
                          <a:solidFill>
                            <a:srgbClr val="10B981"/>
                          </a:solidFill>
                          <a:latin typeface="Heebo"/>
                          <a:ea typeface="Heebo"/>
                          <a:cs typeface="Heebo"/>
                          <a:sym typeface="Heebo"/>
                        </a:rPr>
                        <a:t>סוציאלית</a:t>
                      </a:r>
                      <a:r>
                        <a:rPr lang="en-US" sz="1650" b="1" i="0" u="none" strike="noStrike" cap="none" dirty="0">
                          <a:solidFill>
                            <a:srgbClr val="10B981"/>
                          </a:solidFill>
                          <a:latin typeface="Heebo"/>
                          <a:ea typeface="Heebo"/>
                          <a:cs typeface="Heebo"/>
                          <a:sym typeface="Heebo"/>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1">
                        <a:spcBef>
                          <a:spcPts val="0"/>
                        </a:spcBef>
                        <a:spcAft>
                          <a:spcPts val="0"/>
                        </a:spcAft>
                        <a:buNone/>
                      </a:pPr>
                      <a:r>
                        <a:rPr lang="en-US" sz="1650" b="1" i="0" u="none" strike="noStrike" cap="none" dirty="0" err="1">
                          <a:solidFill>
                            <a:srgbClr val="EF4444"/>
                          </a:solidFill>
                          <a:latin typeface="Heebo"/>
                          <a:ea typeface="Heebo"/>
                          <a:cs typeface="Heebo"/>
                          <a:sym typeface="Heebo"/>
                        </a:rPr>
                        <a:t>חסר</a:t>
                      </a:r>
                      <a:r>
                        <a:rPr lang="en-US" sz="1650" b="1" i="0" u="none" strike="noStrike" cap="none" dirty="0">
                          <a:solidFill>
                            <a:srgbClr val="EF4444"/>
                          </a:solidFill>
                          <a:latin typeface="Heebo"/>
                          <a:ea typeface="Heebo"/>
                          <a:cs typeface="Heebo"/>
                          <a:sym typeface="Heebo"/>
                        </a:rPr>
                        <a:t> )</a:t>
                      </a:r>
                      <a:r>
                        <a:rPr lang="en-US" sz="1650" b="1" i="0" u="none" strike="noStrike" cap="none" dirty="0" err="1">
                          <a:solidFill>
                            <a:srgbClr val="EF4444"/>
                          </a:solidFill>
                          <a:latin typeface="Heebo"/>
                          <a:ea typeface="Heebo"/>
                          <a:cs typeface="Heebo"/>
                          <a:sym typeface="Heebo"/>
                        </a:rPr>
                        <a:t>תלות</a:t>
                      </a:r>
                      <a:r>
                        <a:rPr lang="en-US" sz="1650" b="1" i="0" u="none" strike="noStrike" cap="none" dirty="0">
                          <a:solidFill>
                            <a:srgbClr val="EF4444"/>
                          </a:solidFill>
                          <a:latin typeface="Heebo"/>
                          <a:ea typeface="Heebo"/>
                          <a:cs typeface="Heebo"/>
                          <a:sym typeface="Heebo"/>
                        </a:rPr>
                        <a:t> </a:t>
                      </a:r>
                      <a:r>
                        <a:rPr lang="en-US" sz="1650" b="1" i="0" u="none" strike="noStrike" cap="none" dirty="0" err="1">
                          <a:solidFill>
                            <a:srgbClr val="EF4444"/>
                          </a:solidFill>
                          <a:latin typeface="Heebo"/>
                          <a:ea typeface="Heebo"/>
                          <a:cs typeface="Heebo"/>
                          <a:sym typeface="Heebo"/>
                        </a:rPr>
                        <a:t>גבוהה</a:t>
                      </a:r>
                      <a:r>
                        <a:rPr lang="en-US" sz="1650" b="1" i="0" u="none" strike="noStrike" cap="none" dirty="0">
                          <a:solidFill>
                            <a:srgbClr val="EF4444"/>
                          </a:solidFill>
                          <a:latin typeface="Heebo"/>
                          <a:ea typeface="Heebo"/>
                          <a:cs typeface="Heebo"/>
                          <a:sym typeface="Heebo"/>
                        </a:rPr>
                        <a:t> </a:t>
                      </a:r>
                      <a:r>
                        <a:rPr lang="en-US" sz="1650" b="1" i="0" u="none" strike="noStrike" cap="none" dirty="0" err="1">
                          <a:solidFill>
                            <a:srgbClr val="EF4444"/>
                          </a:solidFill>
                          <a:latin typeface="Heebo"/>
                          <a:ea typeface="Heebo"/>
                          <a:cs typeface="Heebo"/>
                          <a:sym typeface="Heebo"/>
                        </a:rPr>
                        <a:t>במימון</a:t>
                      </a:r>
                      <a:r>
                        <a:rPr lang="en-US" sz="1650" b="1" i="0" u="none" strike="noStrike" cap="none" dirty="0">
                          <a:solidFill>
                            <a:srgbClr val="EF4444"/>
                          </a:solidFill>
                          <a:latin typeface="Heebo"/>
                          <a:ea typeface="Heebo"/>
                          <a:cs typeface="Heebo"/>
                          <a:sym typeface="Heebo"/>
                        </a:rPr>
                        <a:t> </a:t>
                      </a:r>
                      <a:r>
                        <a:rPr lang="en-US" sz="1650" b="1" i="0" u="none" strike="noStrike" cap="none" dirty="0" err="1">
                          <a:solidFill>
                            <a:srgbClr val="EF4444"/>
                          </a:solidFill>
                          <a:latin typeface="Heebo"/>
                          <a:ea typeface="Heebo"/>
                          <a:cs typeface="Heebo"/>
                          <a:sym typeface="Heebo"/>
                        </a:rPr>
                        <a:t>פרטי</a:t>
                      </a:r>
                      <a:r>
                        <a:rPr lang="en-US" sz="1650" b="1" i="0" u="none" strike="noStrike" cap="none" dirty="0">
                          <a:solidFill>
                            <a:srgbClr val="EF4444"/>
                          </a:solidFill>
                          <a:latin typeface="Heebo"/>
                          <a:ea typeface="Heebo"/>
                          <a:cs typeface="Heebo"/>
                          <a:sym typeface="Heebo"/>
                        </a:rPr>
                        <a:t>(</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r" rtl="1">
                        <a:spcBef>
                          <a:spcPts val="0"/>
                        </a:spcBef>
                        <a:spcAft>
                          <a:spcPts val="0"/>
                        </a:spcAft>
                        <a:buNone/>
                      </a:pPr>
                      <a:r>
                        <a:rPr lang="en-US" sz="1650" b="1" i="0" u="none" strike="noStrike" cap="none" dirty="0" err="1">
                          <a:solidFill>
                            <a:srgbClr val="475569"/>
                          </a:solidFill>
                          <a:latin typeface="Heebo"/>
                          <a:ea typeface="Heebo"/>
                          <a:cs typeface="Heebo"/>
                          <a:sym typeface="Heebo"/>
                        </a:rPr>
                        <a:t>כיסוי</a:t>
                      </a:r>
                      <a:r>
                        <a:rPr lang="en-US" sz="1650" b="1" i="0" u="none" strike="noStrike" cap="none" dirty="0">
                          <a:solidFill>
                            <a:srgbClr val="475569"/>
                          </a:solidFill>
                          <a:latin typeface="Heebo"/>
                          <a:ea typeface="Heebo"/>
                          <a:cs typeface="Heebo"/>
                          <a:sym typeface="Heebo"/>
                        </a:rPr>
                        <a:t> </a:t>
                      </a:r>
                      <a:r>
                        <a:rPr lang="en-US" sz="1650" b="1" i="0" u="none" strike="noStrike" cap="none" dirty="0" err="1">
                          <a:solidFill>
                            <a:srgbClr val="475569"/>
                          </a:solidFill>
                          <a:latin typeface="Heebo"/>
                          <a:ea typeface="Heebo"/>
                          <a:cs typeface="Heebo"/>
                          <a:sym typeface="Heebo"/>
                        </a:rPr>
                        <a:t>למקרים</a:t>
                      </a:r>
                      <a:r>
                        <a:rPr lang="en-US" sz="1650" b="1" i="0" u="none" strike="noStrike" cap="none" dirty="0">
                          <a:solidFill>
                            <a:srgbClr val="475569"/>
                          </a:solidFill>
                          <a:latin typeface="Heebo"/>
                          <a:ea typeface="Heebo"/>
                          <a:cs typeface="Heebo"/>
                          <a:sym typeface="Heebo"/>
                        </a:rPr>
                        <a:t> </a:t>
                      </a:r>
                      <a:r>
                        <a:rPr lang="en-US" sz="1650" b="1" i="0" u="none" strike="noStrike" cap="none" dirty="0" err="1">
                          <a:solidFill>
                            <a:srgbClr val="475569"/>
                          </a:solidFill>
                          <a:latin typeface="Heebo"/>
                          <a:ea typeface="Heebo"/>
                          <a:cs typeface="Heebo"/>
                          <a:sym typeface="Heebo"/>
                        </a:rPr>
                        <a:t>מורכבים</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126" name="Google Shape;126;p16" descr="image.png"/>
          <p:cNvPicPr preferRelativeResize="0"/>
          <p:nvPr/>
        </p:nvPicPr>
        <p:blipFill rotWithShape="1">
          <a:blip r:embed="rId5">
            <a:alphaModFix/>
          </a:blip>
          <a:srcRect/>
          <a:stretch/>
        </p:blipFill>
        <p:spPr>
          <a:xfrm>
            <a:off x="11210925" y="5788669"/>
            <a:ext cx="219075" cy="285750"/>
          </a:xfrm>
          <a:prstGeom prst="rect">
            <a:avLst/>
          </a:prstGeom>
          <a:noFill/>
          <a:ln>
            <a:noFill/>
          </a:ln>
        </p:spPr>
      </p:pic>
      <p:sp>
        <p:nvSpPr>
          <p:cNvPr id="127" name="Google Shape;127;p16"/>
          <p:cNvSpPr txBox="1"/>
          <p:nvPr/>
        </p:nvSpPr>
        <p:spPr>
          <a:xfrm>
            <a:off x="2705622" y="5763964"/>
            <a:ext cx="8314803" cy="406265"/>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60000"/>
              </a:lnSpc>
              <a:spcBef>
                <a:spcPts val="0"/>
              </a:spcBef>
              <a:spcAft>
                <a:spcPts val="0"/>
              </a:spcAft>
              <a:buClr>
                <a:srgbClr val="000000"/>
              </a:buClr>
              <a:buSzTx/>
              <a:buFont typeface="Arial"/>
              <a:buNone/>
              <a:tabLst/>
              <a:defRPr/>
            </a:pP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המלצה</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אסטרטגית</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מעבר</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מיידי</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למודל</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תקצוב</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רב-שנתי</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והקמת</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קרן</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עושר</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ייעודית</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 </a:t>
            </a:r>
            <a:r>
              <a:rPr kumimoji="0" lang="en-US" sz="1650" b="0" i="0" u="none" strike="noStrike" kern="0" cap="none" spc="0" normalizeH="0" baseline="0" noProof="0" dirty="0" err="1">
                <a:ln>
                  <a:noFill/>
                </a:ln>
                <a:solidFill>
                  <a:srgbClr val="005088"/>
                </a:solidFill>
                <a:effectLst/>
                <a:uLnTx/>
                <a:uFillTx/>
                <a:latin typeface="Heebo"/>
                <a:ea typeface="Heebo"/>
                <a:cs typeface="Heebo"/>
                <a:sym typeface="Heebo"/>
              </a:rPr>
              <a:t>לסיעוד</a:t>
            </a:r>
            <a:r>
              <a:rPr kumimoji="0" lang="en-US" sz="1650" b="0" i="0" u="none" strike="noStrike" kern="0" cap="none" spc="0" normalizeH="0" baseline="0" noProof="0" dirty="0">
                <a:ln>
                  <a:noFill/>
                </a:ln>
                <a:solidFill>
                  <a:srgbClr val="005088"/>
                </a:solidFill>
                <a:effectLst/>
                <a:uLnTx/>
                <a:uFillTx/>
                <a:latin typeface="Heebo"/>
                <a:ea typeface="Heebo"/>
                <a:cs typeface="Heebo"/>
                <a:sym typeface="Heebo"/>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8" name="Google Shape;128;p16"/>
          <p:cNvSpPr/>
          <p:nvPr/>
        </p:nvSpPr>
        <p:spPr>
          <a:xfrm>
            <a:off x="8302079" y="2532608"/>
            <a:ext cx="33088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 name="Google Shape;129;p16"/>
          <p:cNvSpPr/>
          <p:nvPr/>
        </p:nvSpPr>
        <p:spPr>
          <a:xfrm>
            <a:off x="4441626" y="2532608"/>
            <a:ext cx="38604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0" name="Google Shape;130;p16"/>
          <p:cNvSpPr/>
          <p:nvPr/>
        </p:nvSpPr>
        <p:spPr>
          <a:xfrm>
            <a:off x="581025" y="2532608"/>
            <a:ext cx="386060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 name="Google Shape;131;p16"/>
          <p:cNvSpPr/>
          <p:nvPr/>
        </p:nvSpPr>
        <p:spPr>
          <a:xfrm>
            <a:off x="8302079" y="3669655"/>
            <a:ext cx="33088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2" name="Google Shape;132;p16"/>
          <p:cNvSpPr/>
          <p:nvPr/>
        </p:nvSpPr>
        <p:spPr>
          <a:xfrm>
            <a:off x="4441626" y="3669655"/>
            <a:ext cx="38604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3" name="Google Shape;133;p16"/>
          <p:cNvSpPr/>
          <p:nvPr/>
        </p:nvSpPr>
        <p:spPr>
          <a:xfrm>
            <a:off x="581025" y="3669655"/>
            <a:ext cx="386060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4" name="Google Shape;134;p16"/>
          <p:cNvSpPr/>
          <p:nvPr/>
        </p:nvSpPr>
        <p:spPr>
          <a:xfrm>
            <a:off x="8302079" y="4471541"/>
            <a:ext cx="330889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5" name="Google Shape;135;p16"/>
          <p:cNvSpPr/>
          <p:nvPr/>
        </p:nvSpPr>
        <p:spPr>
          <a:xfrm>
            <a:off x="4441626" y="4471541"/>
            <a:ext cx="38604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6" name="Google Shape;136;p16"/>
          <p:cNvSpPr/>
          <p:nvPr/>
        </p:nvSpPr>
        <p:spPr>
          <a:xfrm>
            <a:off x="581025" y="4471541"/>
            <a:ext cx="386060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37" name="Google Shape;137;p16" descr="image.png"/>
          <p:cNvPicPr preferRelativeResize="0"/>
          <p:nvPr/>
        </p:nvPicPr>
        <p:blipFill rotWithShape="1">
          <a:blip r:embed="rId6">
            <a:alphaModFix/>
          </a:blip>
          <a:srcRect/>
          <a:stretch/>
        </p:blipFill>
        <p:spPr>
          <a:xfrm>
            <a:off x="9018236" y="2901255"/>
            <a:ext cx="209550" cy="209550"/>
          </a:xfrm>
          <a:prstGeom prst="rect">
            <a:avLst/>
          </a:prstGeom>
          <a:noFill/>
          <a:ln>
            <a:noFill/>
          </a:ln>
        </p:spPr>
      </p:pic>
      <p:pic>
        <p:nvPicPr>
          <p:cNvPr id="138" name="Google Shape;138;p16" descr="image.png"/>
          <p:cNvPicPr preferRelativeResize="0"/>
          <p:nvPr/>
        </p:nvPicPr>
        <p:blipFill rotWithShape="1">
          <a:blip r:embed="rId7">
            <a:alphaModFix/>
          </a:blip>
          <a:srcRect/>
          <a:stretch/>
        </p:blipFill>
        <p:spPr>
          <a:xfrm>
            <a:off x="6162302" y="2786960"/>
            <a:ext cx="209550" cy="20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0DC"/>
        </a:solidFill>
        <a:effectLst/>
      </p:bgPr>
    </p:bg>
    <p:spTree>
      <p:nvGrpSpPr>
        <p:cNvPr id="1" name=""/>
        <p:cNvGrpSpPr/>
        <p:nvPr/>
      </p:nvGrpSpPr>
      <p:grpSpPr>
        <a:xfrm>
          <a:off x="0" y="0"/>
          <a:ext cx="0" cy="0"/>
          <a:chOff x="0" y="0"/>
          <a:chExt cx="0" cy="0"/>
        </a:xfrm>
      </p:grpSpPr>
      <p:pic>
        <p:nvPicPr>
          <p:cNvPr id="4" name="תמונה 3" descr="תמונה שמכילה אדם, פני אדם, משקפיים, לבוש&#10;&#10;תוכן שנוצר על-ידי בינה מלאכותית עשוי להיות שגוי.">
            <a:extLst>
              <a:ext uri="{FF2B5EF4-FFF2-40B4-BE49-F238E27FC236}">
                <a16:creationId xmlns:a16="http://schemas.microsoft.com/office/drawing/2014/main" id="{10AAC1C9-019C-83AB-CFCF-4FB82BB1E51E}"/>
              </a:ext>
            </a:extLst>
          </p:cNvPr>
          <p:cNvPicPr>
            <a:picLocks noChangeAspect="1"/>
          </p:cNvPicPr>
          <p:nvPr/>
        </p:nvPicPr>
        <p:blipFill>
          <a:blip r:embed="rId3">
            <a:extLst>
              <a:ext uri="{28A0092B-C50C-407E-A947-70E740481C1C}">
                <a14:useLocalDpi xmlns:a14="http://schemas.microsoft.com/office/drawing/2010/main" val="0"/>
              </a:ext>
            </a:extLst>
          </a:blip>
          <a:srcRect l="16231" t="10150" r="16269" b="13467"/>
          <a:stretch/>
        </p:blipFill>
        <p:spPr>
          <a:xfrm>
            <a:off x="-733626" y="0"/>
            <a:ext cx="10774052" cy="6858000"/>
          </a:xfrm>
          <a:prstGeom prst="rect">
            <a:avLst/>
          </a:prstGeom>
          <a:solidFill>
            <a:srgbClr val="DBE0DC"/>
          </a:solidFill>
        </p:spPr>
      </p:pic>
      <p:sp>
        <p:nvSpPr>
          <p:cNvPr id="14" name="TextBox 13">
            <a:extLst>
              <a:ext uri="{FF2B5EF4-FFF2-40B4-BE49-F238E27FC236}">
                <a16:creationId xmlns:a16="http://schemas.microsoft.com/office/drawing/2014/main" id="{D97B8A50-8755-45B7-A2E0-8358F1AD4FC0}"/>
              </a:ext>
            </a:extLst>
          </p:cNvPr>
          <p:cNvSpPr txBox="1"/>
          <p:nvPr/>
        </p:nvSpPr>
        <p:spPr>
          <a:xfrm>
            <a:off x="7373372" y="1104226"/>
            <a:ext cx="4679327" cy="366254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6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מגמלה לצמיחה</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האדם במרכז</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בעידן הדיגיטלי</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9620670" y="4314149"/>
            <a:ext cx="184731" cy="707886"/>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p:txBody>
      </p:sp>
      <p:sp>
        <p:nvSpPr>
          <p:cNvPr id="9" name="תיבת טקסט 8">
            <a:extLst>
              <a:ext uri="{FF2B5EF4-FFF2-40B4-BE49-F238E27FC236}">
                <a16:creationId xmlns:a16="http://schemas.microsoft.com/office/drawing/2014/main" id="{FC94119B-D148-B85C-139F-E5B27FCE8925}"/>
              </a:ext>
            </a:extLst>
          </p:cNvPr>
          <p:cNvSpPr txBox="1"/>
          <p:nvPr/>
        </p:nvSpPr>
        <p:spPr>
          <a:xfrm>
            <a:off x="6411" y="74314"/>
            <a:ext cx="957378"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srgbClr val="002060"/>
                </a:solidFill>
                <a:effectLst/>
                <a:uLnTx/>
                <a:uFillTx/>
                <a:latin typeface="Open Sans" panose="020B0606030504020204" pitchFamily="34" charset="0"/>
                <a:ea typeface="+mn-ea"/>
                <a:cs typeface="Calibri"/>
              </a:rPr>
              <a:t>נוב</a:t>
            </a: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2025</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3" name="Picture 3" descr="קובץ:Ministry of Labor, Social Affairs and Social Services ...">
            <a:extLst>
              <a:ext uri="{FF2B5EF4-FFF2-40B4-BE49-F238E27FC236}">
                <a16:creationId xmlns:a16="http://schemas.microsoft.com/office/drawing/2014/main" id="{8C53F6C6-3A88-6F04-413F-41D36726FFF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605785" y="210198"/>
            <a:ext cx="1446914" cy="3945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4">
            <a:extLst>
              <a:ext uri="{FF2B5EF4-FFF2-40B4-BE49-F238E27FC236}">
                <a16:creationId xmlns:a16="http://schemas.microsoft.com/office/drawing/2014/main" id="{54374D55-9CE1-9AA5-19F0-CF5CFF926A38}"/>
              </a:ext>
            </a:extLst>
          </p:cNvPr>
          <p:cNvPicPr>
            <a:picLocks noChangeAspect="1"/>
          </p:cNvPicPr>
          <p:nvPr/>
        </p:nvPicPr>
        <p:blipFill>
          <a:blip r:embed="rId5"/>
          <a:stretch>
            <a:fillRect/>
          </a:stretch>
        </p:blipFill>
        <p:spPr>
          <a:xfrm>
            <a:off x="7588244" y="163789"/>
            <a:ext cx="1280212" cy="467379"/>
          </a:xfrm>
          <a:prstGeom prst="rect">
            <a:avLst/>
          </a:prstGeom>
        </p:spPr>
      </p:pic>
      <p:pic>
        <p:nvPicPr>
          <p:cNvPr id="6" name="Picture 32">
            <a:extLst>
              <a:ext uri="{FF2B5EF4-FFF2-40B4-BE49-F238E27FC236}">
                <a16:creationId xmlns:a16="http://schemas.microsoft.com/office/drawing/2014/main" id="{1142E1AE-8B06-377C-8831-0EFF9F103E64}"/>
              </a:ext>
            </a:extLst>
          </p:cNvPr>
          <p:cNvPicPr>
            <a:picLocks noChangeAspect="1"/>
          </p:cNvPicPr>
          <p:nvPr/>
        </p:nvPicPr>
        <p:blipFill>
          <a:blip r:embed="rId6"/>
          <a:stretch>
            <a:fillRect/>
          </a:stretch>
        </p:blipFill>
        <p:spPr>
          <a:xfrm>
            <a:off x="8878907" y="79698"/>
            <a:ext cx="1726877" cy="719532"/>
          </a:xfrm>
          <a:prstGeom prst="rect">
            <a:avLst/>
          </a:prstGeom>
        </p:spPr>
      </p:pic>
      <p:pic>
        <p:nvPicPr>
          <p:cNvPr id="8" name="Picture 26">
            <a:extLst>
              <a:ext uri="{FF2B5EF4-FFF2-40B4-BE49-F238E27FC236}">
                <a16:creationId xmlns:a16="http://schemas.microsoft.com/office/drawing/2014/main" id="{4549E25A-CEF9-643B-94BE-5A7ACA0F1EEC}"/>
              </a:ext>
            </a:extLst>
          </p:cNvPr>
          <p:cNvPicPr>
            <a:picLocks noChangeAspect="1"/>
          </p:cNvPicPr>
          <p:nvPr/>
        </p:nvPicPr>
        <p:blipFill>
          <a:blip r:embed="rId7"/>
          <a:stretch>
            <a:fillRect/>
          </a:stretch>
        </p:blipFill>
        <p:spPr>
          <a:xfrm>
            <a:off x="8720982" y="4800578"/>
            <a:ext cx="2168838" cy="1187699"/>
          </a:xfrm>
          <a:prstGeom prst="rect">
            <a:avLst/>
          </a:prstGeom>
          <a:ln>
            <a:noFill/>
          </a:ln>
        </p:spPr>
      </p:pic>
      <p:grpSp>
        <p:nvGrpSpPr>
          <p:cNvPr id="15" name="Group 1">
            <a:extLst>
              <a:ext uri="{FF2B5EF4-FFF2-40B4-BE49-F238E27FC236}">
                <a16:creationId xmlns:a16="http://schemas.microsoft.com/office/drawing/2014/main" id="{E18901A3-B203-1A9F-3F13-9D692F411187}"/>
              </a:ext>
            </a:extLst>
          </p:cNvPr>
          <p:cNvGrpSpPr>
            <a:grpSpLocks/>
          </p:cNvGrpSpPr>
          <p:nvPr/>
        </p:nvGrpSpPr>
        <p:grpSpPr>
          <a:xfrm>
            <a:off x="5852130" y="236602"/>
            <a:ext cx="1736113" cy="420730"/>
            <a:chOff x="0" y="0"/>
            <a:chExt cx="2540000" cy="562197"/>
          </a:xfrm>
        </p:grpSpPr>
        <p:pic>
          <p:nvPicPr>
            <p:cNvPr id="16" name="Picture 7">
              <a:extLst>
                <a:ext uri="{FF2B5EF4-FFF2-40B4-BE49-F238E27FC236}">
                  <a16:creationId xmlns:a16="http://schemas.microsoft.com/office/drawing/2014/main" id="{A3BDED80-2B28-D446-E4D2-2536B46E3612}"/>
                </a:ext>
              </a:extLst>
            </p:cNvPr>
            <p:cNvPicPr>
              <a:picLocks noChangeAspect="1"/>
            </p:cNvPicPr>
            <p:nvPr/>
          </p:nvPicPr>
          <p:blipFill>
            <a:blip r:embed="rId8"/>
            <a:stretch>
              <a:fillRect/>
            </a:stretch>
          </p:blipFill>
          <p:spPr>
            <a:xfrm>
              <a:off x="0" y="384397"/>
              <a:ext cx="1790700" cy="177800"/>
            </a:xfrm>
            <a:prstGeom prst="rect">
              <a:avLst/>
            </a:prstGeom>
          </p:spPr>
        </p:pic>
        <p:pic>
          <p:nvPicPr>
            <p:cNvPr id="17" name="Picture 8">
              <a:extLst>
                <a:ext uri="{FF2B5EF4-FFF2-40B4-BE49-F238E27FC236}">
                  <a16:creationId xmlns:a16="http://schemas.microsoft.com/office/drawing/2014/main" id="{73DA91A2-8575-7951-72BF-BDCD82A1FAA9}"/>
                </a:ext>
              </a:extLst>
            </p:cNvPr>
            <p:cNvPicPr>
              <a:picLocks noChangeAspect="1"/>
            </p:cNvPicPr>
            <p:nvPr/>
          </p:nvPicPr>
          <p:blipFill>
            <a:blip r:embed="rId9"/>
            <a:stretch>
              <a:fillRect/>
            </a:stretch>
          </p:blipFill>
          <p:spPr>
            <a:xfrm>
              <a:off x="1828800" y="17473"/>
              <a:ext cx="711200" cy="520700"/>
            </a:xfrm>
            <a:prstGeom prst="rect">
              <a:avLst/>
            </a:prstGeom>
          </p:spPr>
        </p:pic>
        <p:pic>
          <p:nvPicPr>
            <p:cNvPr id="18" name="Picture 9">
              <a:extLst>
                <a:ext uri="{FF2B5EF4-FFF2-40B4-BE49-F238E27FC236}">
                  <a16:creationId xmlns:a16="http://schemas.microsoft.com/office/drawing/2014/main" id="{E516D927-206D-7009-124C-0BAFABFA4F22}"/>
                </a:ext>
              </a:extLst>
            </p:cNvPr>
            <p:cNvPicPr>
              <a:picLocks noChangeAspect="1"/>
            </p:cNvPicPr>
            <p:nvPr/>
          </p:nvPicPr>
          <p:blipFill>
            <a:blip r:embed="rId10"/>
            <a:stretch>
              <a:fillRect/>
            </a:stretch>
          </p:blipFill>
          <p:spPr>
            <a:xfrm>
              <a:off x="0" y="0"/>
              <a:ext cx="1803400" cy="381000"/>
            </a:xfrm>
            <a:prstGeom prst="rect">
              <a:avLst/>
            </a:prstGeom>
          </p:spPr>
        </p:pic>
      </p:grpSp>
    </p:spTree>
    <p:extLst>
      <p:ext uri="{BB962C8B-B14F-4D97-AF65-F5344CB8AC3E}">
        <p14:creationId xmlns:p14="http://schemas.microsoft.com/office/powerpoint/2010/main" val="3929219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1D09-A6F3-E00A-D77F-10AF82DF07C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C5C12D-41C0-C81E-68AB-2B97AA4843A2}"/>
              </a:ext>
            </a:extLst>
          </p:cNvPr>
          <p:cNvSpPr txBox="1"/>
          <p:nvPr/>
        </p:nvSpPr>
        <p:spPr>
          <a:xfrm>
            <a:off x="5670191" y="162532"/>
            <a:ext cx="6104740"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פרגמנטציה בין גופים שונים</a:t>
            </a:r>
          </a:p>
        </p:txBody>
      </p:sp>
      <p:grpSp>
        <p:nvGrpSpPr>
          <p:cNvPr id="3" name="קבוצה 2">
            <a:extLst>
              <a:ext uri="{FF2B5EF4-FFF2-40B4-BE49-F238E27FC236}">
                <a16:creationId xmlns:a16="http://schemas.microsoft.com/office/drawing/2014/main" id="{4F13153D-02BF-ED1C-ECDD-45804F828E0B}"/>
              </a:ext>
            </a:extLst>
          </p:cNvPr>
          <p:cNvGrpSpPr/>
          <p:nvPr/>
        </p:nvGrpSpPr>
        <p:grpSpPr>
          <a:xfrm>
            <a:off x="1203767" y="266217"/>
            <a:ext cx="11227442" cy="6429251"/>
            <a:chOff x="-1645970" y="-44828"/>
            <a:chExt cx="12281546" cy="6577485"/>
          </a:xfrm>
        </p:grpSpPr>
        <p:grpSp>
          <p:nvGrpSpPr>
            <p:cNvPr id="7" name="קבוצה 6">
              <a:extLst>
                <a:ext uri="{FF2B5EF4-FFF2-40B4-BE49-F238E27FC236}">
                  <a16:creationId xmlns:a16="http://schemas.microsoft.com/office/drawing/2014/main" id="{B201840E-D999-BE87-8301-ACAFB253C837}"/>
                </a:ext>
              </a:extLst>
            </p:cNvPr>
            <p:cNvGrpSpPr/>
            <p:nvPr/>
          </p:nvGrpSpPr>
          <p:grpSpPr>
            <a:xfrm>
              <a:off x="-1645970" y="790196"/>
              <a:ext cx="11319761" cy="5742461"/>
              <a:chOff x="-1645970" y="790196"/>
              <a:chExt cx="11319761" cy="5742461"/>
            </a:xfrm>
          </p:grpSpPr>
          <p:pic>
            <p:nvPicPr>
              <p:cNvPr id="17" name="תמונה 16">
                <a:extLst>
                  <a:ext uri="{FF2B5EF4-FFF2-40B4-BE49-F238E27FC236}">
                    <a16:creationId xmlns:a16="http://schemas.microsoft.com/office/drawing/2014/main" id="{6CA69DF7-8B01-5EA3-159E-A542F4DBE61C}"/>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19" name="TextBox 6">
                <a:extLst>
                  <a:ext uri="{FF2B5EF4-FFF2-40B4-BE49-F238E27FC236}">
                    <a16:creationId xmlns:a16="http://schemas.microsoft.com/office/drawing/2014/main" id="{EF3F2BC7-1229-D860-E240-A7760038A7DC}"/>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20" name="אליפסה 19">
                <a:extLst>
                  <a:ext uri="{FF2B5EF4-FFF2-40B4-BE49-F238E27FC236}">
                    <a16:creationId xmlns:a16="http://schemas.microsoft.com/office/drawing/2014/main" id="{949F45B3-84AC-09D6-4568-7C5D32CA72B6}"/>
                  </a:ext>
                </a:extLst>
              </p:cNvPr>
              <p:cNvSpPr/>
              <p:nvPr/>
            </p:nvSpPr>
            <p:spPr>
              <a:xfrm>
                <a:off x="4552338" y="2644261"/>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21" name="מלבן 20">
                <a:extLst>
                  <a:ext uri="{FF2B5EF4-FFF2-40B4-BE49-F238E27FC236}">
                    <a16:creationId xmlns:a16="http://schemas.microsoft.com/office/drawing/2014/main" id="{E419C417-BD8D-59A2-3E8B-7A7BE02C2A05}"/>
                  </a:ext>
                </a:extLst>
              </p:cNvPr>
              <p:cNvSpPr/>
              <p:nvPr/>
            </p:nvSpPr>
            <p:spPr>
              <a:xfrm>
                <a:off x="4720248" y="3779122"/>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22" name="Graphic 4" descr="Man with cane outline">
                <a:extLst>
                  <a:ext uri="{FF2B5EF4-FFF2-40B4-BE49-F238E27FC236}">
                    <a16:creationId xmlns:a16="http://schemas.microsoft.com/office/drawing/2014/main" id="{3AFEFADB-2164-790E-D1BD-2E4E3A2FD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144302" y="3006785"/>
                <a:ext cx="731042" cy="819545"/>
              </a:xfrm>
              <a:prstGeom prst="rect">
                <a:avLst/>
              </a:prstGeom>
            </p:spPr>
          </p:pic>
        </p:grpSp>
        <p:sp>
          <p:nvSpPr>
            <p:cNvPr id="15" name="Text 3">
              <a:extLst>
                <a:ext uri="{FF2B5EF4-FFF2-40B4-BE49-F238E27FC236}">
                  <a16:creationId xmlns:a16="http://schemas.microsoft.com/office/drawing/2014/main" id="{8A633AD2-F731-F526-7AA5-9DBD5658FD3F}"/>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24" name="Picture 10">
            <a:extLst>
              <a:ext uri="{FF2B5EF4-FFF2-40B4-BE49-F238E27FC236}">
                <a16:creationId xmlns:a16="http://schemas.microsoft.com/office/drawing/2014/main" id="{CB15E977-19FB-FAD0-0067-E5716BCBF114}"/>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115926" y="5011627"/>
            <a:ext cx="2231823" cy="793243"/>
          </a:xfrm>
          <a:prstGeom prst="rect">
            <a:avLst/>
          </a:prstGeom>
        </p:spPr>
      </p:pic>
      <p:grpSp>
        <p:nvGrpSpPr>
          <p:cNvPr id="2" name="Group 1">
            <a:extLst>
              <a:ext uri="{FF2B5EF4-FFF2-40B4-BE49-F238E27FC236}">
                <a16:creationId xmlns:a16="http://schemas.microsoft.com/office/drawing/2014/main" id="{AE0687DD-EB1F-928C-8B8E-E26B037433CC}"/>
              </a:ext>
            </a:extLst>
          </p:cNvPr>
          <p:cNvGrpSpPr>
            <a:grpSpLocks/>
          </p:cNvGrpSpPr>
          <p:nvPr/>
        </p:nvGrpSpPr>
        <p:grpSpPr>
          <a:xfrm>
            <a:off x="10420984" y="6449832"/>
            <a:ext cx="1771016" cy="391796"/>
            <a:chOff x="0" y="0"/>
            <a:chExt cx="2540000" cy="562197"/>
          </a:xfrm>
        </p:grpSpPr>
        <p:pic>
          <p:nvPicPr>
            <p:cNvPr id="4" name="Picture 7">
              <a:extLst>
                <a:ext uri="{FF2B5EF4-FFF2-40B4-BE49-F238E27FC236}">
                  <a16:creationId xmlns:a16="http://schemas.microsoft.com/office/drawing/2014/main" id="{2B563943-5D96-60C0-44F1-7369C5618904}"/>
                </a:ext>
              </a:extLst>
            </p:cNvPr>
            <p:cNvPicPr>
              <a:picLocks noChangeAspect="1"/>
            </p:cNvPicPr>
            <p:nvPr/>
          </p:nvPicPr>
          <p:blipFill>
            <a:blip r:embed="rId6"/>
            <a:stretch>
              <a:fillRect/>
            </a:stretch>
          </p:blipFill>
          <p:spPr>
            <a:xfrm>
              <a:off x="0" y="384397"/>
              <a:ext cx="1790700" cy="177800"/>
            </a:xfrm>
            <a:prstGeom prst="rect">
              <a:avLst/>
            </a:prstGeom>
          </p:spPr>
        </p:pic>
        <p:pic>
          <p:nvPicPr>
            <p:cNvPr id="5" name="Picture 8">
              <a:extLst>
                <a:ext uri="{FF2B5EF4-FFF2-40B4-BE49-F238E27FC236}">
                  <a16:creationId xmlns:a16="http://schemas.microsoft.com/office/drawing/2014/main" id="{EBAC807B-2FC4-8684-15C9-952B78A5DBDB}"/>
                </a:ext>
              </a:extLst>
            </p:cNvPr>
            <p:cNvPicPr>
              <a:picLocks noChangeAspect="1"/>
            </p:cNvPicPr>
            <p:nvPr/>
          </p:nvPicPr>
          <p:blipFill>
            <a:blip r:embed="rId7"/>
            <a:stretch>
              <a:fillRect/>
            </a:stretch>
          </p:blipFill>
          <p:spPr>
            <a:xfrm>
              <a:off x="1828800" y="17473"/>
              <a:ext cx="711200" cy="520700"/>
            </a:xfrm>
            <a:prstGeom prst="rect">
              <a:avLst/>
            </a:prstGeom>
          </p:spPr>
        </p:pic>
        <p:pic>
          <p:nvPicPr>
            <p:cNvPr id="6" name="Picture 9">
              <a:extLst>
                <a:ext uri="{FF2B5EF4-FFF2-40B4-BE49-F238E27FC236}">
                  <a16:creationId xmlns:a16="http://schemas.microsoft.com/office/drawing/2014/main" id="{FEB3EEAA-7A6D-F778-F487-6B8AFF9942DD}"/>
                </a:ext>
              </a:extLst>
            </p:cNvPr>
            <p:cNvPicPr>
              <a:picLocks noChangeAspect="1"/>
            </p:cNvPicPr>
            <p:nvPr/>
          </p:nvPicPr>
          <p:blipFill>
            <a:blip r:embed="rId8"/>
            <a:stretch>
              <a:fillRect/>
            </a:stretch>
          </p:blipFill>
          <p:spPr>
            <a:xfrm>
              <a:off x="0" y="0"/>
              <a:ext cx="1803400" cy="381000"/>
            </a:xfrm>
            <a:prstGeom prst="rect">
              <a:avLst/>
            </a:prstGeom>
          </p:spPr>
        </p:pic>
      </p:grpSp>
      <p:pic>
        <p:nvPicPr>
          <p:cNvPr id="8" name="Picture 26">
            <a:extLst>
              <a:ext uri="{FF2B5EF4-FFF2-40B4-BE49-F238E27FC236}">
                <a16:creationId xmlns:a16="http://schemas.microsoft.com/office/drawing/2014/main" id="{3169458C-A77F-D63B-07CB-8B7773424A00}"/>
              </a:ext>
            </a:extLst>
          </p:cNvPr>
          <p:cNvPicPr>
            <a:picLocks noChangeAspect="1"/>
          </p:cNvPicPr>
          <p:nvPr/>
        </p:nvPicPr>
        <p:blipFill>
          <a:blip r:embed="rId9"/>
          <a:stretch>
            <a:fillRect/>
          </a:stretch>
        </p:blipFill>
        <p:spPr>
          <a:xfrm>
            <a:off x="68537" y="6050980"/>
            <a:ext cx="1422060" cy="778749"/>
          </a:xfrm>
          <a:prstGeom prst="rect">
            <a:avLst/>
          </a:prstGeom>
          <a:ln>
            <a:noFill/>
          </a:ln>
        </p:spPr>
      </p:pic>
    </p:spTree>
    <p:extLst>
      <p:ext uri="{BB962C8B-B14F-4D97-AF65-F5344CB8AC3E}">
        <p14:creationId xmlns:p14="http://schemas.microsoft.com/office/powerpoint/2010/main" val="3569968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24530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תעסוקה</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09" y="2533824"/>
            <a:ext cx="1364517"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התנדבות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ניקיון</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rial" panose="020B0604020202020204" pitchFamily="34" charset="0"/>
                <a:ea typeface="+mn-ea"/>
                <a:cs typeface="Arial" panose="020B0604020202020204" pitchFamily="34" charset="0"/>
              </a:rPr>
              <a:t>בריכה/</a:t>
            </a:r>
            <a:r>
              <a:rPr kumimoji="0" lang="he-IL" sz="1800" b="1" i="0" u="none" strike="noStrike" kern="1200" cap="none" spc="0" normalizeH="0" baseline="0" noProof="0" dirty="0" err="1">
                <a:ln>
                  <a:noFill/>
                </a:ln>
                <a:solidFill>
                  <a:srgbClr val="1176BC"/>
                </a:solidFill>
                <a:effectLst/>
                <a:uLnTx/>
                <a:uFillTx/>
                <a:latin typeface="Arial" panose="020B0604020202020204" pitchFamily="34" charset="0"/>
                <a:ea typeface="+mn-ea"/>
                <a:cs typeface="Arial" panose="020B0604020202020204" pitchFamily="34" charset="0"/>
              </a:rPr>
              <a:t>חד"כ</a:t>
            </a:r>
            <a:endPar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hueOff val="0"/>
                  <a:satOff val="0"/>
                  <a:lumOff val="0"/>
                  <a:alphaOff val="0"/>
                </a:prstClr>
              </a:solidFill>
              <a:effectLst/>
              <a:uLnTx/>
              <a:uFillTx/>
              <a:latin typeface="Arial" panose="020B0604020202020204" pitchFamily="34" charset="0"/>
              <a:ea typeface="+mn-ea"/>
              <a:cs typeface="Arial" panose="020B0604020202020204" pitchFamily="34" charset="0"/>
            </a:endParaRPr>
          </a:p>
        </p:txBody>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סל מותאם אישית </a:t>
            </a:r>
            <a:br>
              <a:rPr kumimoji="0" lang="he-IL" sz="32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מבוסס נתונים</a:t>
            </a:r>
            <a:b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3914798" y="190187"/>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ea typeface="Calibri" panose="020F0502020204030204" pitchFamily="34" charset="0"/>
                <a:cs typeface="Arial" panose="020B0604020202020204" pitchFamily="34" charset="0"/>
              </a:rPr>
              <a:t>סל שירותים אישי </a:t>
            </a:r>
            <a:r>
              <a:rPr kumimoji="0" lang="he-IL"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מעטפת שירותים לבחירת האזרח הוותיק</a:t>
            </a:r>
          </a:p>
        </p:txBody>
      </p:sp>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6"/>
          <a:stretch>
            <a:fillRect/>
          </a:stretch>
        </p:blipFill>
        <p:spPr>
          <a:xfrm>
            <a:off x="68537" y="6019206"/>
            <a:ext cx="1480084" cy="810524"/>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456115" y="279977"/>
            <a:ext cx="2964873" cy="970400"/>
          </a:xfrm>
          <a:prstGeom prst="rect">
            <a:avLst/>
          </a:prstGeom>
        </p:spPr>
        <p:txBody>
          <a:bodyPr lIns="121900" tIns="121900" rIns="121900" bIns="121900" anchor="b" anchorCtr="0">
            <a:noAutofit/>
          </a:bodyPr>
          <a:lstStyle/>
          <a:p>
            <a:pPr algn="ctr" rtl="1">
              <a:lnSpc>
                <a:spcPct val="100000"/>
              </a:lnSpc>
            </a:pPr>
            <a:r>
              <a:rPr lang="he-IL" sz="3200" b="1" dirty="0">
                <a:solidFill>
                  <a:srgbClr val="005383"/>
                </a:solidFill>
                <a:effectLst>
                  <a:outerShdw blurRad="38100" dist="38100" dir="2700000" algn="tl">
                    <a:srgbClr val="000000">
                      <a:alpha val="43137"/>
                    </a:srgbClr>
                  </a:outerShdw>
                </a:effectLst>
                <a:latin typeface="Calibri Light" panose="020F0302020204030204" pitchFamily="34" charset="0"/>
                <a:ea typeface="+mn-ea"/>
                <a:cs typeface="Calibri Light" panose="020F0302020204030204" pitchFamily="34" charset="0"/>
              </a:rPr>
              <a:t>עקרונות מנחים בפיתוח שירותים: </a:t>
            </a:r>
            <a:endParaRPr lang="en" sz="3200" b="1" dirty="0">
              <a:solidFill>
                <a:srgbClr val="005383"/>
              </a:solidFill>
              <a:effectLst>
                <a:outerShdw blurRad="38100" dist="38100" dir="2700000" algn="tl">
                  <a:srgbClr val="000000">
                    <a:alpha val="43137"/>
                  </a:srgbClr>
                </a:outerShdw>
              </a:effectLst>
              <a:latin typeface="Calibri Light" panose="020F0302020204030204" pitchFamily="34" charset="0"/>
              <a:ea typeface="+mn-ea"/>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1637260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Heebo Black"/>
              </a:rPr>
              <a:t>הסל מותאם אישית יקדם:</a:t>
            </a:r>
            <a:endParaRPr kumimoji="0"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121823" y="212733"/>
            <a:ext cx="4796418"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מה יוצא לנו מזה</a:t>
            </a:r>
            <a:r>
              <a:rPr kumimoji="0" lang="en-US"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a:t>
            </a:r>
            <a:endParaRPr kumimoji="0" lang="en-IL" sz="32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8767767" y="4447792"/>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4001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הזדקנות מיטבית</a:t>
            </a:r>
            <a:endParaRPr kumimoji="0" lang="en-IL" sz="20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190416" y="2792914"/>
            <a:ext cx="1774846"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ניהול ואסטרטגיה</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גיבוש תמונת מצב לאומית</a:t>
            </a:r>
            <a:endParaRPr kumimoji="0"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497341" y="4193876"/>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32907" y="2776824"/>
            <a:ext cx="120738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אפקטיביות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mn-ea"/>
                <a:cs typeface="Arial" panose="020B0604020202020204" pitchFamily="34" charset="0"/>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הרחבת</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עצמאות ובחירה, השתתפות,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וקידום </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369913" y="1577540"/>
            <a:ext cx="213552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5674"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3877320739"/>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6D943-CEC2-8382-ABEB-40B9FD01B1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FA67D9-EE56-EBEC-6A49-3B5CDFC99EF1}"/>
              </a:ext>
            </a:extLst>
          </p:cNvPr>
          <p:cNvSpPr txBox="1"/>
          <p:nvPr/>
        </p:nvSpPr>
        <p:spPr>
          <a:xfrm>
            <a:off x="7892274" y="94234"/>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מודל הפעלה</a:t>
            </a:r>
          </a:p>
        </p:txBody>
      </p:sp>
      <p:grpSp>
        <p:nvGrpSpPr>
          <p:cNvPr id="10" name="קבוצה 9">
            <a:extLst>
              <a:ext uri="{FF2B5EF4-FFF2-40B4-BE49-F238E27FC236}">
                <a16:creationId xmlns:a16="http://schemas.microsoft.com/office/drawing/2014/main" id="{91265680-9035-BCB0-E37E-C20EBA737EC6}"/>
              </a:ext>
            </a:extLst>
          </p:cNvPr>
          <p:cNvGrpSpPr/>
          <p:nvPr/>
        </p:nvGrpSpPr>
        <p:grpSpPr>
          <a:xfrm>
            <a:off x="192799" y="298153"/>
            <a:ext cx="11736032" cy="6439445"/>
            <a:chOff x="192799" y="298153"/>
            <a:chExt cx="11736032" cy="6439445"/>
          </a:xfrm>
        </p:grpSpPr>
        <p:sp>
          <p:nvSpPr>
            <p:cNvPr id="14" name="Rectangle: Rounded Corners 13">
              <a:extLst>
                <a:ext uri="{FF2B5EF4-FFF2-40B4-BE49-F238E27FC236}">
                  <a16:creationId xmlns:a16="http://schemas.microsoft.com/office/drawing/2014/main" id="{D3B6C2F4-668D-E7EA-2DF2-277180D05ADC}"/>
                </a:ext>
              </a:extLst>
            </p:cNvPr>
            <p:cNvSpPr/>
            <p:nvPr/>
          </p:nvSpPr>
          <p:spPr>
            <a:xfrm>
              <a:off x="192799" y="1076580"/>
              <a:ext cx="11736032" cy="4946139"/>
            </a:xfrm>
            <a:prstGeom prst="roundRect">
              <a:avLst/>
            </a:prstGeom>
            <a:solidFill>
              <a:schemeClr val="bg1">
                <a:alpha val="91000"/>
              </a:schemeClr>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C675509E-0E14-AD5B-51D6-0E6DFD5C19E5}"/>
                </a:ext>
              </a:extLst>
            </p:cNvPr>
            <p:cNvSpPr txBox="1"/>
            <p:nvPr/>
          </p:nvSpPr>
          <p:spPr>
            <a:xfrm>
              <a:off x="3968830" y="1425441"/>
              <a:ext cx="4640997" cy="52322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srgbClr val="5260C6">
                      <a:lumMod val="75000"/>
                    </a:srgbClr>
                  </a:solidFill>
                  <a:effectLst/>
                  <a:uLnTx/>
                  <a:uFillTx/>
                  <a:latin typeface="Calibri"/>
                  <a:ea typeface="+mn-ea"/>
                  <a:cs typeface="Calibri"/>
                </a:rPr>
                <a:t>רכיבי גמלת הסיעוד</a:t>
              </a:r>
            </a:p>
          </p:txBody>
        </p:sp>
        <p:sp>
          <p:nvSpPr>
            <p:cNvPr id="42" name="TextBox 41">
              <a:extLst>
                <a:ext uri="{FF2B5EF4-FFF2-40B4-BE49-F238E27FC236}">
                  <a16:creationId xmlns:a16="http://schemas.microsoft.com/office/drawing/2014/main" id="{B9C52112-AF97-8345-E453-446D4D6349C8}"/>
                </a:ext>
              </a:extLst>
            </p:cNvPr>
            <p:cNvSpPr txBox="1"/>
            <p:nvPr/>
          </p:nvSpPr>
          <p:spPr>
            <a:xfrm>
              <a:off x="2937062" y="1851472"/>
              <a:ext cx="6814729"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אלו הרכיבים השונים שמהם יוכלו הזכאים לבנות את תמהיל הגמלה</a:t>
              </a:r>
            </a:p>
          </p:txBody>
        </p:sp>
        <p:sp>
          <p:nvSpPr>
            <p:cNvPr id="68" name="Oval 67">
              <a:extLst>
                <a:ext uri="{FF2B5EF4-FFF2-40B4-BE49-F238E27FC236}">
                  <a16:creationId xmlns:a16="http://schemas.microsoft.com/office/drawing/2014/main" id="{9F61CBED-C62E-E87F-D586-225380E173E8}"/>
                </a:ext>
              </a:extLst>
            </p:cNvPr>
            <p:cNvSpPr/>
            <p:nvPr/>
          </p:nvSpPr>
          <p:spPr>
            <a:xfrm>
              <a:off x="5689967" y="298153"/>
              <a:ext cx="1188000" cy="1188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Care outline">
              <a:extLst>
                <a:ext uri="{FF2B5EF4-FFF2-40B4-BE49-F238E27FC236}">
                  <a16:creationId xmlns:a16="http://schemas.microsoft.com/office/drawing/2014/main" id="{AF6AFE3E-BFE4-553D-B16F-7A8446D539F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811952" y="417400"/>
              <a:ext cx="944028" cy="944028"/>
            </a:xfrm>
            <a:prstGeom prst="rect">
              <a:avLst/>
            </a:prstGeom>
          </p:spPr>
        </p:pic>
        <p:grpSp>
          <p:nvGrpSpPr>
            <p:cNvPr id="3" name="Group 2">
              <a:extLst>
                <a:ext uri="{FF2B5EF4-FFF2-40B4-BE49-F238E27FC236}">
                  <a16:creationId xmlns:a16="http://schemas.microsoft.com/office/drawing/2014/main" id="{86589CA7-C19E-7158-104F-7832326A407B}"/>
                </a:ext>
              </a:extLst>
            </p:cNvPr>
            <p:cNvGrpSpPr/>
            <p:nvPr/>
          </p:nvGrpSpPr>
          <p:grpSpPr>
            <a:xfrm>
              <a:off x="7606640" y="2424547"/>
              <a:ext cx="2419365" cy="2545755"/>
              <a:chOff x="6082548" y="2436894"/>
              <a:chExt cx="2419365" cy="2545755"/>
            </a:xfrm>
          </p:grpSpPr>
          <p:grpSp>
            <p:nvGrpSpPr>
              <p:cNvPr id="2" name="Group 1">
                <a:extLst>
                  <a:ext uri="{FF2B5EF4-FFF2-40B4-BE49-F238E27FC236}">
                    <a16:creationId xmlns:a16="http://schemas.microsoft.com/office/drawing/2014/main" id="{A8274C80-C4D5-410B-F862-A7A673F1375B}"/>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BF0E80EC-99C3-ED65-59AB-6E0A6EE8D3A0}"/>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1D93EBA0-B844-931D-C0FF-359AF4DC3FC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שירותי הזדקנות מיטבית</a:t>
                  </a:r>
                </a:p>
              </p:txBody>
            </p:sp>
            <p:sp>
              <p:nvSpPr>
                <p:cNvPr id="23" name="TextBox 22">
                  <a:extLst>
                    <a:ext uri="{FF2B5EF4-FFF2-40B4-BE49-F238E27FC236}">
                      <a16:creationId xmlns:a16="http://schemas.microsoft.com/office/drawing/2014/main" id="{8963677A-A9C7-70FA-9271-FE6DAF9F1FBC}"/>
                    </a:ext>
                  </a:extLst>
                </p:cNvPr>
                <p:cNvSpPr txBox="1"/>
                <p:nvPr/>
              </p:nvSpPr>
              <p:spPr>
                <a:xfrm>
                  <a:off x="8859143" y="2367407"/>
                  <a:ext cx="2272333"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יוקדשו לפחות 2 יחידות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מהגמלה לשירותי הזדקנות מיטבית</a:t>
                  </a:r>
                </a:p>
              </p:txBody>
            </p:sp>
          </p:grpSp>
          <p:grpSp>
            <p:nvGrpSpPr>
              <p:cNvPr id="28" name="Group 27">
                <a:extLst>
                  <a:ext uri="{FF2B5EF4-FFF2-40B4-BE49-F238E27FC236}">
                    <a16:creationId xmlns:a16="http://schemas.microsoft.com/office/drawing/2014/main" id="{444A5E88-2532-25B4-4779-69D16BB4593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55AD0CA8-95A5-54D2-266C-E1760C3EB07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Man with cane outline">
                  <a:extLst>
                    <a:ext uri="{FF2B5EF4-FFF2-40B4-BE49-F238E27FC236}">
                      <a16:creationId xmlns:a16="http://schemas.microsoft.com/office/drawing/2014/main" id="{8AAFC576-DD34-75ED-5D12-3B86289D6D7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1050AAA6-D18F-B17D-A0C9-A41691AF5E85}"/>
                </a:ext>
              </a:extLst>
            </p:cNvPr>
            <p:cNvGrpSpPr/>
            <p:nvPr/>
          </p:nvGrpSpPr>
          <p:grpSpPr>
            <a:xfrm>
              <a:off x="5010553" y="2416568"/>
              <a:ext cx="2419365" cy="2566881"/>
              <a:chOff x="6082548" y="2436894"/>
              <a:chExt cx="2419365" cy="2566881"/>
            </a:xfrm>
          </p:grpSpPr>
          <p:grpSp>
            <p:nvGrpSpPr>
              <p:cNvPr id="6" name="Group 5">
                <a:extLst>
                  <a:ext uri="{FF2B5EF4-FFF2-40B4-BE49-F238E27FC236}">
                    <a16:creationId xmlns:a16="http://schemas.microsoft.com/office/drawing/2014/main" id="{98C3C254-5EBE-D0ED-CAC4-D1C86BBB6DEA}"/>
                  </a:ext>
                </a:extLst>
              </p:cNvPr>
              <p:cNvGrpSpPr/>
              <p:nvPr/>
            </p:nvGrpSpPr>
            <p:grpSpPr>
              <a:xfrm>
                <a:off x="6082548" y="2958540"/>
                <a:ext cx="2419365" cy="2045235"/>
                <a:chOff x="8812386" y="1676389"/>
                <a:chExt cx="2419365" cy="2045235"/>
              </a:xfrm>
            </p:grpSpPr>
            <p:sp>
              <p:nvSpPr>
                <p:cNvPr id="16" name="Rectangle: Rounded Corners 15">
                  <a:extLst>
                    <a:ext uri="{FF2B5EF4-FFF2-40B4-BE49-F238E27FC236}">
                      <a16:creationId xmlns:a16="http://schemas.microsoft.com/office/drawing/2014/main" id="{C25B85F1-A40D-3F81-DD97-205B647A1B8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8D0FCA05-7B0E-6B67-4EDA-D589CB58B174}"/>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שירותי סיעוד</a:t>
                  </a:r>
                </a:p>
              </p:txBody>
            </p:sp>
            <p:sp>
              <p:nvSpPr>
                <p:cNvPr id="18" name="TextBox 17">
                  <a:extLst>
                    <a:ext uri="{FF2B5EF4-FFF2-40B4-BE49-F238E27FC236}">
                      <a16:creationId xmlns:a16="http://schemas.microsoft.com/office/drawing/2014/main" id="{2FF1A1C4-AA0F-B208-2A38-ED07CD4BC15C}"/>
                    </a:ext>
                  </a:extLst>
                </p:cNvPr>
                <p:cNvSpPr txBox="1"/>
                <p:nvPr/>
              </p:nvSpPr>
              <p:spPr>
                <a:xfrm>
                  <a:off x="8859143" y="2367407"/>
                  <a:ext cx="2272333" cy="135421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השירותים הקיימים כיום</a:t>
                  </a:r>
                  <a:r>
                    <a:rPr kumimoji="0" lang="he-IL" sz="1600" b="0" i="0" u="none" strike="noStrike" kern="1200" cap="none" spc="0" normalizeH="0" baseline="0" noProof="0" dirty="0">
                      <a:ln>
                        <a:noFill/>
                      </a:ln>
                      <a:solidFill>
                        <a:srgbClr val="3A3A49"/>
                      </a:solidFill>
                      <a:effectLst/>
                      <a:uLnTx/>
                      <a:uFillTx/>
                      <a:latin typeface="Calibri"/>
                      <a:ea typeface="+mn-ea"/>
                      <a:cs typeface="Calibri"/>
                    </a:rPr>
                    <a:t>, כולל שעות טיפול בבית, ולצידם תוספת של שירותי ליווי/תמיכה בניידות </a:t>
                  </a:r>
                  <a:r>
                    <a:rPr kumimoji="0" lang="he-IL" sz="1600" b="1" i="0" u="none" strike="noStrike" kern="1200" cap="none" spc="0" normalizeH="0" baseline="0" noProof="0" dirty="0">
                      <a:ln>
                        <a:noFill/>
                      </a:ln>
                      <a:solidFill>
                        <a:srgbClr val="3A3A49"/>
                      </a:solidFill>
                      <a:effectLst/>
                      <a:uLnTx/>
                      <a:uFillTx/>
                      <a:latin typeface="Calibri"/>
                      <a:ea typeface="+mn-ea"/>
                      <a:cs typeface="Calibri"/>
                    </a:rPr>
                    <a:t>מחוץ לבית</a:t>
                  </a:r>
                  <a:endParaRPr kumimoji="0" lang="he-IL" sz="1600" b="0" i="0" u="none" strike="noStrike" kern="1200" cap="none" spc="0" normalizeH="0" baseline="0" noProof="0" dirty="0">
                    <a:ln>
                      <a:noFill/>
                    </a:ln>
                    <a:solidFill>
                      <a:srgbClr val="3A3A49"/>
                    </a:solidFill>
                    <a:effectLst/>
                    <a:uLnTx/>
                    <a:uFillTx/>
                    <a:latin typeface="Calibri"/>
                    <a:ea typeface="+mn-ea"/>
                    <a:cs typeface="Calibri"/>
                  </a:endParaRPr>
                </a:p>
              </p:txBody>
            </p:sp>
          </p:grpSp>
          <p:grpSp>
            <p:nvGrpSpPr>
              <p:cNvPr id="7" name="Group 6">
                <a:extLst>
                  <a:ext uri="{FF2B5EF4-FFF2-40B4-BE49-F238E27FC236}">
                    <a16:creationId xmlns:a16="http://schemas.microsoft.com/office/drawing/2014/main" id="{48F8FE63-9E5C-C356-5103-1F5ADBA0CCB3}"/>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21B51C6F-9BA2-A260-4F64-0A263097715A}"/>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Medical outline">
                  <a:extLst>
                    <a:ext uri="{FF2B5EF4-FFF2-40B4-BE49-F238E27FC236}">
                      <a16:creationId xmlns:a16="http://schemas.microsoft.com/office/drawing/2014/main" id="{9CE4C2EC-0B9E-0D94-4491-F86FDE3DB6A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B7FBF65B-B137-0435-8BC7-86ADFA6F03D1}"/>
                </a:ext>
              </a:extLst>
            </p:cNvPr>
            <p:cNvGrpSpPr/>
            <p:nvPr/>
          </p:nvGrpSpPr>
          <p:grpSpPr>
            <a:xfrm>
              <a:off x="2434519" y="2431540"/>
              <a:ext cx="2419365" cy="2545755"/>
              <a:chOff x="6082548" y="2436894"/>
              <a:chExt cx="2419365" cy="2545755"/>
            </a:xfrm>
          </p:grpSpPr>
          <p:grpSp>
            <p:nvGrpSpPr>
              <p:cNvPr id="21" name="Group 20">
                <a:extLst>
                  <a:ext uri="{FF2B5EF4-FFF2-40B4-BE49-F238E27FC236}">
                    <a16:creationId xmlns:a16="http://schemas.microsoft.com/office/drawing/2014/main" id="{A1BD0D5A-568C-74E0-8597-7C393FD25CB7}"/>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C7E2FB4D-DB18-8518-C7FA-F83B17C2199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4C97630E-AC14-2C59-2E44-1335B197D6BF}"/>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קצבה בכסף</a:t>
                  </a:r>
                </a:p>
              </p:txBody>
            </p:sp>
          </p:grpSp>
          <p:grpSp>
            <p:nvGrpSpPr>
              <p:cNvPr id="22" name="Group 21">
                <a:extLst>
                  <a:ext uri="{FF2B5EF4-FFF2-40B4-BE49-F238E27FC236}">
                    <a16:creationId xmlns:a16="http://schemas.microsoft.com/office/drawing/2014/main" id="{405F23A4-D83F-0DA1-5092-F787E4A62848}"/>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A218E666-F1C2-D03D-D706-3EB60ACBEA7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Coins outline">
                  <a:extLst>
                    <a:ext uri="{FF2B5EF4-FFF2-40B4-BE49-F238E27FC236}">
                      <a16:creationId xmlns:a16="http://schemas.microsoft.com/office/drawing/2014/main" id="{4DF48380-8989-C1EC-A090-A689A1F6229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8" y="1395624"/>
                  <a:ext cx="697543" cy="697543"/>
                </a:xfrm>
                <a:prstGeom prst="rect">
                  <a:avLst/>
                </a:prstGeom>
              </p:spPr>
            </p:pic>
          </p:grpSp>
        </p:grpSp>
        <p:sp>
          <p:nvSpPr>
            <p:cNvPr id="9" name="מלבן 8">
              <a:extLst>
                <a:ext uri="{FF2B5EF4-FFF2-40B4-BE49-F238E27FC236}">
                  <a16:creationId xmlns:a16="http://schemas.microsoft.com/office/drawing/2014/main" id="{826C6C4F-8550-2DFD-D922-3078C3F2CD63}"/>
                </a:ext>
              </a:extLst>
            </p:cNvPr>
            <p:cNvSpPr/>
            <p:nvPr/>
          </p:nvSpPr>
          <p:spPr>
            <a:xfrm>
              <a:off x="2627651" y="3581723"/>
              <a:ext cx="214193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panose="020F0502020204030204"/>
                  <a:ea typeface="+mn-ea"/>
                  <a:cs typeface="Calibri"/>
                </a:rPr>
                <a:t>עד שליש- כמקובל כיום</a:t>
              </a:r>
              <a:endParaRPr kumimoji="0" lang="he-IL" sz="1800" b="0" i="0" u="none" strike="noStrike" kern="1200" cap="none" spc="0" normalizeH="0" baseline="0" noProof="0" dirty="0">
                <a:ln>
                  <a:noFill/>
                </a:ln>
                <a:solidFill>
                  <a:srgbClr val="3A3A49"/>
                </a:solidFill>
                <a:effectLst/>
                <a:uLnTx/>
                <a:uFillTx/>
                <a:latin typeface="Calibri" panose="020F0502020204030204"/>
                <a:ea typeface="+mn-ea"/>
                <a:cs typeface="Arial" panose="020B0604020202020204" pitchFamily="34" charset="0"/>
              </a:endParaRPr>
            </a:p>
          </p:txBody>
        </p:sp>
        <p:sp>
          <p:nvSpPr>
            <p:cNvPr id="26" name="מלבן 25">
              <a:extLst>
                <a:ext uri="{FF2B5EF4-FFF2-40B4-BE49-F238E27FC236}">
                  <a16:creationId xmlns:a16="http://schemas.microsoft.com/office/drawing/2014/main" id="{42C847B0-FD6E-4C31-A0AF-2B0BBEBBB6A0}"/>
                </a:ext>
              </a:extLst>
            </p:cNvPr>
            <p:cNvSpPr/>
            <p:nvPr/>
          </p:nvSpPr>
          <p:spPr>
            <a:xfrm>
              <a:off x="2118617" y="6029712"/>
              <a:ext cx="8149717"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יצירת </a:t>
              </a:r>
              <a:r>
                <a:rPr kumimoji="0" lang="he-IL" sz="2000" b="1"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סל שירותי הזדקנות מיטיבה </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שיסייעו בדחיקת תלות וחיזוק תחושת השייכות עבור אזרחים ותיקים, שיסופקו באמצעות </a:t>
              </a:r>
              <a:r>
                <a:rPr kumimoji="0" lang="he-IL" sz="2000" b="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מנגון</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גמלת הסיעוד</a:t>
              </a:r>
            </a:p>
          </p:txBody>
        </p:sp>
      </p:grpSp>
      <p:grpSp>
        <p:nvGrpSpPr>
          <p:cNvPr id="36" name="Group 1">
            <a:extLst>
              <a:ext uri="{FF2B5EF4-FFF2-40B4-BE49-F238E27FC236}">
                <a16:creationId xmlns:a16="http://schemas.microsoft.com/office/drawing/2014/main" id="{1C520392-F5AE-4E88-BBE7-69C46BD33E9E}"/>
              </a:ext>
            </a:extLst>
          </p:cNvPr>
          <p:cNvGrpSpPr/>
          <p:nvPr/>
        </p:nvGrpSpPr>
        <p:grpSpPr>
          <a:xfrm>
            <a:off x="240146" y="6459128"/>
            <a:ext cx="1523237" cy="323730"/>
            <a:chOff x="304171" y="6108306"/>
            <a:chExt cx="2542153" cy="560355"/>
          </a:xfrm>
        </p:grpSpPr>
        <p:pic>
          <p:nvPicPr>
            <p:cNvPr id="37" name="Picture 3">
              <a:extLst>
                <a:ext uri="{FF2B5EF4-FFF2-40B4-BE49-F238E27FC236}">
                  <a16:creationId xmlns:a16="http://schemas.microsoft.com/office/drawing/2014/main" id="{28429F46-D058-8797-BAF6-9167D36AB272}"/>
                </a:ext>
              </a:extLst>
            </p:cNvPr>
            <p:cNvPicPr>
              <a:picLocks noChangeAspect="1"/>
            </p:cNvPicPr>
            <p:nvPr/>
          </p:nvPicPr>
          <p:blipFill>
            <a:blip r:embed="rId10"/>
            <a:stretch>
              <a:fillRect/>
            </a:stretch>
          </p:blipFill>
          <p:spPr>
            <a:xfrm>
              <a:off x="304171" y="6490861"/>
              <a:ext cx="1790700" cy="177800"/>
            </a:xfrm>
            <a:prstGeom prst="rect">
              <a:avLst/>
            </a:prstGeom>
          </p:spPr>
        </p:pic>
        <p:pic>
          <p:nvPicPr>
            <p:cNvPr id="38" name="Picture 4">
              <a:extLst>
                <a:ext uri="{FF2B5EF4-FFF2-40B4-BE49-F238E27FC236}">
                  <a16:creationId xmlns:a16="http://schemas.microsoft.com/office/drawing/2014/main" id="{13B3FD83-0E11-C04A-9638-ACAB439E7575}"/>
                </a:ext>
              </a:extLst>
            </p:cNvPr>
            <p:cNvPicPr>
              <a:picLocks noChangeAspect="1"/>
            </p:cNvPicPr>
            <p:nvPr/>
          </p:nvPicPr>
          <p:blipFill>
            <a:blip r:embed="rId11"/>
            <a:stretch>
              <a:fillRect/>
            </a:stretch>
          </p:blipFill>
          <p:spPr>
            <a:xfrm>
              <a:off x="2135124" y="6126849"/>
              <a:ext cx="711200" cy="520700"/>
            </a:xfrm>
            <a:prstGeom prst="rect">
              <a:avLst/>
            </a:prstGeom>
          </p:spPr>
        </p:pic>
        <p:pic>
          <p:nvPicPr>
            <p:cNvPr id="40" name="Picture 5">
              <a:extLst>
                <a:ext uri="{FF2B5EF4-FFF2-40B4-BE49-F238E27FC236}">
                  <a16:creationId xmlns:a16="http://schemas.microsoft.com/office/drawing/2014/main" id="{C9EC8D70-8095-51FC-A3EB-D4511B48F227}"/>
                </a:ext>
              </a:extLst>
            </p:cNvPr>
            <p:cNvPicPr>
              <a:picLocks noChangeAspect="1"/>
            </p:cNvPicPr>
            <p:nvPr/>
          </p:nvPicPr>
          <p:blipFill>
            <a:blip r:embed="rId12"/>
            <a:stretch>
              <a:fillRect/>
            </a:stretch>
          </p:blipFill>
          <p:spPr>
            <a:xfrm>
              <a:off x="304171" y="6108306"/>
              <a:ext cx="1803400" cy="381000"/>
            </a:xfrm>
            <a:prstGeom prst="rect">
              <a:avLst/>
            </a:prstGeom>
          </p:spPr>
        </p:pic>
      </p:grpSp>
      <p:pic>
        <p:nvPicPr>
          <p:cNvPr id="1026" name="Picture 2" descr="EY ישראל - ארנסט אנד יאנג - פירמת ייעוץ וראיית חשבון">
            <a:extLst>
              <a:ext uri="{FF2B5EF4-FFF2-40B4-BE49-F238E27FC236}">
                <a16:creationId xmlns:a16="http://schemas.microsoft.com/office/drawing/2014/main" id="{410BD27E-F5DC-6794-1D4D-F6A626CA22A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92799" y="36319"/>
            <a:ext cx="734616" cy="73461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6">
            <a:extLst>
              <a:ext uri="{FF2B5EF4-FFF2-40B4-BE49-F238E27FC236}">
                <a16:creationId xmlns:a16="http://schemas.microsoft.com/office/drawing/2014/main" id="{4253DD84-714A-A938-C79E-5FA97A79BBD3}"/>
              </a:ext>
            </a:extLst>
          </p:cNvPr>
          <p:cNvPicPr>
            <a:picLocks noChangeAspect="1"/>
          </p:cNvPicPr>
          <p:nvPr/>
        </p:nvPicPr>
        <p:blipFill>
          <a:blip r:embed="rId14"/>
          <a:stretch>
            <a:fillRect/>
          </a:stretch>
        </p:blipFill>
        <p:spPr>
          <a:xfrm>
            <a:off x="10700343" y="6078414"/>
            <a:ext cx="1251511" cy="685352"/>
          </a:xfrm>
          <a:prstGeom prst="rect">
            <a:avLst/>
          </a:prstGeom>
          <a:ln>
            <a:noFill/>
          </a:ln>
        </p:spPr>
      </p:pic>
    </p:spTree>
    <p:extLst>
      <p:ext uri="{BB962C8B-B14F-4D97-AF65-F5344CB8AC3E}">
        <p14:creationId xmlns:p14="http://schemas.microsoft.com/office/powerpoint/2010/main" val="3106257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A1691B0-03F4-6C15-0270-08169773E77E}"/>
              </a:ext>
            </a:extLst>
          </p:cNvPr>
          <p:cNvGrpSpPr/>
          <p:nvPr/>
        </p:nvGrpSpPr>
        <p:grpSpPr>
          <a:xfrm>
            <a:off x="9707168" y="1414694"/>
            <a:ext cx="2050342" cy="1924048"/>
            <a:chOff x="9382254" y="1250589"/>
            <a:chExt cx="2050342" cy="1924048"/>
          </a:xfrm>
        </p:grpSpPr>
        <p:sp>
          <p:nvSpPr>
            <p:cNvPr id="6" name="TextBox 5">
              <a:extLst>
                <a:ext uri="{FF2B5EF4-FFF2-40B4-BE49-F238E27FC236}">
                  <a16:creationId xmlns:a16="http://schemas.microsoft.com/office/drawing/2014/main" id="{A9C7F2F5-8694-699E-33BF-6F6765CAFE46}"/>
                </a:ext>
              </a:extLst>
            </p:cNvPr>
            <p:cNvSpPr txBox="1"/>
            <p:nvPr/>
          </p:nvSpPr>
          <p:spPr>
            <a:xfrm>
              <a:off x="9382254" y="2282085"/>
              <a:ext cx="2050342"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פנינה מקבלת הכרה בביטוח הלאומי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כזכאית לגמלת סיעוד</a:t>
              </a:r>
            </a:p>
          </p:txBody>
        </p:sp>
        <p:grpSp>
          <p:nvGrpSpPr>
            <p:cNvPr id="7" name="Group 6">
              <a:extLst>
                <a:ext uri="{FF2B5EF4-FFF2-40B4-BE49-F238E27FC236}">
                  <a16:creationId xmlns:a16="http://schemas.microsoft.com/office/drawing/2014/main" id="{D1C9A465-F90B-E03D-1EF6-3ED8BD98EDC2}"/>
                </a:ext>
              </a:extLst>
            </p:cNvPr>
            <p:cNvGrpSpPr/>
            <p:nvPr/>
          </p:nvGrpSpPr>
          <p:grpSpPr>
            <a:xfrm>
              <a:off x="9941468" y="1250589"/>
              <a:ext cx="829557" cy="858453"/>
              <a:chOff x="7013479" y="1291019"/>
              <a:chExt cx="829557" cy="858453"/>
            </a:xfrm>
          </p:grpSpPr>
          <p:sp>
            <p:nvSpPr>
              <p:cNvPr id="8" name="Oval 7">
                <a:extLst>
                  <a:ext uri="{FF2B5EF4-FFF2-40B4-BE49-F238E27FC236}">
                    <a16:creationId xmlns:a16="http://schemas.microsoft.com/office/drawing/2014/main" id="{57588E9D-C712-17FA-2BC8-95402259E3D8}"/>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9" name="Graphic 8" descr="Old woman with white hair">
                <a:extLst>
                  <a:ext uri="{FF2B5EF4-FFF2-40B4-BE49-F238E27FC236}">
                    <a16:creationId xmlns:a16="http://schemas.microsoft.com/office/drawing/2014/main" id="{B5DBE3DE-32AE-24BC-43F5-58BD14A9E5DF}"/>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12" name="Group 11">
            <a:extLst>
              <a:ext uri="{FF2B5EF4-FFF2-40B4-BE49-F238E27FC236}">
                <a16:creationId xmlns:a16="http://schemas.microsoft.com/office/drawing/2014/main" id="{6C26D86D-EBD3-3D2F-14DB-1ADCF8A29C5A}"/>
              </a:ext>
            </a:extLst>
          </p:cNvPr>
          <p:cNvGrpSpPr/>
          <p:nvPr/>
        </p:nvGrpSpPr>
        <p:grpSpPr>
          <a:xfrm>
            <a:off x="6434322" y="1414693"/>
            <a:ext cx="2698792" cy="2139493"/>
            <a:chOff x="8833745" y="1252905"/>
            <a:chExt cx="2698792" cy="2139493"/>
          </a:xfrm>
        </p:grpSpPr>
        <p:sp>
          <p:nvSpPr>
            <p:cNvPr id="14" name="TextBox 13">
              <a:extLst>
                <a:ext uri="{FF2B5EF4-FFF2-40B4-BE49-F238E27FC236}">
                  <a16:creationId xmlns:a16="http://schemas.microsoft.com/office/drawing/2014/main" id="{D0885D83-F192-5BAA-F7C3-5F8D80E48FEA}"/>
                </a:ext>
              </a:extLst>
            </p:cNvPr>
            <p:cNvSpPr txBox="1"/>
            <p:nvPr/>
          </p:nvSpPr>
          <p:spPr>
            <a:xfrm>
              <a:off x="8833745" y="2284402"/>
              <a:ext cx="2698792" cy="110799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שיוך לקהילה המקומית-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מתאמת השירות שלה יוצרת איתה קשר לשיחת היכרות, מתן מידע על סל השירותים ובירור צרכים</a:t>
              </a:r>
            </a:p>
          </p:txBody>
        </p:sp>
        <p:grpSp>
          <p:nvGrpSpPr>
            <p:cNvPr id="15" name="Group 14">
              <a:extLst>
                <a:ext uri="{FF2B5EF4-FFF2-40B4-BE49-F238E27FC236}">
                  <a16:creationId xmlns:a16="http://schemas.microsoft.com/office/drawing/2014/main" id="{77B98591-45A3-E245-1F56-B2B1576890F5}"/>
                </a:ext>
              </a:extLst>
            </p:cNvPr>
            <p:cNvGrpSpPr/>
            <p:nvPr/>
          </p:nvGrpSpPr>
          <p:grpSpPr>
            <a:xfrm>
              <a:off x="10607696" y="1252905"/>
              <a:ext cx="829557" cy="858453"/>
              <a:chOff x="7679707" y="1293335"/>
              <a:chExt cx="829557" cy="858453"/>
            </a:xfrm>
          </p:grpSpPr>
          <p:sp>
            <p:nvSpPr>
              <p:cNvPr id="16" name="Oval 15">
                <a:extLst>
                  <a:ext uri="{FF2B5EF4-FFF2-40B4-BE49-F238E27FC236}">
                    <a16:creationId xmlns:a16="http://schemas.microsoft.com/office/drawing/2014/main" id="{8FF94094-630F-C496-2F8D-927FFAA09556}"/>
                  </a:ext>
                </a:extLst>
              </p:cNvPr>
              <p:cNvSpPr/>
              <p:nvPr/>
            </p:nvSpPr>
            <p:spPr>
              <a:xfrm>
                <a:off x="7679707" y="129333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7" name="Graphic 16" descr="Old woman with white hair">
                <a:extLst>
                  <a:ext uri="{FF2B5EF4-FFF2-40B4-BE49-F238E27FC236}">
                    <a16:creationId xmlns:a16="http://schemas.microsoft.com/office/drawing/2014/main" id="{D3C797CA-105F-D61F-A0E0-22EF2B9CF289}"/>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718781" y="1293335"/>
                <a:ext cx="683449" cy="858453"/>
              </a:xfrm>
              <a:prstGeom prst="rect">
                <a:avLst/>
              </a:prstGeom>
            </p:spPr>
          </p:pic>
        </p:grpSp>
      </p:grpSp>
      <p:sp>
        <p:nvSpPr>
          <p:cNvPr id="20" name="Oval 19">
            <a:extLst>
              <a:ext uri="{FF2B5EF4-FFF2-40B4-BE49-F238E27FC236}">
                <a16:creationId xmlns:a16="http://schemas.microsoft.com/office/drawing/2014/main" id="{1214F6EF-5956-EF38-4545-613F408EAA02}"/>
              </a:ext>
            </a:extLst>
          </p:cNvPr>
          <p:cNvSpPr/>
          <p:nvPr/>
        </p:nvSpPr>
        <p:spPr>
          <a:xfrm>
            <a:off x="7315183" y="1414693"/>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Woman with polka dots shirt">
            <a:extLst>
              <a:ext uri="{FF2B5EF4-FFF2-40B4-BE49-F238E27FC236}">
                <a16:creationId xmlns:a16="http://schemas.microsoft.com/office/drawing/2014/main" id="{C199BABC-2EE3-CCC5-1E51-45B76104B2A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388651" y="1455559"/>
            <a:ext cx="683449" cy="858453"/>
          </a:xfrm>
          <a:prstGeom prst="rect">
            <a:avLst/>
          </a:prstGeom>
        </p:spPr>
      </p:pic>
      <p:grpSp>
        <p:nvGrpSpPr>
          <p:cNvPr id="25" name="Group 24">
            <a:extLst>
              <a:ext uri="{FF2B5EF4-FFF2-40B4-BE49-F238E27FC236}">
                <a16:creationId xmlns:a16="http://schemas.microsoft.com/office/drawing/2014/main" id="{AF9D4922-E96A-16BE-49A1-DE429652EBA3}"/>
              </a:ext>
            </a:extLst>
          </p:cNvPr>
          <p:cNvGrpSpPr/>
          <p:nvPr/>
        </p:nvGrpSpPr>
        <p:grpSpPr>
          <a:xfrm>
            <a:off x="6434322" y="1443589"/>
            <a:ext cx="829557" cy="829557"/>
            <a:chOff x="6706929" y="-1033693"/>
            <a:chExt cx="829557" cy="829557"/>
          </a:xfrm>
        </p:grpSpPr>
        <p:sp>
          <p:nvSpPr>
            <p:cNvPr id="26" name="Oval 25">
              <a:extLst>
                <a:ext uri="{FF2B5EF4-FFF2-40B4-BE49-F238E27FC236}">
                  <a16:creationId xmlns:a16="http://schemas.microsoft.com/office/drawing/2014/main" id="{3D4F8B0F-AEEB-2BD4-3A74-A0DF2CBD0BD7}"/>
                </a:ext>
              </a:extLst>
            </p:cNvPr>
            <p:cNvSpPr/>
            <p:nvPr/>
          </p:nvSpPr>
          <p:spPr>
            <a:xfrm>
              <a:off x="6706929" y="-1033693"/>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7" name="Graphic 26" descr="Neighborhood outline">
              <a:extLst>
                <a:ext uri="{FF2B5EF4-FFF2-40B4-BE49-F238E27FC236}">
                  <a16:creationId xmlns:a16="http://schemas.microsoft.com/office/drawing/2014/main" id="{AF79B8DF-6B38-D73E-FE67-2AF60E089F7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740740" y="-941269"/>
              <a:ext cx="697543" cy="697543"/>
            </a:xfrm>
            <a:prstGeom prst="rect">
              <a:avLst/>
            </a:prstGeom>
          </p:spPr>
        </p:pic>
      </p:grpSp>
      <p:grpSp>
        <p:nvGrpSpPr>
          <p:cNvPr id="31" name="Group 30">
            <a:extLst>
              <a:ext uri="{FF2B5EF4-FFF2-40B4-BE49-F238E27FC236}">
                <a16:creationId xmlns:a16="http://schemas.microsoft.com/office/drawing/2014/main" id="{8128A0FA-38A9-B5C4-4769-84203E549829}"/>
              </a:ext>
            </a:extLst>
          </p:cNvPr>
          <p:cNvGrpSpPr/>
          <p:nvPr/>
        </p:nvGrpSpPr>
        <p:grpSpPr>
          <a:xfrm>
            <a:off x="3680404" y="1375103"/>
            <a:ext cx="2415596" cy="1715101"/>
            <a:chOff x="9200885" y="1213315"/>
            <a:chExt cx="2415596" cy="1715101"/>
          </a:xfrm>
        </p:grpSpPr>
        <p:sp>
          <p:nvSpPr>
            <p:cNvPr id="33" name="TextBox 32">
              <a:extLst>
                <a:ext uri="{FF2B5EF4-FFF2-40B4-BE49-F238E27FC236}">
                  <a16:creationId xmlns:a16="http://schemas.microsoft.com/office/drawing/2014/main" id="{B822103C-78D6-FEFD-EABD-4B9D775FF7BC}"/>
                </a:ext>
              </a:extLst>
            </p:cNvPr>
            <p:cNvSpPr txBox="1"/>
            <p:nvPr/>
          </p:nvSpPr>
          <p:spPr>
            <a:xfrm>
              <a:off x="9200885" y="2282085"/>
              <a:ext cx="2415596"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פנינה</a:t>
              </a:r>
              <a:r>
                <a:rPr kumimoji="0" lang="he-IL" sz="1800" b="0" i="0" u="none" strike="noStrike" kern="1200" cap="none" spc="0" normalizeH="0" baseline="0" noProof="0" dirty="0">
                  <a:ln>
                    <a:noFill/>
                  </a:ln>
                  <a:solidFill>
                    <a:srgbClr val="3A3A49"/>
                  </a:solidFill>
                  <a:effectLst/>
                  <a:uLnTx/>
                  <a:uFillTx/>
                  <a:latin typeface="Calibri"/>
                  <a:ea typeface="+mn-ea"/>
                  <a:cs typeface="Calibri"/>
                </a:rPr>
                <a:t> </a:t>
              </a:r>
              <a:r>
                <a:rPr kumimoji="0" lang="he-IL" sz="1800" b="1" i="0" u="none" strike="noStrike" kern="1200" cap="none" spc="0" normalizeH="0" baseline="0" noProof="0" dirty="0">
                  <a:ln>
                    <a:noFill/>
                  </a:ln>
                  <a:solidFill>
                    <a:srgbClr val="3A3A49"/>
                  </a:solidFill>
                  <a:effectLst/>
                  <a:uLnTx/>
                  <a:uFillTx/>
                  <a:latin typeface="Calibri"/>
                  <a:ea typeface="+mn-ea"/>
                  <a:cs typeface="Calibri"/>
                </a:rPr>
                <a:t>נכנסת לפלטפורמה המקוונת</a:t>
              </a:r>
            </a:p>
          </p:txBody>
        </p:sp>
        <p:grpSp>
          <p:nvGrpSpPr>
            <p:cNvPr id="34" name="Group 33">
              <a:extLst>
                <a:ext uri="{FF2B5EF4-FFF2-40B4-BE49-F238E27FC236}">
                  <a16:creationId xmlns:a16="http://schemas.microsoft.com/office/drawing/2014/main" id="{EA546DEF-24BB-D273-1ADC-648A3B977FE8}"/>
                </a:ext>
              </a:extLst>
            </p:cNvPr>
            <p:cNvGrpSpPr/>
            <p:nvPr/>
          </p:nvGrpSpPr>
          <p:grpSpPr>
            <a:xfrm>
              <a:off x="10439480" y="1213315"/>
              <a:ext cx="829557" cy="858453"/>
              <a:chOff x="7511491" y="1253745"/>
              <a:chExt cx="829557" cy="858453"/>
            </a:xfrm>
          </p:grpSpPr>
          <p:sp>
            <p:nvSpPr>
              <p:cNvPr id="35" name="Oval 34">
                <a:extLst>
                  <a:ext uri="{FF2B5EF4-FFF2-40B4-BE49-F238E27FC236}">
                    <a16:creationId xmlns:a16="http://schemas.microsoft.com/office/drawing/2014/main" id="{F49086CD-372F-6A6A-936D-338B73ED0389}"/>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6" name="Graphic 35" descr="Old woman with white hair">
                <a:extLst>
                  <a:ext uri="{FF2B5EF4-FFF2-40B4-BE49-F238E27FC236}">
                    <a16:creationId xmlns:a16="http://schemas.microsoft.com/office/drawing/2014/main" id="{F4D6CD4B-E2D4-DAC7-3613-0DA3485CA9D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0" name="Group 39">
            <a:extLst>
              <a:ext uri="{FF2B5EF4-FFF2-40B4-BE49-F238E27FC236}">
                <a16:creationId xmlns:a16="http://schemas.microsoft.com/office/drawing/2014/main" id="{D29B03EE-16A5-3801-29E5-F2313E89DC1C}"/>
              </a:ext>
            </a:extLst>
          </p:cNvPr>
          <p:cNvGrpSpPr/>
          <p:nvPr/>
        </p:nvGrpSpPr>
        <p:grpSpPr>
          <a:xfrm>
            <a:off x="3964670" y="1414693"/>
            <a:ext cx="829557" cy="829557"/>
            <a:chOff x="4149860" y="4521155"/>
            <a:chExt cx="829557" cy="829557"/>
          </a:xfrm>
        </p:grpSpPr>
        <p:sp>
          <p:nvSpPr>
            <p:cNvPr id="37" name="Oval 36">
              <a:extLst>
                <a:ext uri="{FF2B5EF4-FFF2-40B4-BE49-F238E27FC236}">
                  <a16:creationId xmlns:a16="http://schemas.microsoft.com/office/drawing/2014/main" id="{3F1CC582-7FAF-084A-6120-234A9629D191}"/>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Ecommerce outline">
              <a:extLst>
                <a:ext uri="{FF2B5EF4-FFF2-40B4-BE49-F238E27FC236}">
                  <a16:creationId xmlns:a16="http://schemas.microsoft.com/office/drawing/2014/main" id="{C9C1DC3A-DF76-D979-2055-ECDAB67B96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41" name="Group 40">
            <a:extLst>
              <a:ext uri="{FF2B5EF4-FFF2-40B4-BE49-F238E27FC236}">
                <a16:creationId xmlns:a16="http://schemas.microsoft.com/office/drawing/2014/main" id="{8145C514-9216-6C5A-A55F-BE18C9ED3C92}"/>
              </a:ext>
            </a:extLst>
          </p:cNvPr>
          <p:cNvGrpSpPr/>
          <p:nvPr/>
        </p:nvGrpSpPr>
        <p:grpSpPr>
          <a:xfrm>
            <a:off x="783772" y="1380954"/>
            <a:ext cx="2558310" cy="1715101"/>
            <a:chOff x="9181689" y="1213315"/>
            <a:chExt cx="2558310" cy="1715101"/>
          </a:xfrm>
        </p:grpSpPr>
        <p:sp>
          <p:nvSpPr>
            <p:cNvPr id="43" name="TextBox 42">
              <a:extLst>
                <a:ext uri="{FF2B5EF4-FFF2-40B4-BE49-F238E27FC236}">
                  <a16:creationId xmlns:a16="http://schemas.microsoft.com/office/drawing/2014/main" id="{7DE91288-1E02-913B-6A0D-26A8D7FCB692}"/>
                </a:ext>
              </a:extLst>
            </p:cNvPr>
            <p:cNvSpPr txBox="1"/>
            <p:nvPr/>
          </p:nvSpPr>
          <p:spPr>
            <a:xfrm>
              <a:off x="9181689" y="2282085"/>
              <a:ext cx="2558310"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פנינה עונה על שאלון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בירור צרכים</a:t>
              </a:r>
              <a:endParaRPr kumimoji="0" lang="he-IL" sz="1600" b="0"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44" name="Group 43">
              <a:extLst>
                <a:ext uri="{FF2B5EF4-FFF2-40B4-BE49-F238E27FC236}">
                  <a16:creationId xmlns:a16="http://schemas.microsoft.com/office/drawing/2014/main" id="{E3062F52-B6C2-45AF-FB6A-ED362708E9BB}"/>
                </a:ext>
              </a:extLst>
            </p:cNvPr>
            <p:cNvGrpSpPr/>
            <p:nvPr/>
          </p:nvGrpSpPr>
          <p:grpSpPr>
            <a:xfrm>
              <a:off x="10439480" y="1213315"/>
              <a:ext cx="829557" cy="858453"/>
              <a:chOff x="7511491" y="1253745"/>
              <a:chExt cx="829557" cy="858453"/>
            </a:xfrm>
          </p:grpSpPr>
          <p:sp>
            <p:nvSpPr>
              <p:cNvPr id="45" name="Oval 44">
                <a:extLst>
                  <a:ext uri="{FF2B5EF4-FFF2-40B4-BE49-F238E27FC236}">
                    <a16:creationId xmlns:a16="http://schemas.microsoft.com/office/drawing/2014/main" id="{E60110EA-0EE0-DAA4-2844-DC4387D8668D}"/>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46" name="Graphic 45" descr="Old woman with white hair">
                <a:extLst>
                  <a:ext uri="{FF2B5EF4-FFF2-40B4-BE49-F238E27FC236}">
                    <a16:creationId xmlns:a16="http://schemas.microsoft.com/office/drawing/2014/main" id="{C3CA0F48-44C7-4D38-29A1-D8EB0B52B5C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7" name="Group 46">
            <a:extLst>
              <a:ext uri="{FF2B5EF4-FFF2-40B4-BE49-F238E27FC236}">
                <a16:creationId xmlns:a16="http://schemas.microsoft.com/office/drawing/2014/main" id="{3332A7DA-4A21-8CF5-E2BA-7C3E734F5B5C}"/>
              </a:ext>
            </a:extLst>
          </p:cNvPr>
          <p:cNvGrpSpPr/>
          <p:nvPr/>
        </p:nvGrpSpPr>
        <p:grpSpPr>
          <a:xfrm>
            <a:off x="1087234" y="1420544"/>
            <a:ext cx="829557" cy="829557"/>
            <a:chOff x="4149860" y="4521155"/>
            <a:chExt cx="829557" cy="829557"/>
          </a:xfrm>
        </p:grpSpPr>
        <p:sp>
          <p:nvSpPr>
            <p:cNvPr id="48" name="Oval 47">
              <a:extLst>
                <a:ext uri="{FF2B5EF4-FFF2-40B4-BE49-F238E27FC236}">
                  <a16:creationId xmlns:a16="http://schemas.microsoft.com/office/drawing/2014/main" id="{F7D0E19F-F955-9DEA-C056-48DA71F9E757}"/>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9" name="Graphic 48" descr="Ecommerce outline">
              <a:extLst>
                <a:ext uri="{FF2B5EF4-FFF2-40B4-BE49-F238E27FC236}">
                  <a16:creationId xmlns:a16="http://schemas.microsoft.com/office/drawing/2014/main" id="{73266DE4-90E4-F754-3F2A-D61E2A7CE2B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sp>
        <p:nvSpPr>
          <p:cNvPr id="52" name="TextBox 51">
            <a:extLst>
              <a:ext uri="{FF2B5EF4-FFF2-40B4-BE49-F238E27FC236}">
                <a16:creationId xmlns:a16="http://schemas.microsoft.com/office/drawing/2014/main" id="{9BC42695-35DB-DDC2-23E8-72D605281A8F}"/>
              </a:ext>
            </a:extLst>
          </p:cNvPr>
          <p:cNvSpPr txBox="1"/>
          <p:nvPr/>
        </p:nvSpPr>
        <p:spPr>
          <a:xfrm>
            <a:off x="9133114" y="5327606"/>
            <a:ext cx="3254912"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panose="020F0502020204030204"/>
                <a:ea typeface="+mn-ea"/>
                <a:cs typeface="Calibri"/>
              </a:rPr>
              <a:t>המערכת מייצרת עבורה סל שירותי הזדקנות מיטבית מותאם אישית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למידע בשאלון ולמידע שקיים במערכת מהביטוח הלאומי וקופ"ח, </a:t>
            </a:r>
            <a:endParaRPr kumimoji="0" lang="he-IL" sz="1600" b="1"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56" name="Group 55">
            <a:extLst>
              <a:ext uri="{FF2B5EF4-FFF2-40B4-BE49-F238E27FC236}">
                <a16:creationId xmlns:a16="http://schemas.microsoft.com/office/drawing/2014/main" id="{66239C71-594D-2A78-6223-4A0C15B10D29}"/>
              </a:ext>
            </a:extLst>
          </p:cNvPr>
          <p:cNvGrpSpPr/>
          <p:nvPr/>
        </p:nvGrpSpPr>
        <p:grpSpPr>
          <a:xfrm>
            <a:off x="10305456" y="4384711"/>
            <a:ext cx="829557" cy="829557"/>
            <a:chOff x="4149860" y="4521155"/>
            <a:chExt cx="829557" cy="829557"/>
          </a:xfrm>
        </p:grpSpPr>
        <p:sp>
          <p:nvSpPr>
            <p:cNvPr id="57" name="Oval 56">
              <a:extLst>
                <a:ext uri="{FF2B5EF4-FFF2-40B4-BE49-F238E27FC236}">
                  <a16:creationId xmlns:a16="http://schemas.microsoft.com/office/drawing/2014/main" id="{4D367F3F-1B78-05AA-0C59-FCF88FE91B59}"/>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8" name="Graphic 57" descr="Ecommerce outline">
              <a:extLst>
                <a:ext uri="{FF2B5EF4-FFF2-40B4-BE49-F238E27FC236}">
                  <a16:creationId xmlns:a16="http://schemas.microsoft.com/office/drawing/2014/main" id="{7B22C2FF-542A-9159-6CA3-9FC523D2E06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59" name="Group 58">
            <a:extLst>
              <a:ext uri="{FF2B5EF4-FFF2-40B4-BE49-F238E27FC236}">
                <a16:creationId xmlns:a16="http://schemas.microsoft.com/office/drawing/2014/main" id="{FFECA77F-543D-E648-0D35-F05D9ADDF416}"/>
              </a:ext>
            </a:extLst>
          </p:cNvPr>
          <p:cNvGrpSpPr/>
          <p:nvPr/>
        </p:nvGrpSpPr>
        <p:grpSpPr>
          <a:xfrm>
            <a:off x="5214329" y="4346910"/>
            <a:ext cx="3896934" cy="1934804"/>
            <a:chOff x="7829206" y="1206117"/>
            <a:chExt cx="3896934" cy="1934804"/>
          </a:xfrm>
        </p:grpSpPr>
        <p:sp>
          <p:nvSpPr>
            <p:cNvPr id="61" name="TextBox 60">
              <a:extLst>
                <a:ext uri="{FF2B5EF4-FFF2-40B4-BE49-F238E27FC236}">
                  <a16:creationId xmlns:a16="http://schemas.microsoft.com/office/drawing/2014/main" id="{58555CAD-040F-85C2-1554-9E539BC692EC}"/>
                </a:ext>
              </a:extLst>
            </p:cNvPr>
            <p:cNvSpPr txBox="1"/>
            <p:nvPr/>
          </p:nvSpPr>
          <p:spPr>
            <a:xfrm>
              <a:off x="7829206" y="2248369"/>
              <a:ext cx="3896934"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פנינה בוחרת את השירותים שבהם היא מעוניינת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(בהתאם לכמות היחידות שבחרה להמיר לסל שירותי הזדקנות מיטבית)</a:t>
              </a:r>
            </a:p>
          </p:txBody>
        </p:sp>
        <p:grpSp>
          <p:nvGrpSpPr>
            <p:cNvPr id="62" name="Group 61">
              <a:extLst>
                <a:ext uri="{FF2B5EF4-FFF2-40B4-BE49-F238E27FC236}">
                  <a16:creationId xmlns:a16="http://schemas.microsoft.com/office/drawing/2014/main" id="{A7BEFF38-340E-1038-93DD-51A6121D6460}"/>
                </a:ext>
              </a:extLst>
            </p:cNvPr>
            <p:cNvGrpSpPr/>
            <p:nvPr/>
          </p:nvGrpSpPr>
          <p:grpSpPr>
            <a:xfrm>
              <a:off x="10896582" y="1206117"/>
              <a:ext cx="829557" cy="858453"/>
              <a:chOff x="7968593" y="1246547"/>
              <a:chExt cx="829557" cy="858453"/>
            </a:xfrm>
          </p:grpSpPr>
          <p:sp>
            <p:nvSpPr>
              <p:cNvPr id="63" name="Oval 62">
                <a:extLst>
                  <a:ext uri="{FF2B5EF4-FFF2-40B4-BE49-F238E27FC236}">
                    <a16:creationId xmlns:a16="http://schemas.microsoft.com/office/drawing/2014/main" id="{D082D347-AC61-E2F8-1712-9BCE5AD14828}"/>
                  </a:ext>
                </a:extLst>
              </p:cNvPr>
              <p:cNvSpPr/>
              <p:nvPr/>
            </p:nvSpPr>
            <p:spPr>
              <a:xfrm>
                <a:off x="7968593" y="1246547"/>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4" name="Graphic 63" descr="Old woman with white hair">
                <a:extLst>
                  <a:ext uri="{FF2B5EF4-FFF2-40B4-BE49-F238E27FC236}">
                    <a16:creationId xmlns:a16="http://schemas.microsoft.com/office/drawing/2014/main" id="{815B2C98-534B-D3F9-84AD-6DC10A6838B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8007667" y="1246547"/>
                <a:ext cx="683449" cy="858453"/>
              </a:xfrm>
              <a:prstGeom prst="rect">
                <a:avLst/>
              </a:prstGeom>
            </p:spPr>
          </p:pic>
        </p:grpSp>
      </p:grpSp>
      <p:grpSp>
        <p:nvGrpSpPr>
          <p:cNvPr id="65" name="Group 64">
            <a:extLst>
              <a:ext uri="{FF2B5EF4-FFF2-40B4-BE49-F238E27FC236}">
                <a16:creationId xmlns:a16="http://schemas.microsoft.com/office/drawing/2014/main" id="{6D206F1E-C721-F7BD-C8F0-20EFD267C952}"/>
              </a:ext>
            </a:extLst>
          </p:cNvPr>
          <p:cNvGrpSpPr/>
          <p:nvPr/>
        </p:nvGrpSpPr>
        <p:grpSpPr>
          <a:xfrm>
            <a:off x="7471685" y="4371302"/>
            <a:ext cx="829557" cy="829557"/>
            <a:chOff x="4149860" y="4521155"/>
            <a:chExt cx="829557" cy="829557"/>
          </a:xfrm>
        </p:grpSpPr>
        <p:sp>
          <p:nvSpPr>
            <p:cNvPr id="66" name="Oval 65">
              <a:extLst>
                <a:ext uri="{FF2B5EF4-FFF2-40B4-BE49-F238E27FC236}">
                  <a16:creationId xmlns:a16="http://schemas.microsoft.com/office/drawing/2014/main" id="{7F157C04-1E46-1CD7-48B6-A4C77928B923}"/>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67" name="Graphic 66" descr="Ecommerce outline">
              <a:extLst>
                <a:ext uri="{FF2B5EF4-FFF2-40B4-BE49-F238E27FC236}">
                  <a16:creationId xmlns:a16="http://schemas.microsoft.com/office/drawing/2014/main" id="{DB54D456-EEDD-0749-1084-5908704500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79" name="Group 78">
            <a:extLst>
              <a:ext uri="{FF2B5EF4-FFF2-40B4-BE49-F238E27FC236}">
                <a16:creationId xmlns:a16="http://schemas.microsoft.com/office/drawing/2014/main" id="{1A30EB94-43E3-7888-0226-7B3B21EB3D85}"/>
              </a:ext>
            </a:extLst>
          </p:cNvPr>
          <p:cNvGrpSpPr/>
          <p:nvPr/>
        </p:nvGrpSpPr>
        <p:grpSpPr>
          <a:xfrm>
            <a:off x="6658778" y="4358135"/>
            <a:ext cx="829557" cy="829557"/>
            <a:chOff x="7095662" y="2449255"/>
            <a:chExt cx="829557" cy="829557"/>
          </a:xfrm>
        </p:grpSpPr>
        <p:sp>
          <p:nvSpPr>
            <p:cNvPr id="77" name="Oval 76">
              <a:extLst>
                <a:ext uri="{FF2B5EF4-FFF2-40B4-BE49-F238E27FC236}">
                  <a16:creationId xmlns:a16="http://schemas.microsoft.com/office/drawing/2014/main" id="{E9306E60-FC36-74F2-F9C8-3F4C77702821}"/>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78" name="Graphic 77" descr="Neighborhood outline">
              <a:extLst>
                <a:ext uri="{FF2B5EF4-FFF2-40B4-BE49-F238E27FC236}">
                  <a16:creationId xmlns:a16="http://schemas.microsoft.com/office/drawing/2014/main" id="{095BED38-2C46-7556-B842-36A86089759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80" name="Oval 79">
            <a:extLst>
              <a:ext uri="{FF2B5EF4-FFF2-40B4-BE49-F238E27FC236}">
                <a16:creationId xmlns:a16="http://schemas.microsoft.com/office/drawing/2014/main" id="{E56C1F54-5702-15FD-AB5A-34A11F98EA62}"/>
              </a:ext>
            </a:extLst>
          </p:cNvPr>
          <p:cNvSpPr/>
          <p:nvPr/>
        </p:nvSpPr>
        <p:spPr>
          <a:xfrm>
            <a:off x="5953767" y="4384065"/>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1" name="Graphic 80" descr="Alterations &amp; Tailoring outline">
            <a:extLst>
              <a:ext uri="{FF2B5EF4-FFF2-40B4-BE49-F238E27FC236}">
                <a16:creationId xmlns:a16="http://schemas.microsoft.com/office/drawing/2014/main" id="{B4BF8D0A-8C17-8DC5-1DA1-E92A929F821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6027239" y="4450071"/>
            <a:ext cx="697543" cy="697543"/>
          </a:xfrm>
          <a:prstGeom prst="rect">
            <a:avLst/>
          </a:prstGeom>
        </p:spPr>
      </p:pic>
      <p:grpSp>
        <p:nvGrpSpPr>
          <p:cNvPr id="85" name="Group 84">
            <a:extLst>
              <a:ext uri="{FF2B5EF4-FFF2-40B4-BE49-F238E27FC236}">
                <a16:creationId xmlns:a16="http://schemas.microsoft.com/office/drawing/2014/main" id="{1FCCB6BF-D091-F6AD-104D-6E9C9FF8C765}"/>
              </a:ext>
            </a:extLst>
          </p:cNvPr>
          <p:cNvGrpSpPr/>
          <p:nvPr/>
        </p:nvGrpSpPr>
        <p:grpSpPr>
          <a:xfrm>
            <a:off x="5148322" y="4409995"/>
            <a:ext cx="829557" cy="829557"/>
            <a:chOff x="9961982" y="1296250"/>
            <a:chExt cx="829557" cy="829557"/>
          </a:xfrm>
        </p:grpSpPr>
        <p:sp>
          <p:nvSpPr>
            <p:cNvPr id="86" name="Oval 85">
              <a:extLst>
                <a:ext uri="{FF2B5EF4-FFF2-40B4-BE49-F238E27FC236}">
                  <a16:creationId xmlns:a16="http://schemas.microsoft.com/office/drawing/2014/main" id="{A5FB0136-803F-1802-DCAB-78875198D06D}"/>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86" descr="Heart with pulse outline">
              <a:extLst>
                <a:ext uri="{FF2B5EF4-FFF2-40B4-BE49-F238E27FC236}">
                  <a16:creationId xmlns:a16="http://schemas.microsoft.com/office/drawing/2014/main" id="{7BC8F03C-B1F9-9EDC-4FCA-DC4C647B23B5}"/>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93" name="TextBox 92">
            <a:extLst>
              <a:ext uri="{FF2B5EF4-FFF2-40B4-BE49-F238E27FC236}">
                <a16:creationId xmlns:a16="http://schemas.microsoft.com/office/drawing/2014/main" id="{02ECE29A-5B4B-2433-5E85-8D8BA5572DFB}"/>
              </a:ext>
            </a:extLst>
          </p:cNvPr>
          <p:cNvSpPr txBox="1"/>
          <p:nvPr/>
        </p:nvSpPr>
        <p:spPr>
          <a:xfrm>
            <a:off x="783771" y="5418049"/>
            <a:ext cx="3878863"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A3A49"/>
                </a:solidFill>
                <a:effectLst/>
                <a:uLnTx/>
                <a:uFillTx/>
                <a:latin typeface="Calibri"/>
                <a:ea typeface="+mn-ea"/>
                <a:cs typeface="Calibri"/>
              </a:rPr>
              <a:t>הבחירות נשלחות לספקי השירות השונים ולמתאמת השירות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שתבצע מעקב אחרי יישום התוכנית, הצלחתה והתאמתה לצרכיה</a:t>
            </a:r>
          </a:p>
        </p:txBody>
      </p:sp>
      <p:grpSp>
        <p:nvGrpSpPr>
          <p:cNvPr id="97" name="Group 96">
            <a:extLst>
              <a:ext uri="{FF2B5EF4-FFF2-40B4-BE49-F238E27FC236}">
                <a16:creationId xmlns:a16="http://schemas.microsoft.com/office/drawing/2014/main" id="{61F5553C-A924-7948-6531-C9D5D3E6AAD7}"/>
              </a:ext>
            </a:extLst>
          </p:cNvPr>
          <p:cNvGrpSpPr/>
          <p:nvPr/>
        </p:nvGrpSpPr>
        <p:grpSpPr>
          <a:xfrm>
            <a:off x="3833078" y="4407811"/>
            <a:ext cx="829557" cy="829557"/>
            <a:chOff x="4149860" y="4521155"/>
            <a:chExt cx="829557" cy="829557"/>
          </a:xfrm>
        </p:grpSpPr>
        <p:sp>
          <p:nvSpPr>
            <p:cNvPr id="98" name="Oval 97">
              <a:extLst>
                <a:ext uri="{FF2B5EF4-FFF2-40B4-BE49-F238E27FC236}">
                  <a16:creationId xmlns:a16="http://schemas.microsoft.com/office/drawing/2014/main" id="{924B2C75-4E3F-A472-C652-856DF52B93DB}"/>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9" name="Graphic 98" descr="Ecommerce outline">
              <a:extLst>
                <a:ext uri="{FF2B5EF4-FFF2-40B4-BE49-F238E27FC236}">
                  <a16:creationId xmlns:a16="http://schemas.microsoft.com/office/drawing/2014/main" id="{FAB5C19B-1547-F1EA-3790-E7A927BA7B10}"/>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100" name="Group 99">
            <a:extLst>
              <a:ext uri="{FF2B5EF4-FFF2-40B4-BE49-F238E27FC236}">
                <a16:creationId xmlns:a16="http://schemas.microsoft.com/office/drawing/2014/main" id="{A77EF8BA-7D56-EA0A-74C4-C328E0F50FF1}"/>
              </a:ext>
            </a:extLst>
          </p:cNvPr>
          <p:cNvGrpSpPr/>
          <p:nvPr/>
        </p:nvGrpSpPr>
        <p:grpSpPr>
          <a:xfrm>
            <a:off x="3020171" y="4394644"/>
            <a:ext cx="829557" cy="829557"/>
            <a:chOff x="7095662" y="2449255"/>
            <a:chExt cx="829557" cy="829557"/>
          </a:xfrm>
        </p:grpSpPr>
        <p:sp>
          <p:nvSpPr>
            <p:cNvPr id="101" name="Oval 100">
              <a:extLst>
                <a:ext uri="{FF2B5EF4-FFF2-40B4-BE49-F238E27FC236}">
                  <a16:creationId xmlns:a16="http://schemas.microsoft.com/office/drawing/2014/main" id="{A2AF8F1A-92F2-9FF9-2355-8BA39E3CB438}"/>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2" name="Graphic 101" descr="Neighborhood outline">
              <a:extLst>
                <a:ext uri="{FF2B5EF4-FFF2-40B4-BE49-F238E27FC236}">
                  <a16:creationId xmlns:a16="http://schemas.microsoft.com/office/drawing/2014/main" id="{F2E7EB0C-4C0D-0519-80D3-6284E8549D5A}"/>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103" name="Oval 102">
            <a:extLst>
              <a:ext uri="{FF2B5EF4-FFF2-40B4-BE49-F238E27FC236}">
                <a16:creationId xmlns:a16="http://schemas.microsoft.com/office/drawing/2014/main" id="{2267B626-CACD-9F14-1BBB-FBE3AA7A2564}"/>
              </a:ext>
            </a:extLst>
          </p:cNvPr>
          <p:cNvSpPr/>
          <p:nvPr/>
        </p:nvSpPr>
        <p:spPr>
          <a:xfrm>
            <a:off x="2315160" y="4420574"/>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4" name="Graphic 103" descr="Alterations &amp; Tailoring outline">
            <a:extLst>
              <a:ext uri="{FF2B5EF4-FFF2-40B4-BE49-F238E27FC236}">
                <a16:creationId xmlns:a16="http://schemas.microsoft.com/office/drawing/2014/main" id="{25033D01-E62B-C3B6-8F42-D948DA31A62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2388632" y="4486580"/>
            <a:ext cx="697543" cy="697543"/>
          </a:xfrm>
          <a:prstGeom prst="rect">
            <a:avLst/>
          </a:prstGeom>
        </p:spPr>
      </p:pic>
      <p:grpSp>
        <p:nvGrpSpPr>
          <p:cNvPr id="105" name="Group 104">
            <a:extLst>
              <a:ext uri="{FF2B5EF4-FFF2-40B4-BE49-F238E27FC236}">
                <a16:creationId xmlns:a16="http://schemas.microsoft.com/office/drawing/2014/main" id="{945832B5-94B3-571C-4AAD-6E01323BF421}"/>
              </a:ext>
            </a:extLst>
          </p:cNvPr>
          <p:cNvGrpSpPr/>
          <p:nvPr/>
        </p:nvGrpSpPr>
        <p:grpSpPr>
          <a:xfrm>
            <a:off x="1509715" y="4446504"/>
            <a:ext cx="829557" cy="829557"/>
            <a:chOff x="9961982" y="1296250"/>
            <a:chExt cx="829557" cy="829557"/>
          </a:xfrm>
        </p:grpSpPr>
        <p:sp>
          <p:nvSpPr>
            <p:cNvPr id="106" name="Oval 105">
              <a:extLst>
                <a:ext uri="{FF2B5EF4-FFF2-40B4-BE49-F238E27FC236}">
                  <a16:creationId xmlns:a16="http://schemas.microsoft.com/office/drawing/2014/main" id="{4EF03AAB-9DD1-6F52-8CB2-31925AC2064A}"/>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7" name="Graphic 106" descr="Heart with pulse outline">
              <a:extLst>
                <a:ext uri="{FF2B5EF4-FFF2-40B4-BE49-F238E27FC236}">
                  <a16:creationId xmlns:a16="http://schemas.microsoft.com/office/drawing/2014/main" id="{A85D2259-95BC-92C4-F68A-2737A161139F}"/>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108" name="Oval 107">
            <a:extLst>
              <a:ext uri="{FF2B5EF4-FFF2-40B4-BE49-F238E27FC236}">
                <a16:creationId xmlns:a16="http://schemas.microsoft.com/office/drawing/2014/main" id="{4263F8A5-0A7B-F87F-CCC7-C6EEFBD89CD6}"/>
              </a:ext>
            </a:extLst>
          </p:cNvPr>
          <p:cNvSpPr/>
          <p:nvPr/>
        </p:nvSpPr>
        <p:spPr>
          <a:xfrm>
            <a:off x="690418" y="4420846"/>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9" name="Graphic 108" descr="Woman with polka dots shirt">
            <a:extLst>
              <a:ext uri="{FF2B5EF4-FFF2-40B4-BE49-F238E27FC236}">
                <a16:creationId xmlns:a16="http://schemas.microsoft.com/office/drawing/2014/main" id="{ADD784AC-0730-8247-4BC0-6515933AB45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63886" y="4461712"/>
            <a:ext cx="683449" cy="858453"/>
          </a:xfrm>
          <a:prstGeom prst="rect">
            <a:avLst/>
          </a:prstGeom>
        </p:spPr>
      </p:pic>
      <p:cxnSp>
        <p:nvCxnSpPr>
          <p:cNvPr id="113" name="Straight Arrow Connector 112">
            <a:extLst>
              <a:ext uri="{FF2B5EF4-FFF2-40B4-BE49-F238E27FC236}">
                <a16:creationId xmlns:a16="http://schemas.microsoft.com/office/drawing/2014/main" id="{4B735A76-03D4-D587-E7F8-2771F618D587}"/>
              </a:ext>
            </a:extLst>
          </p:cNvPr>
          <p:cNvCxnSpPr/>
          <p:nvPr/>
        </p:nvCxnSpPr>
        <p:spPr>
          <a:xfrm flipH="1" flipV="1">
            <a:off x="9083912" y="2741015"/>
            <a:ext cx="669338" cy="9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AE063BD-D005-F672-B1BB-DE4A952996B5}"/>
              </a:ext>
            </a:extLst>
          </p:cNvPr>
          <p:cNvCxnSpPr/>
          <p:nvPr/>
        </p:nvCxnSpPr>
        <p:spPr>
          <a:xfrm flipH="1" flipV="1">
            <a:off x="5911871"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229336C-4A72-5006-54B1-77AC081B52E0}"/>
              </a:ext>
            </a:extLst>
          </p:cNvPr>
          <p:cNvCxnSpPr/>
          <p:nvPr/>
        </p:nvCxnSpPr>
        <p:spPr>
          <a:xfrm flipH="1" flipV="1">
            <a:off x="3086175"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078D6B7-D8C8-8B09-BF7D-68F3663CE8E6}"/>
              </a:ext>
            </a:extLst>
          </p:cNvPr>
          <p:cNvCxnSpPr/>
          <p:nvPr/>
        </p:nvCxnSpPr>
        <p:spPr>
          <a:xfrm flipH="1" flipV="1">
            <a:off x="8930796" y="5769428"/>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47F0E44-5CF7-D1C4-BDE1-1B525F0D8C8A}"/>
              </a:ext>
            </a:extLst>
          </p:cNvPr>
          <p:cNvCxnSpPr/>
          <p:nvPr/>
        </p:nvCxnSpPr>
        <p:spPr>
          <a:xfrm flipH="1" flipV="1">
            <a:off x="4584330" y="5671456"/>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54C55C8F-6A9E-1B43-D86F-B6C13F670A7F}"/>
              </a:ext>
            </a:extLst>
          </p:cNvPr>
          <p:cNvCxnSpPr>
            <a:stCxn id="43" idx="2"/>
            <a:endCxn id="57" idx="0"/>
          </p:cNvCxnSpPr>
          <p:nvPr/>
        </p:nvCxnSpPr>
        <p:spPr>
          <a:xfrm rot="16200000" flipH="1">
            <a:off x="5747253" y="-588271"/>
            <a:ext cx="1288656" cy="86573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A881B20-4577-84C1-CAA8-67D3459AC595}"/>
              </a:ext>
            </a:extLst>
          </p:cNvPr>
          <p:cNvSpPr txBox="1"/>
          <p:nvPr/>
        </p:nvSpPr>
        <p:spPr>
          <a:xfrm>
            <a:off x="7929396" y="239981"/>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מסע פנינה החדש</a:t>
            </a:r>
          </a:p>
        </p:txBody>
      </p:sp>
      <p:grpSp>
        <p:nvGrpSpPr>
          <p:cNvPr id="18" name="Group 1">
            <a:extLst>
              <a:ext uri="{FF2B5EF4-FFF2-40B4-BE49-F238E27FC236}">
                <a16:creationId xmlns:a16="http://schemas.microsoft.com/office/drawing/2014/main" id="{36329978-844D-1001-7719-C46A8273CAF2}"/>
              </a:ext>
            </a:extLst>
          </p:cNvPr>
          <p:cNvGrpSpPr/>
          <p:nvPr/>
        </p:nvGrpSpPr>
        <p:grpSpPr>
          <a:xfrm>
            <a:off x="240146" y="6459128"/>
            <a:ext cx="1523237" cy="323730"/>
            <a:chOff x="304171" y="6108306"/>
            <a:chExt cx="2542153" cy="560355"/>
          </a:xfrm>
        </p:grpSpPr>
        <p:pic>
          <p:nvPicPr>
            <p:cNvPr id="19" name="Picture 3">
              <a:extLst>
                <a:ext uri="{FF2B5EF4-FFF2-40B4-BE49-F238E27FC236}">
                  <a16:creationId xmlns:a16="http://schemas.microsoft.com/office/drawing/2014/main" id="{0638FF61-85A8-CCBE-C6C7-F78A16909EC3}"/>
                </a:ext>
              </a:extLst>
            </p:cNvPr>
            <p:cNvPicPr>
              <a:picLocks noChangeAspect="1"/>
            </p:cNvPicPr>
            <p:nvPr/>
          </p:nvPicPr>
          <p:blipFill>
            <a:blip r:embed="rId16"/>
            <a:stretch>
              <a:fillRect/>
            </a:stretch>
          </p:blipFill>
          <p:spPr>
            <a:xfrm>
              <a:off x="304171" y="6490861"/>
              <a:ext cx="1790700" cy="177800"/>
            </a:xfrm>
            <a:prstGeom prst="rect">
              <a:avLst/>
            </a:prstGeom>
          </p:spPr>
        </p:pic>
        <p:pic>
          <p:nvPicPr>
            <p:cNvPr id="22" name="Picture 4">
              <a:extLst>
                <a:ext uri="{FF2B5EF4-FFF2-40B4-BE49-F238E27FC236}">
                  <a16:creationId xmlns:a16="http://schemas.microsoft.com/office/drawing/2014/main" id="{5E92ADE0-0200-B97A-312A-1F63DF0301BB}"/>
                </a:ext>
              </a:extLst>
            </p:cNvPr>
            <p:cNvPicPr>
              <a:picLocks noChangeAspect="1"/>
            </p:cNvPicPr>
            <p:nvPr/>
          </p:nvPicPr>
          <p:blipFill>
            <a:blip r:embed="rId17"/>
            <a:stretch>
              <a:fillRect/>
            </a:stretch>
          </p:blipFill>
          <p:spPr>
            <a:xfrm>
              <a:off x="2135124" y="6126849"/>
              <a:ext cx="711200" cy="520700"/>
            </a:xfrm>
            <a:prstGeom prst="rect">
              <a:avLst/>
            </a:prstGeom>
          </p:spPr>
        </p:pic>
        <p:pic>
          <p:nvPicPr>
            <p:cNvPr id="23" name="Picture 5">
              <a:extLst>
                <a:ext uri="{FF2B5EF4-FFF2-40B4-BE49-F238E27FC236}">
                  <a16:creationId xmlns:a16="http://schemas.microsoft.com/office/drawing/2014/main" id="{A99BE5D7-2B38-4630-5F93-EA523FEDB9CF}"/>
                </a:ext>
              </a:extLst>
            </p:cNvPr>
            <p:cNvPicPr>
              <a:picLocks noChangeAspect="1"/>
            </p:cNvPicPr>
            <p:nvPr/>
          </p:nvPicPr>
          <p:blipFill>
            <a:blip r:embed="rId18"/>
            <a:stretch>
              <a:fillRect/>
            </a:stretch>
          </p:blipFill>
          <p:spPr>
            <a:xfrm>
              <a:off x="304171" y="6108306"/>
              <a:ext cx="1803400" cy="381000"/>
            </a:xfrm>
            <a:prstGeom prst="rect">
              <a:avLst/>
            </a:prstGeom>
          </p:spPr>
        </p:pic>
      </p:grpSp>
      <p:pic>
        <p:nvPicPr>
          <p:cNvPr id="3074" name="Picture 2" descr="EY ישראל - ארנסט אנד יאנג - פירמת ייעוץ וראיית חשבון">
            <a:extLst>
              <a:ext uri="{FF2B5EF4-FFF2-40B4-BE49-F238E27FC236}">
                <a16:creationId xmlns:a16="http://schemas.microsoft.com/office/drawing/2014/main" id="{E1380BDB-49AD-6BC9-CBE2-DEAA91A8E31B}"/>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9632" y="0"/>
            <a:ext cx="675687" cy="67568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6">
            <a:extLst>
              <a:ext uri="{FF2B5EF4-FFF2-40B4-BE49-F238E27FC236}">
                <a16:creationId xmlns:a16="http://schemas.microsoft.com/office/drawing/2014/main" id="{4D0041D7-A941-C1C0-6414-CFCD838FFA90}"/>
              </a:ext>
            </a:extLst>
          </p:cNvPr>
          <p:cNvPicPr>
            <a:picLocks noChangeAspect="1"/>
          </p:cNvPicPr>
          <p:nvPr/>
        </p:nvPicPr>
        <p:blipFill>
          <a:blip r:embed="rId20"/>
          <a:stretch>
            <a:fillRect/>
          </a:stretch>
        </p:blipFill>
        <p:spPr>
          <a:xfrm>
            <a:off x="11006639" y="6244142"/>
            <a:ext cx="1187106" cy="650083"/>
          </a:xfrm>
          <a:prstGeom prst="rect">
            <a:avLst/>
          </a:prstGeom>
          <a:ln>
            <a:noFill/>
          </a:ln>
        </p:spPr>
      </p:pic>
    </p:spTree>
    <p:extLst>
      <p:ext uri="{BB962C8B-B14F-4D97-AF65-F5344CB8AC3E}">
        <p14:creationId xmlns:p14="http://schemas.microsoft.com/office/powerpoint/2010/main" val="2180555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5738-B40D-E6A2-9278-2096AEB03ADD}"/>
            </a:ext>
          </a:extLst>
        </p:cNvPr>
        <p:cNvGrpSpPr/>
        <p:nvPr/>
      </p:nvGrpSpPr>
      <p:grpSpPr>
        <a:xfrm>
          <a:off x="0" y="0"/>
          <a:ext cx="0" cy="0"/>
          <a:chOff x="0" y="0"/>
          <a:chExt cx="0" cy="0"/>
        </a:xfrm>
      </p:grpSpPr>
      <p:sp>
        <p:nvSpPr>
          <p:cNvPr id="3" name="מלבן 2">
            <a:extLst>
              <a:ext uri="{FF2B5EF4-FFF2-40B4-BE49-F238E27FC236}">
                <a16:creationId xmlns:a16="http://schemas.microsoft.com/office/drawing/2014/main" id="{ED865402-C463-F84F-3994-279597476145}"/>
              </a:ext>
            </a:extLst>
          </p:cNvPr>
          <p:cNvSpPr/>
          <p:nvPr/>
        </p:nvSpPr>
        <p:spPr>
          <a:xfrm>
            <a:off x="-12536" y="-134982"/>
            <a:ext cx="12192000"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35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2" name="Rectangle 1">
            <a:extLst>
              <a:ext uri="{FF2B5EF4-FFF2-40B4-BE49-F238E27FC236}">
                <a16:creationId xmlns:a16="http://schemas.microsoft.com/office/drawing/2014/main" id="{9F82E449-138F-F083-1B4B-2E3EEF887D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a:ea typeface="+mn-ea"/>
              <a:cs typeface="Calibri"/>
            </a:endParaRPr>
          </a:p>
        </p:txBody>
      </p:sp>
      <p:sp>
        <p:nvSpPr>
          <p:cNvPr id="6" name="כותרת 1">
            <a:extLst>
              <a:ext uri="{FF2B5EF4-FFF2-40B4-BE49-F238E27FC236}">
                <a16:creationId xmlns:a16="http://schemas.microsoft.com/office/drawing/2014/main" id="{85E20E37-4F27-81CF-686B-39E176678710}"/>
              </a:ext>
            </a:extLst>
          </p:cNvPr>
          <p:cNvSpPr txBox="1">
            <a:spLocks/>
          </p:cNvSpPr>
          <p:nvPr/>
        </p:nvSpPr>
        <p:spPr>
          <a:xfrm>
            <a:off x="12536" y="5692"/>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40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j-ea"/>
                <a:cs typeface="Assistant" pitchFamily="2" charset="-79"/>
              </a:rPr>
              <a:t>רפורמה עם חסכון תקציבי?!</a:t>
            </a:r>
          </a:p>
        </p:txBody>
      </p:sp>
      <p:sp>
        <p:nvSpPr>
          <p:cNvPr id="9" name="תיבת טקסט 8">
            <a:extLst>
              <a:ext uri="{FF2B5EF4-FFF2-40B4-BE49-F238E27FC236}">
                <a16:creationId xmlns:a16="http://schemas.microsoft.com/office/drawing/2014/main" id="{256E6DB2-2556-CD46-5E4C-FE3FFAA7027D}"/>
              </a:ext>
            </a:extLst>
          </p:cNvPr>
          <p:cNvSpPr txBox="1"/>
          <p:nvPr/>
        </p:nvSpPr>
        <p:spPr>
          <a:xfrm>
            <a:off x="632367" y="2827003"/>
            <a:ext cx="3810832" cy="2123658"/>
          </a:xfrm>
          <a:prstGeom prst="rect">
            <a:avLst/>
          </a:prstGeom>
          <a:solidFill>
            <a:srgbClr val="F5F9FD"/>
          </a:solidFill>
          <a:ln w="25400" cap="rnd">
            <a:round/>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במידה ונדחה בממוצע כ-3 חודשים בעלייה ברמות סיעוד 0-3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חסכון למשק לשנה</a:t>
            </a:r>
            <a:r>
              <a:rPr kumimoji="0" lang="he-IL" sz="2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graphicFrame>
        <p:nvGraphicFramePr>
          <p:cNvPr id="10" name="תרשים 9">
            <a:extLst>
              <a:ext uri="{FF2B5EF4-FFF2-40B4-BE49-F238E27FC236}">
                <a16:creationId xmlns:a16="http://schemas.microsoft.com/office/drawing/2014/main" id="{44E8D2AE-2BBF-C972-7588-215A931ADAAA}"/>
              </a:ext>
            </a:extLst>
          </p:cNvPr>
          <p:cNvGraphicFramePr>
            <a:graphicFrameLocks/>
          </p:cNvGraphicFramePr>
          <p:nvPr/>
        </p:nvGraphicFramePr>
        <p:xfrm>
          <a:off x="5356046" y="1713167"/>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11" name="תיבת טקסט 10">
            <a:extLst>
              <a:ext uri="{FF2B5EF4-FFF2-40B4-BE49-F238E27FC236}">
                <a16:creationId xmlns:a16="http://schemas.microsoft.com/office/drawing/2014/main" id="{3392F381-E91F-9856-3D51-352F240316A6}"/>
              </a:ext>
            </a:extLst>
          </p:cNvPr>
          <p:cNvSpPr txBox="1"/>
          <p:nvPr/>
        </p:nvSpPr>
        <p:spPr>
          <a:xfrm>
            <a:off x="712377" y="5225352"/>
            <a:ext cx="3810832"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*מבוסס על עלויות הגמלה ועלויות בריאות בקופ"ח מאוחדת</a:t>
            </a:r>
          </a:p>
        </p:txBody>
      </p:sp>
      <p:pic>
        <p:nvPicPr>
          <p:cNvPr id="24" name="Picture 26">
            <a:extLst>
              <a:ext uri="{FF2B5EF4-FFF2-40B4-BE49-F238E27FC236}">
                <a16:creationId xmlns:a16="http://schemas.microsoft.com/office/drawing/2014/main" id="{5BBB323F-3B83-CAD0-DE39-DFCDD3A8FC8F}"/>
              </a:ext>
            </a:extLst>
          </p:cNvPr>
          <p:cNvPicPr>
            <a:picLocks noChangeAspect="1"/>
          </p:cNvPicPr>
          <p:nvPr/>
        </p:nvPicPr>
        <p:blipFill>
          <a:blip r:embed="rId4"/>
          <a:stretch>
            <a:fillRect/>
          </a:stretch>
        </p:blipFill>
        <p:spPr>
          <a:xfrm>
            <a:off x="10999758" y="6239877"/>
            <a:ext cx="1118350" cy="612431"/>
          </a:xfrm>
          <a:prstGeom prst="rect">
            <a:avLst/>
          </a:prstGeom>
          <a:ln>
            <a:noFill/>
          </a:ln>
        </p:spPr>
      </p:pic>
      <p:grpSp>
        <p:nvGrpSpPr>
          <p:cNvPr id="25" name="Group 1">
            <a:extLst>
              <a:ext uri="{FF2B5EF4-FFF2-40B4-BE49-F238E27FC236}">
                <a16:creationId xmlns:a16="http://schemas.microsoft.com/office/drawing/2014/main" id="{D30AA246-678A-C0F8-0525-8AD6CBE65CBF}"/>
              </a:ext>
            </a:extLst>
          </p:cNvPr>
          <p:cNvGrpSpPr/>
          <p:nvPr/>
        </p:nvGrpSpPr>
        <p:grpSpPr>
          <a:xfrm>
            <a:off x="240146" y="6459128"/>
            <a:ext cx="1523237" cy="323730"/>
            <a:chOff x="304171" y="6108306"/>
            <a:chExt cx="2542153" cy="560355"/>
          </a:xfrm>
        </p:grpSpPr>
        <p:pic>
          <p:nvPicPr>
            <p:cNvPr id="26" name="Picture 3">
              <a:extLst>
                <a:ext uri="{FF2B5EF4-FFF2-40B4-BE49-F238E27FC236}">
                  <a16:creationId xmlns:a16="http://schemas.microsoft.com/office/drawing/2014/main" id="{6AB93E74-3C00-8F24-21D1-2E3D5EDFB43B}"/>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27" name="Picture 4">
              <a:extLst>
                <a:ext uri="{FF2B5EF4-FFF2-40B4-BE49-F238E27FC236}">
                  <a16:creationId xmlns:a16="http://schemas.microsoft.com/office/drawing/2014/main" id="{0FC2F9F0-2435-8E4E-E3F2-78D5A9F21671}"/>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28" name="Picture 5">
              <a:extLst>
                <a:ext uri="{FF2B5EF4-FFF2-40B4-BE49-F238E27FC236}">
                  <a16:creationId xmlns:a16="http://schemas.microsoft.com/office/drawing/2014/main" id="{01E5B61D-60B8-2A95-9C30-79255942303B}"/>
                </a:ext>
              </a:extLst>
            </p:cNvPr>
            <p:cNvPicPr>
              <a:picLocks noChangeAspect="1"/>
            </p:cNvPicPr>
            <p:nvPr/>
          </p:nvPicPr>
          <p:blipFill>
            <a:blip r:embed="rId7"/>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23172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41A6-D8D3-9DEC-545B-FE69AD801DD9}"/>
            </a:ext>
          </a:extLst>
        </p:cNvPr>
        <p:cNvGrpSpPr/>
        <p:nvPr/>
      </p:nvGrpSpPr>
      <p:grpSpPr>
        <a:xfrm>
          <a:off x="0" y="0"/>
          <a:ext cx="0" cy="0"/>
          <a:chOff x="0" y="0"/>
          <a:chExt cx="0" cy="0"/>
        </a:xfrm>
      </p:grpSpPr>
      <p:sp>
        <p:nvSpPr>
          <p:cNvPr id="13" name="מלבן 12">
            <a:extLst>
              <a:ext uri="{FF2B5EF4-FFF2-40B4-BE49-F238E27FC236}">
                <a16:creationId xmlns:a16="http://schemas.microsoft.com/office/drawing/2014/main" id="{5DF0AEF3-657B-5D1E-D4DC-879528F6778B}"/>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35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4" name="Picture 56">
            <a:extLst>
              <a:ext uri="{FF2B5EF4-FFF2-40B4-BE49-F238E27FC236}">
                <a16:creationId xmlns:a16="http://schemas.microsoft.com/office/drawing/2014/main" id="{352B1EB0-1E83-28F8-067C-C3559F7CCD05}"/>
              </a:ext>
            </a:extLst>
          </p:cNvPr>
          <p:cNvPicPr>
            <a:picLocks noChangeAspect="1"/>
          </p:cNvPicPr>
          <p:nvPr/>
        </p:nvPicPr>
        <p:blipFill>
          <a:blip r:embed="rId2">
            <a:alphaModFix/>
            <a:duotone>
              <a:prstClr val="black"/>
              <a:srgbClr val="002060">
                <a:tint val="45000"/>
                <a:satMod val="400000"/>
              </a:srgbClr>
            </a:duotone>
          </a:blip>
          <a:stretch>
            <a:fillRect/>
          </a:stretch>
        </p:blipFill>
        <p:spPr>
          <a:xfrm>
            <a:off x="3960647" y="1370499"/>
            <a:ext cx="4320661" cy="5438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תיבת טקסט 5">
            <a:extLst>
              <a:ext uri="{FF2B5EF4-FFF2-40B4-BE49-F238E27FC236}">
                <a16:creationId xmlns:a16="http://schemas.microsoft.com/office/drawing/2014/main" id="{F6C4D207-1B88-BDAC-64C9-6CE66B264550}"/>
              </a:ext>
            </a:extLst>
          </p:cNvPr>
          <p:cNvSpPr txBox="1"/>
          <p:nvPr/>
        </p:nvSpPr>
        <p:spPr>
          <a:xfrm rot="27087">
            <a:off x="4454380" y="1366060"/>
            <a:ext cx="3333192" cy="523220"/>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67AF"/>
                </a:solidFill>
                <a:effectLst>
                  <a:outerShdw blurRad="38100" dist="38100" dir="2700000" algn="tl">
                    <a:srgbClr val="000000">
                      <a:alpha val="43137"/>
                    </a:srgbClr>
                  </a:outerShdw>
                </a:effectLst>
                <a:uLnTx/>
                <a:uFillTx/>
                <a:latin typeface="Assistant" pitchFamily="2" charset="-79"/>
                <a:ea typeface="+mn-ea"/>
                <a:cs typeface="Assistant" pitchFamily="2" charset="-79"/>
              </a:rPr>
              <a:t>עוברים לביצוע!</a:t>
            </a:r>
            <a:endParaRPr kumimoji="0" lang="he-IL" sz="2000" b="1" i="0" u="none" strike="noStrike" kern="1200" cap="none" spc="0" normalizeH="0" baseline="0" noProof="0" dirty="0">
              <a:ln>
                <a:noFill/>
              </a:ln>
              <a:solidFill>
                <a:srgbClr val="0067AF"/>
              </a:solidFill>
              <a:effectLst>
                <a:outerShdw blurRad="38100" dist="38100" dir="2700000" algn="tl">
                  <a:srgbClr val="000000">
                    <a:alpha val="43137"/>
                  </a:srgbClr>
                </a:outerShdw>
              </a:effectLst>
              <a:uLnTx/>
              <a:uFillTx/>
              <a:latin typeface="Calibri"/>
              <a:ea typeface="+mn-ea"/>
              <a:cs typeface="Calibri"/>
            </a:endParaRPr>
          </a:p>
        </p:txBody>
      </p:sp>
      <p:grpSp>
        <p:nvGrpSpPr>
          <p:cNvPr id="14" name="קבוצה 13">
            <a:extLst>
              <a:ext uri="{FF2B5EF4-FFF2-40B4-BE49-F238E27FC236}">
                <a16:creationId xmlns:a16="http://schemas.microsoft.com/office/drawing/2014/main" id="{758A6AA7-810D-637C-C018-EB341DA242AB}"/>
              </a:ext>
            </a:extLst>
          </p:cNvPr>
          <p:cNvGrpSpPr/>
          <p:nvPr/>
        </p:nvGrpSpPr>
        <p:grpSpPr>
          <a:xfrm>
            <a:off x="658801" y="2833936"/>
            <a:ext cx="10475207" cy="4255354"/>
            <a:chOff x="503755" y="2846364"/>
            <a:chExt cx="10747810" cy="4255354"/>
          </a:xfrm>
        </p:grpSpPr>
        <p:sp>
          <p:nvSpPr>
            <p:cNvPr id="20" name="Rectangle 25">
              <a:extLst>
                <a:ext uri="{FF2B5EF4-FFF2-40B4-BE49-F238E27FC236}">
                  <a16:creationId xmlns:a16="http://schemas.microsoft.com/office/drawing/2014/main" id="{23957255-C734-B1DC-B8CE-ED1EB68F2188}"/>
                </a:ext>
              </a:extLst>
            </p:cNvPr>
            <p:cNvSpPr>
              <a:spLocks/>
            </p:cNvSpPr>
            <p:nvPr/>
          </p:nvSpPr>
          <p:spPr>
            <a:xfrm>
              <a:off x="6538821" y="2860056"/>
              <a:ext cx="4712744" cy="3520685"/>
            </a:xfrm>
            <a:prstGeom prst="rect">
              <a:avLst/>
            </a:prstGeom>
            <a:solidFill>
              <a:srgbClr val="0067AF">
                <a:alpha val="82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TextBox 14">
              <a:extLst>
                <a:ext uri="{FF2B5EF4-FFF2-40B4-BE49-F238E27FC236}">
                  <a16:creationId xmlns:a16="http://schemas.microsoft.com/office/drawing/2014/main" id="{E33BAC8C-DACE-CB59-909F-7252E78B016F}"/>
                </a:ext>
              </a:extLst>
            </p:cNvPr>
            <p:cNvSpPr txBox="1">
              <a:spLocks/>
            </p:cNvSpPr>
            <p:nvPr/>
          </p:nvSpPr>
          <p:spPr>
            <a:xfrm>
              <a:off x="6299886" y="2960969"/>
              <a:ext cx="4443274" cy="4140749"/>
            </a:xfrm>
            <a:prstGeom prst="rect">
              <a:avLst/>
            </a:prstGeom>
            <a:noFill/>
          </p:spPr>
          <p:txBody>
            <a:bodyPr wrap="square" anchor="b">
              <a:spAutoFit/>
            </a:bodyPr>
            <a:lstStyle/>
            <a:p>
              <a:pPr marL="0" marR="0" lvl="0" indent="0" algn="r" defTabSz="914400" rtl="1" eaLnBrk="1" fontAlgn="auto" latinLnBrk="0" hangingPunct="1">
                <a:lnSpc>
                  <a:spcPct val="100000"/>
                </a:lnSpc>
                <a:spcBef>
                  <a:spcPts val="0"/>
                </a:spcBef>
                <a:spcAft>
                  <a:spcPts val="800"/>
                </a:spcAft>
                <a:buClrTx/>
                <a:buSzTx/>
                <a:buFontTx/>
                <a:buNone/>
                <a:tabLst/>
                <a:defRPr/>
              </a:pP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המלצות ועדה בין משרדית </a:t>
              </a: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וחוק ההסדרים</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1" i="0" u="none" strike="noStrike" kern="100" cap="none" spc="0" normalizeH="0" baseline="0" noProof="0" dirty="0">
                  <a:ln>
                    <a:noFill/>
                  </a:ln>
                  <a:solidFill>
                    <a:prstClr val="white"/>
                  </a:solidFill>
                  <a:effectLst/>
                  <a:uLnTx/>
                  <a:uFillTx/>
                  <a:latin typeface="Assistant" pitchFamily="2" charset="-79"/>
                  <a:ea typeface="+mn-ea"/>
                  <a:cs typeface="Assistant" pitchFamily="2" charset="-79"/>
                </a:rPr>
                <a:t>מחקר שטח </a:t>
              </a:r>
              <a:r>
                <a:rPr kumimoji="0" lang="he-IL" sz="1800" b="0" i="0" u="none" strike="noStrike" kern="100" cap="none" spc="0" normalizeH="0" baseline="0" noProof="0" dirty="0">
                  <a:ln>
                    <a:noFill/>
                  </a:ln>
                  <a:solidFill>
                    <a:prstClr val="white"/>
                  </a:solidFill>
                  <a:effectLst/>
                  <a:uLnTx/>
                  <a:uFillTx/>
                  <a:latin typeface="Assistant" pitchFamily="2" charset="-79"/>
                  <a:ea typeface="+mn-ea"/>
                  <a:cs typeface="Assistant" pitchFamily="2" charset="-79"/>
                </a:rPr>
                <a:t>עם נותני ומקבלי השירותים</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גובש ותוקף </a:t>
              </a: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מודל הפעלה משותף </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מודל עדכניות המידע </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ובחינת פלטפורמות</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 </a:t>
              </a: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הפעלת פרה פיילוט </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ולמידה מהשטח</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 </a:t>
              </a: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גיבוש מודל תמריצים</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 לאזרח הוותיק ולספקים</a:t>
              </a:r>
              <a:endPar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endParaRP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גיבוש מדדי תוצאה </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למדידת השינוי הרצוי</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חילוץ תובנות </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מפרה </a:t>
              </a:r>
              <a:r>
                <a:rPr kumimoji="0" lang="he-IL" sz="1800" b="0" i="0" u="none" strike="noStrike" kern="100" cap="none" spc="0" normalizeH="0" baseline="0" noProof="0" dirty="0" err="1">
                  <a:ln>
                    <a:noFill/>
                  </a:ln>
                  <a:solidFill>
                    <a:prstClr val="white"/>
                  </a:solidFill>
                  <a:effectLst/>
                  <a:uLnTx/>
                  <a:uFillTx/>
                  <a:latin typeface="Assistant" pitchFamily="2" charset="-79"/>
                  <a:ea typeface="Aptos" panose="020B0004020202020204" pitchFamily="34" charset="0"/>
                  <a:cs typeface="Assistant" pitchFamily="2" charset="-79"/>
                </a:rPr>
                <a:t>הפיילוטים</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 ודיוק המודל </a:t>
              </a:r>
            </a:p>
            <a:p>
              <a:pPr marL="0" marR="0" lvl="0" indent="0" algn="r" defTabSz="914400" rtl="1" eaLnBrk="1" fontAlgn="auto" latinLnBrk="0" hangingPunct="1">
                <a:lnSpc>
                  <a:spcPct val="115000"/>
                </a:lnSpc>
                <a:spcBef>
                  <a:spcPts val="0"/>
                </a:spcBef>
                <a:spcAft>
                  <a:spcPts val="800"/>
                </a:spcAft>
                <a:buClrTx/>
                <a:buSzTx/>
                <a:buFontTx/>
                <a:buNone/>
                <a:tabLst/>
                <a:defRPr/>
              </a:pPr>
              <a:endPar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endParaRPr>
            </a:p>
            <a:p>
              <a:pPr marL="0" marR="0" lvl="0" indent="0" algn="r" defTabSz="914400" rtl="1" eaLnBrk="1" fontAlgn="auto" latinLnBrk="0" hangingPunct="1">
                <a:lnSpc>
                  <a:spcPct val="115000"/>
                </a:lnSpc>
                <a:spcBef>
                  <a:spcPts val="0"/>
                </a:spcBef>
                <a:spcAft>
                  <a:spcPts val="800"/>
                </a:spcAft>
                <a:buClrTx/>
                <a:buSzTx/>
                <a:buFontTx/>
                <a:buNone/>
                <a:tabLst/>
                <a:defRPr/>
              </a:pPr>
              <a:endParaRPr kumimoji="0" lang="en-US"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endParaRPr>
            </a:p>
          </p:txBody>
        </p:sp>
        <p:pic>
          <p:nvPicPr>
            <p:cNvPr id="30" name="גרפיקה 29" descr="סימן ביקורת עם מילוי מלא">
              <a:extLst>
                <a:ext uri="{FF2B5EF4-FFF2-40B4-BE49-F238E27FC236}">
                  <a16:creationId xmlns:a16="http://schemas.microsoft.com/office/drawing/2014/main" id="{E6DD6181-ABDE-714B-26A5-8F39CF57EE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9411" y="2966726"/>
              <a:ext cx="360000" cy="360000"/>
            </a:xfrm>
            <a:prstGeom prst="rect">
              <a:avLst/>
            </a:prstGeom>
            <a:effectLst>
              <a:glow rad="25400">
                <a:schemeClr val="bg1">
                  <a:alpha val="60000"/>
                </a:schemeClr>
              </a:glow>
            </a:effectLst>
          </p:spPr>
        </p:pic>
        <p:pic>
          <p:nvPicPr>
            <p:cNvPr id="32" name="גרפיקה 31" descr="סימן ביקורת עם מילוי מלא">
              <a:extLst>
                <a:ext uri="{FF2B5EF4-FFF2-40B4-BE49-F238E27FC236}">
                  <a16:creationId xmlns:a16="http://schemas.microsoft.com/office/drawing/2014/main" id="{E03C00E9-771E-2162-8CEF-586CA708E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3161" y="3395573"/>
              <a:ext cx="360000" cy="360000"/>
            </a:xfrm>
            <a:prstGeom prst="rect">
              <a:avLst/>
            </a:prstGeom>
            <a:effectLst>
              <a:glow rad="25400">
                <a:schemeClr val="bg1">
                  <a:alpha val="60000"/>
                </a:schemeClr>
              </a:glow>
            </a:effectLst>
          </p:spPr>
        </p:pic>
        <p:pic>
          <p:nvPicPr>
            <p:cNvPr id="33" name="גרפיקה 32" descr="סימן ביקורת עם מילוי מלא">
              <a:extLst>
                <a:ext uri="{FF2B5EF4-FFF2-40B4-BE49-F238E27FC236}">
                  <a16:creationId xmlns:a16="http://schemas.microsoft.com/office/drawing/2014/main" id="{1A145551-AAC7-B7A3-F64C-588A98187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3161" y="3787757"/>
              <a:ext cx="360000" cy="360000"/>
            </a:xfrm>
            <a:prstGeom prst="rect">
              <a:avLst/>
            </a:prstGeom>
            <a:effectLst>
              <a:glow rad="25400">
                <a:schemeClr val="bg1">
                  <a:alpha val="60000"/>
                </a:schemeClr>
              </a:glow>
            </a:effectLst>
          </p:spPr>
        </p:pic>
        <p:pic>
          <p:nvPicPr>
            <p:cNvPr id="34" name="גרפיקה 33" descr="סימן ביקורת עם מילוי מלא">
              <a:extLst>
                <a:ext uri="{FF2B5EF4-FFF2-40B4-BE49-F238E27FC236}">
                  <a16:creationId xmlns:a16="http://schemas.microsoft.com/office/drawing/2014/main" id="{BA69D815-ED11-33EE-E0B8-A046D99C4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60932" y="4223811"/>
              <a:ext cx="360000" cy="360000"/>
            </a:xfrm>
            <a:prstGeom prst="rect">
              <a:avLst/>
            </a:prstGeom>
            <a:effectLst>
              <a:glow rad="25400">
                <a:schemeClr val="bg1">
                  <a:alpha val="60000"/>
                </a:schemeClr>
              </a:glow>
            </a:effectLst>
          </p:spPr>
        </p:pic>
        <p:cxnSp>
          <p:nvCxnSpPr>
            <p:cNvPr id="35" name="Straight Connector 28">
              <a:extLst>
                <a:ext uri="{FF2B5EF4-FFF2-40B4-BE49-F238E27FC236}">
                  <a16:creationId xmlns:a16="http://schemas.microsoft.com/office/drawing/2014/main" id="{326853E8-A405-5CA9-69E0-98ECF044A696}"/>
                </a:ext>
              </a:extLst>
            </p:cNvPr>
            <p:cNvCxnSpPr>
              <a:cxnSpLocks/>
            </p:cNvCxnSpPr>
            <p:nvPr/>
          </p:nvCxnSpPr>
          <p:spPr>
            <a:xfrm>
              <a:off x="6603907" y="3377051"/>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36" name="Straight Connector 28">
              <a:extLst>
                <a:ext uri="{FF2B5EF4-FFF2-40B4-BE49-F238E27FC236}">
                  <a16:creationId xmlns:a16="http://schemas.microsoft.com/office/drawing/2014/main" id="{A87D55BC-114F-FAA6-D282-C8BAB09A7083}"/>
                </a:ext>
              </a:extLst>
            </p:cNvPr>
            <p:cNvCxnSpPr>
              <a:cxnSpLocks/>
            </p:cNvCxnSpPr>
            <p:nvPr/>
          </p:nvCxnSpPr>
          <p:spPr>
            <a:xfrm>
              <a:off x="6596406" y="3758066"/>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37" name="Straight Connector 28">
              <a:extLst>
                <a:ext uri="{FF2B5EF4-FFF2-40B4-BE49-F238E27FC236}">
                  <a16:creationId xmlns:a16="http://schemas.microsoft.com/office/drawing/2014/main" id="{0B492079-7136-C990-176B-F30343079538}"/>
                </a:ext>
              </a:extLst>
            </p:cNvPr>
            <p:cNvCxnSpPr>
              <a:cxnSpLocks/>
            </p:cNvCxnSpPr>
            <p:nvPr/>
          </p:nvCxnSpPr>
          <p:spPr>
            <a:xfrm>
              <a:off x="6613800" y="4192733"/>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sp>
          <p:nvSpPr>
            <p:cNvPr id="38" name="Rectangle 25">
              <a:extLst>
                <a:ext uri="{FF2B5EF4-FFF2-40B4-BE49-F238E27FC236}">
                  <a16:creationId xmlns:a16="http://schemas.microsoft.com/office/drawing/2014/main" id="{805EF265-A0AB-9921-5AA3-C53FE0977383}"/>
                </a:ext>
              </a:extLst>
            </p:cNvPr>
            <p:cNvSpPr>
              <a:spLocks/>
            </p:cNvSpPr>
            <p:nvPr/>
          </p:nvSpPr>
          <p:spPr>
            <a:xfrm>
              <a:off x="895979" y="2846364"/>
              <a:ext cx="4712744" cy="1346369"/>
            </a:xfrm>
            <a:prstGeom prst="rect">
              <a:avLst/>
            </a:prstGeom>
            <a:solidFill>
              <a:srgbClr val="0067AF">
                <a:alpha val="82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9" name="TextBox 14">
              <a:extLst>
                <a:ext uri="{FF2B5EF4-FFF2-40B4-BE49-F238E27FC236}">
                  <a16:creationId xmlns:a16="http://schemas.microsoft.com/office/drawing/2014/main" id="{C2D5D2BF-4F7E-AF12-8073-3C91C0E35E88}"/>
                </a:ext>
              </a:extLst>
            </p:cNvPr>
            <p:cNvSpPr txBox="1"/>
            <p:nvPr/>
          </p:nvSpPr>
          <p:spPr>
            <a:xfrm>
              <a:off x="503755" y="2916412"/>
              <a:ext cx="4657129" cy="813171"/>
            </a:xfrm>
            <a:prstGeom prst="rect">
              <a:avLst/>
            </a:prstGeom>
            <a:noFill/>
          </p:spPr>
          <p:txBody>
            <a:bodyPr wrap="square" anchor="b">
              <a:spAutoFit/>
            </a:bodyPr>
            <a:lstStyle/>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פיתוח פלטפורמה </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דיגיטלית תומכת</a:t>
              </a:r>
            </a:p>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הכנסת </a:t>
              </a:r>
              <a:r>
                <a:rPr kumimoji="0" lang="he-IL" sz="1800" b="0" i="0" u="none" strike="noStrike" kern="100" cap="none" spc="0" normalizeH="0" baseline="0" noProof="0" dirty="0">
                  <a:ln>
                    <a:noFill/>
                  </a:ln>
                  <a:solidFill>
                    <a:prstClr val="white"/>
                  </a:solidFill>
                  <a:effectLst/>
                  <a:uLnTx/>
                  <a:uFillTx/>
                  <a:latin typeface="Assistant" pitchFamily="2" charset="-79"/>
                  <a:ea typeface="+mn-ea"/>
                  <a:cs typeface="Assistant" pitchFamily="2" charset="-79"/>
                </a:rPr>
                <a:t>השירות המותאם כפיילוט </a:t>
              </a: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ללוח ח'-2</a:t>
              </a:r>
              <a:endParaRPr kumimoji="0" lang="he-IL" sz="1800" b="1" i="0" u="none" strike="noStrike" kern="100" cap="none" spc="0" normalizeH="0" baseline="0" noProof="0" dirty="0">
                <a:ln>
                  <a:noFill/>
                </a:ln>
                <a:solidFill>
                  <a:srgbClr val="FF0000"/>
                </a:solidFill>
                <a:effectLst/>
                <a:uLnTx/>
                <a:uFillTx/>
                <a:latin typeface="Assistant" pitchFamily="2" charset="-79"/>
                <a:ea typeface="Aptos" panose="020B0004020202020204" pitchFamily="34" charset="0"/>
                <a:cs typeface="Assistant" pitchFamily="2" charset="-79"/>
              </a:endParaRPr>
            </a:p>
          </p:txBody>
        </p:sp>
        <p:cxnSp>
          <p:nvCxnSpPr>
            <p:cNvPr id="48" name="Straight Connector 28">
              <a:extLst>
                <a:ext uri="{FF2B5EF4-FFF2-40B4-BE49-F238E27FC236}">
                  <a16:creationId xmlns:a16="http://schemas.microsoft.com/office/drawing/2014/main" id="{EED6D260-9D86-9B0B-34A5-803D5D04CB97}"/>
                </a:ext>
              </a:extLst>
            </p:cNvPr>
            <p:cNvCxnSpPr>
              <a:cxnSpLocks/>
            </p:cNvCxnSpPr>
            <p:nvPr/>
          </p:nvCxnSpPr>
          <p:spPr>
            <a:xfrm>
              <a:off x="955958" y="3723577"/>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49" name="Straight Connector 28">
              <a:extLst>
                <a:ext uri="{FF2B5EF4-FFF2-40B4-BE49-F238E27FC236}">
                  <a16:creationId xmlns:a16="http://schemas.microsoft.com/office/drawing/2014/main" id="{AB1DFD5A-6529-4A40-043E-33140BB9E15A}"/>
                </a:ext>
              </a:extLst>
            </p:cNvPr>
            <p:cNvCxnSpPr>
              <a:cxnSpLocks/>
            </p:cNvCxnSpPr>
            <p:nvPr/>
          </p:nvCxnSpPr>
          <p:spPr>
            <a:xfrm>
              <a:off x="955958" y="4152494"/>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52" name="גרפיקה 51" descr="יעד קו מיתאר">
              <a:extLst>
                <a:ext uri="{FF2B5EF4-FFF2-40B4-BE49-F238E27FC236}">
                  <a16:creationId xmlns:a16="http://schemas.microsoft.com/office/drawing/2014/main" id="{E6E6A05E-9E93-472B-DF08-79C49725A7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3382405"/>
              <a:ext cx="360000" cy="360000"/>
            </a:xfrm>
            <a:prstGeom prst="rect">
              <a:avLst/>
            </a:prstGeom>
          </p:spPr>
        </p:pic>
        <p:pic>
          <p:nvPicPr>
            <p:cNvPr id="53" name="גרפיקה 52" descr="יעד קו מיתאר">
              <a:extLst>
                <a:ext uri="{FF2B5EF4-FFF2-40B4-BE49-F238E27FC236}">
                  <a16:creationId xmlns:a16="http://schemas.microsoft.com/office/drawing/2014/main" id="{67F0F8A0-5537-B264-EB3D-2DE02F59BC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3787569"/>
              <a:ext cx="360000" cy="360000"/>
            </a:xfrm>
            <a:prstGeom prst="rect">
              <a:avLst/>
            </a:prstGeom>
          </p:spPr>
        </p:pic>
        <p:pic>
          <p:nvPicPr>
            <p:cNvPr id="54" name="גרפיקה 53" descr="יעד קו מיתאר">
              <a:extLst>
                <a:ext uri="{FF2B5EF4-FFF2-40B4-BE49-F238E27FC236}">
                  <a16:creationId xmlns:a16="http://schemas.microsoft.com/office/drawing/2014/main" id="{4A6504DD-0930-012D-0716-0593121D0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4192733"/>
              <a:ext cx="360000" cy="360000"/>
            </a:xfrm>
            <a:prstGeom prst="rect">
              <a:avLst/>
            </a:prstGeom>
          </p:spPr>
        </p:pic>
        <p:cxnSp>
          <p:nvCxnSpPr>
            <p:cNvPr id="41" name="Straight Connector 28">
              <a:extLst>
                <a:ext uri="{FF2B5EF4-FFF2-40B4-BE49-F238E27FC236}">
                  <a16:creationId xmlns:a16="http://schemas.microsoft.com/office/drawing/2014/main" id="{0B492079-7136-C990-176B-F30343079538}"/>
                </a:ext>
              </a:extLst>
            </p:cNvPr>
            <p:cNvCxnSpPr>
              <a:cxnSpLocks/>
            </p:cNvCxnSpPr>
            <p:nvPr/>
          </p:nvCxnSpPr>
          <p:spPr>
            <a:xfrm>
              <a:off x="6538821" y="4612270"/>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42" name="גרפיקה 33" descr="סימן ביקורת עם מילוי מלא">
              <a:extLst>
                <a:ext uri="{FF2B5EF4-FFF2-40B4-BE49-F238E27FC236}">
                  <a16:creationId xmlns:a16="http://schemas.microsoft.com/office/drawing/2014/main" id="{BA69D815-ED11-33EE-E0B8-A046D99C4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60932" y="4612270"/>
              <a:ext cx="360000" cy="360000"/>
            </a:xfrm>
            <a:prstGeom prst="rect">
              <a:avLst/>
            </a:prstGeom>
            <a:effectLst>
              <a:glow rad="25400">
                <a:schemeClr val="bg1">
                  <a:alpha val="60000"/>
                </a:schemeClr>
              </a:glow>
            </a:effectLst>
          </p:spPr>
        </p:pic>
        <p:pic>
          <p:nvPicPr>
            <p:cNvPr id="43" name="גרפיקה 51" descr="יעד קו מיתאר">
              <a:extLst>
                <a:ext uri="{FF2B5EF4-FFF2-40B4-BE49-F238E27FC236}">
                  <a16:creationId xmlns:a16="http://schemas.microsoft.com/office/drawing/2014/main" id="{E6E6A05E-9E93-472B-DF08-79C49725A7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42897" y="3003406"/>
              <a:ext cx="360000" cy="360000"/>
            </a:xfrm>
            <a:prstGeom prst="rect">
              <a:avLst/>
            </a:prstGeom>
          </p:spPr>
        </p:pic>
        <p:sp>
          <p:nvSpPr>
            <p:cNvPr id="5" name="מלבן 4"/>
            <p:cNvSpPr/>
            <p:nvPr/>
          </p:nvSpPr>
          <p:spPr>
            <a:xfrm>
              <a:off x="1526996" y="3758455"/>
              <a:ext cx="3594041" cy="392030"/>
            </a:xfrm>
            <a:prstGeom prst="rect">
              <a:avLst/>
            </a:prstGeom>
          </p:spPr>
          <p:txBody>
            <a:bodyPr wrap="none">
              <a:spAutoFit/>
            </a:bodyPr>
            <a:lstStyle/>
            <a:p>
              <a:pPr marL="0" marR="0" lvl="0" indent="0" algn="r" defTabSz="914400" rtl="1" eaLnBrk="1" fontAlgn="auto" latinLnBrk="0" hangingPunct="1">
                <a:lnSpc>
                  <a:spcPct val="115000"/>
                </a:lnSpc>
                <a:spcBef>
                  <a:spcPts val="0"/>
                </a:spcBef>
                <a:spcAft>
                  <a:spcPts val="800"/>
                </a:spcAft>
                <a:buClrTx/>
                <a:buSzTx/>
                <a:buFontTx/>
                <a:buNone/>
                <a:tabLst/>
                <a:defRPr/>
              </a:pPr>
              <a:r>
                <a:rPr kumimoji="0" lang="he-IL" sz="1800" b="1"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הרחבת הפיילוטים בשטח </a:t>
              </a:r>
              <a:r>
                <a:rPr kumimoji="0" lang="he-IL" sz="1800" b="0" i="0" u="none" strike="noStrike" kern="100" cap="none" spc="0" normalizeH="0" baseline="0" noProof="0" dirty="0">
                  <a:ln>
                    <a:noFill/>
                  </a:ln>
                  <a:solidFill>
                    <a:prstClr val="white"/>
                  </a:solidFill>
                  <a:effectLst/>
                  <a:uLnTx/>
                  <a:uFillTx/>
                  <a:latin typeface="Assistant" pitchFamily="2" charset="-79"/>
                  <a:ea typeface="Aptos" panose="020B0004020202020204" pitchFamily="34" charset="0"/>
                  <a:cs typeface="Assistant" pitchFamily="2" charset="-79"/>
                </a:rPr>
                <a:t>ומחקר מלווה</a:t>
              </a:r>
              <a:endParaRPr kumimoji="0" lang="he-IL" sz="1800" b="0" i="0" u="none" strike="noStrike" kern="100" cap="none" spc="0" normalizeH="0" baseline="0" noProof="0" dirty="0">
                <a:ln>
                  <a:noFill/>
                </a:ln>
                <a:solidFill>
                  <a:srgbClr val="FF0000"/>
                </a:solidFill>
                <a:effectLst/>
                <a:uLnTx/>
                <a:uFillTx/>
                <a:latin typeface="Assistant" pitchFamily="2" charset="-79"/>
                <a:ea typeface="Aptos" panose="020B0004020202020204" pitchFamily="34" charset="0"/>
                <a:cs typeface="Assistant" pitchFamily="2" charset="-79"/>
              </a:endParaRPr>
            </a:p>
          </p:txBody>
        </p:sp>
      </p:grpSp>
      <p:sp>
        <p:nvSpPr>
          <p:cNvPr id="11" name="כותרת 1">
            <a:extLst>
              <a:ext uri="{FF2B5EF4-FFF2-40B4-BE49-F238E27FC236}">
                <a16:creationId xmlns:a16="http://schemas.microsoft.com/office/drawing/2014/main" id="{1131F795-0716-78F3-2074-17A4B99FFDF2}"/>
              </a:ext>
            </a:extLst>
          </p:cNvPr>
          <p:cNvSpPr txBox="1">
            <a:spLocks/>
          </p:cNvSpPr>
          <p:nvPr/>
        </p:nvSpPr>
        <p:spPr>
          <a:xfrm>
            <a:off x="0" y="91963"/>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j-ea"/>
                <a:cs typeface="Assistant" pitchFamily="2" charset="-79"/>
              </a:rPr>
              <a:t>רפורמת סל אישי להזדקנות מיטבית</a:t>
            </a:r>
          </a:p>
        </p:txBody>
      </p:sp>
      <p:sp>
        <p:nvSpPr>
          <p:cNvPr id="16" name="כותרת 1">
            <a:extLst>
              <a:ext uri="{FF2B5EF4-FFF2-40B4-BE49-F238E27FC236}">
                <a16:creationId xmlns:a16="http://schemas.microsoft.com/office/drawing/2014/main" id="{D7857799-1987-667B-8875-921C3F774254}"/>
              </a:ext>
            </a:extLst>
          </p:cNvPr>
          <p:cNvSpPr txBox="1">
            <a:spLocks/>
          </p:cNvSpPr>
          <p:nvPr/>
        </p:nvSpPr>
        <p:spPr>
          <a:xfrm>
            <a:off x="6540796" y="2274906"/>
            <a:ext cx="4593213" cy="5049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j-ea"/>
                <a:cs typeface="Assistant" pitchFamily="2" charset="-79"/>
              </a:rPr>
              <a:t>מה נעשה עד כה?</a:t>
            </a:r>
          </a:p>
        </p:txBody>
      </p:sp>
      <p:sp>
        <p:nvSpPr>
          <p:cNvPr id="17" name="כותרת 1">
            <a:extLst>
              <a:ext uri="{FF2B5EF4-FFF2-40B4-BE49-F238E27FC236}">
                <a16:creationId xmlns:a16="http://schemas.microsoft.com/office/drawing/2014/main" id="{CC51E3D6-B95C-A304-9BCE-197FE0D9B84C}"/>
              </a:ext>
            </a:extLst>
          </p:cNvPr>
          <p:cNvSpPr txBox="1">
            <a:spLocks/>
          </p:cNvSpPr>
          <p:nvPr/>
        </p:nvSpPr>
        <p:spPr>
          <a:xfrm>
            <a:off x="917847" y="2262123"/>
            <a:ext cx="4593213" cy="5049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j-ea"/>
                <a:cs typeface="Assistant" pitchFamily="2" charset="-79"/>
              </a:rPr>
              <a:t>תוכנית עבודה 2026</a:t>
            </a:r>
          </a:p>
        </p:txBody>
      </p:sp>
      <p:pic>
        <p:nvPicPr>
          <p:cNvPr id="10" name="גרפיקה 33" descr="סימן ביקורת עם מילוי מלא">
            <a:extLst>
              <a:ext uri="{FF2B5EF4-FFF2-40B4-BE49-F238E27FC236}">
                <a16:creationId xmlns:a16="http://schemas.microsoft.com/office/drawing/2014/main" id="{FFF76CAE-2DCF-F5CF-5275-45DF80B6AB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5200" y="4961613"/>
            <a:ext cx="350869" cy="360000"/>
          </a:xfrm>
          <a:prstGeom prst="rect">
            <a:avLst/>
          </a:prstGeom>
          <a:effectLst>
            <a:glow rad="25400">
              <a:schemeClr val="bg1">
                <a:alpha val="60000"/>
              </a:schemeClr>
            </a:glow>
          </a:effectLst>
        </p:spPr>
      </p:pic>
      <p:cxnSp>
        <p:nvCxnSpPr>
          <p:cNvPr id="12" name="Straight Connector 28">
            <a:extLst>
              <a:ext uri="{FF2B5EF4-FFF2-40B4-BE49-F238E27FC236}">
                <a16:creationId xmlns:a16="http://schemas.microsoft.com/office/drawing/2014/main" id="{B034B67A-DBD9-6455-AF56-243BBE5C6AA1}"/>
              </a:ext>
            </a:extLst>
          </p:cNvPr>
          <p:cNvCxnSpPr>
            <a:cxnSpLocks/>
          </p:cNvCxnSpPr>
          <p:nvPr/>
        </p:nvCxnSpPr>
        <p:spPr>
          <a:xfrm>
            <a:off x="6540796" y="5018915"/>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18" name="Picture 14">
            <a:extLst>
              <a:ext uri="{FF2B5EF4-FFF2-40B4-BE49-F238E27FC236}">
                <a16:creationId xmlns:a16="http://schemas.microsoft.com/office/drawing/2014/main" id="{80554526-59C5-AEF8-8F93-DD1AE1DCC1D4}"/>
              </a:ext>
            </a:extLst>
          </p:cNvPr>
          <p:cNvPicPr>
            <a:picLocks noChangeAspect="1"/>
          </p:cNvPicPr>
          <p:nvPr/>
        </p:nvPicPr>
        <p:blipFill>
          <a:blip r:embed="rId7">
            <a:duotone>
              <a:schemeClr val="accent2">
                <a:shade val="45000"/>
                <a:satMod val="135000"/>
              </a:schemeClr>
              <a:prstClr val="white"/>
            </a:duotone>
          </a:blip>
          <a:stretch>
            <a:fillRect/>
          </a:stretch>
        </p:blipFill>
        <p:spPr>
          <a:xfrm>
            <a:off x="5656912" y="3912661"/>
            <a:ext cx="875439" cy="898221"/>
          </a:xfrm>
          <a:prstGeom prst="rect">
            <a:avLst/>
          </a:prstGeom>
        </p:spPr>
      </p:pic>
      <p:pic>
        <p:nvPicPr>
          <p:cNvPr id="19" name="Picture 26">
            <a:extLst>
              <a:ext uri="{FF2B5EF4-FFF2-40B4-BE49-F238E27FC236}">
                <a16:creationId xmlns:a16="http://schemas.microsoft.com/office/drawing/2014/main" id="{EC27FEB3-4B17-311B-EC6B-59D54B044F18}"/>
              </a:ext>
            </a:extLst>
          </p:cNvPr>
          <p:cNvPicPr>
            <a:picLocks noChangeAspect="1"/>
          </p:cNvPicPr>
          <p:nvPr/>
        </p:nvPicPr>
        <p:blipFill>
          <a:blip r:embed="rId8"/>
          <a:stretch>
            <a:fillRect/>
          </a:stretch>
        </p:blipFill>
        <p:spPr>
          <a:xfrm>
            <a:off x="40200" y="6133462"/>
            <a:ext cx="1237201" cy="677516"/>
          </a:xfrm>
          <a:prstGeom prst="rect">
            <a:avLst/>
          </a:prstGeom>
          <a:ln>
            <a:noFill/>
          </a:ln>
        </p:spPr>
      </p:pic>
      <p:grpSp>
        <p:nvGrpSpPr>
          <p:cNvPr id="21" name="Group 1">
            <a:extLst>
              <a:ext uri="{FF2B5EF4-FFF2-40B4-BE49-F238E27FC236}">
                <a16:creationId xmlns:a16="http://schemas.microsoft.com/office/drawing/2014/main" id="{A9566BE7-363E-1672-DDD1-2F748CF1499B}"/>
              </a:ext>
            </a:extLst>
          </p:cNvPr>
          <p:cNvGrpSpPr/>
          <p:nvPr/>
        </p:nvGrpSpPr>
        <p:grpSpPr>
          <a:xfrm>
            <a:off x="279458" y="297788"/>
            <a:ext cx="1523237" cy="323730"/>
            <a:chOff x="304171" y="6108306"/>
            <a:chExt cx="2542153" cy="560355"/>
          </a:xfrm>
        </p:grpSpPr>
        <p:pic>
          <p:nvPicPr>
            <p:cNvPr id="22" name="Picture 3">
              <a:extLst>
                <a:ext uri="{FF2B5EF4-FFF2-40B4-BE49-F238E27FC236}">
                  <a16:creationId xmlns:a16="http://schemas.microsoft.com/office/drawing/2014/main" id="{2B576CC1-17C9-9616-AC15-F4DE177FFB88}"/>
                </a:ext>
              </a:extLst>
            </p:cNvPr>
            <p:cNvPicPr>
              <a:picLocks noChangeAspect="1"/>
            </p:cNvPicPr>
            <p:nvPr/>
          </p:nvPicPr>
          <p:blipFill>
            <a:blip r:embed="rId9"/>
            <a:stretch>
              <a:fillRect/>
            </a:stretch>
          </p:blipFill>
          <p:spPr>
            <a:xfrm>
              <a:off x="304171" y="6490861"/>
              <a:ext cx="1790700" cy="177800"/>
            </a:xfrm>
            <a:prstGeom prst="rect">
              <a:avLst/>
            </a:prstGeom>
          </p:spPr>
        </p:pic>
        <p:pic>
          <p:nvPicPr>
            <p:cNvPr id="24" name="Picture 4">
              <a:extLst>
                <a:ext uri="{FF2B5EF4-FFF2-40B4-BE49-F238E27FC236}">
                  <a16:creationId xmlns:a16="http://schemas.microsoft.com/office/drawing/2014/main" id="{D39DA068-CFE4-E064-D965-EF66098BFAEA}"/>
                </a:ext>
              </a:extLst>
            </p:cNvPr>
            <p:cNvPicPr>
              <a:picLocks noChangeAspect="1"/>
            </p:cNvPicPr>
            <p:nvPr/>
          </p:nvPicPr>
          <p:blipFill>
            <a:blip r:embed="rId10"/>
            <a:stretch>
              <a:fillRect/>
            </a:stretch>
          </p:blipFill>
          <p:spPr>
            <a:xfrm>
              <a:off x="2135124" y="6126849"/>
              <a:ext cx="711200" cy="520700"/>
            </a:xfrm>
            <a:prstGeom prst="rect">
              <a:avLst/>
            </a:prstGeom>
          </p:spPr>
        </p:pic>
        <p:pic>
          <p:nvPicPr>
            <p:cNvPr id="25" name="Picture 5">
              <a:extLst>
                <a:ext uri="{FF2B5EF4-FFF2-40B4-BE49-F238E27FC236}">
                  <a16:creationId xmlns:a16="http://schemas.microsoft.com/office/drawing/2014/main" id="{046E56C8-C9BE-A6DA-BF8D-5DB7E705ECD0}"/>
                </a:ext>
              </a:extLst>
            </p:cNvPr>
            <p:cNvPicPr>
              <a:picLocks noChangeAspect="1"/>
            </p:cNvPicPr>
            <p:nvPr/>
          </p:nvPicPr>
          <p:blipFill>
            <a:blip r:embed="rId11"/>
            <a:stretch>
              <a:fillRect/>
            </a:stretch>
          </p:blipFill>
          <p:spPr>
            <a:xfrm>
              <a:off x="304171" y="6108306"/>
              <a:ext cx="1803400" cy="381000"/>
            </a:xfrm>
            <a:prstGeom prst="rect">
              <a:avLst/>
            </a:prstGeom>
          </p:spPr>
        </p:pic>
      </p:grpSp>
      <p:cxnSp>
        <p:nvCxnSpPr>
          <p:cNvPr id="2" name="Straight Connector 28">
            <a:extLst>
              <a:ext uri="{FF2B5EF4-FFF2-40B4-BE49-F238E27FC236}">
                <a16:creationId xmlns:a16="http://schemas.microsoft.com/office/drawing/2014/main" id="{0CA817F9-10F2-C645-D5B1-A1457B38997E}"/>
              </a:ext>
            </a:extLst>
          </p:cNvPr>
          <p:cNvCxnSpPr>
            <a:cxnSpLocks/>
          </p:cNvCxnSpPr>
          <p:nvPr/>
        </p:nvCxnSpPr>
        <p:spPr>
          <a:xfrm>
            <a:off x="1084352" y="3352706"/>
            <a:ext cx="4041578"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3" name="גרפיקה 33" descr="סימן ביקורת עם מילוי מלא">
            <a:extLst>
              <a:ext uri="{FF2B5EF4-FFF2-40B4-BE49-F238E27FC236}">
                <a16:creationId xmlns:a16="http://schemas.microsoft.com/office/drawing/2014/main" id="{D7AC0E49-653B-E637-D064-383974DCB8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5451" y="5412070"/>
            <a:ext cx="350869" cy="360000"/>
          </a:xfrm>
          <a:prstGeom prst="rect">
            <a:avLst/>
          </a:prstGeom>
          <a:effectLst>
            <a:glow rad="25400">
              <a:schemeClr val="bg1">
                <a:alpha val="60000"/>
              </a:schemeClr>
            </a:glow>
          </a:effectLst>
        </p:spPr>
      </p:pic>
      <p:pic>
        <p:nvPicPr>
          <p:cNvPr id="7" name="גרפיקה 33" descr="סימן ביקורת עם מילוי מלא">
            <a:extLst>
              <a:ext uri="{FF2B5EF4-FFF2-40B4-BE49-F238E27FC236}">
                <a16:creationId xmlns:a16="http://schemas.microsoft.com/office/drawing/2014/main" id="{F7888FE1-B250-3D03-0CBC-ECFCADBE5A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7335" y="5811197"/>
            <a:ext cx="350869" cy="360000"/>
          </a:xfrm>
          <a:prstGeom prst="rect">
            <a:avLst/>
          </a:prstGeom>
          <a:effectLst>
            <a:glow rad="25400">
              <a:schemeClr val="bg1">
                <a:alpha val="60000"/>
              </a:schemeClr>
            </a:glow>
          </a:effectLst>
        </p:spPr>
      </p:pic>
      <p:cxnSp>
        <p:nvCxnSpPr>
          <p:cNvPr id="8" name="Straight Connector 28">
            <a:extLst>
              <a:ext uri="{FF2B5EF4-FFF2-40B4-BE49-F238E27FC236}">
                <a16:creationId xmlns:a16="http://schemas.microsoft.com/office/drawing/2014/main" id="{37714D57-51B1-FA97-A064-29B14C90F35F}"/>
              </a:ext>
            </a:extLst>
          </p:cNvPr>
          <p:cNvCxnSpPr>
            <a:cxnSpLocks/>
          </p:cNvCxnSpPr>
          <p:nvPr/>
        </p:nvCxnSpPr>
        <p:spPr>
          <a:xfrm>
            <a:off x="6604230" y="5443154"/>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28">
            <a:extLst>
              <a:ext uri="{FF2B5EF4-FFF2-40B4-BE49-F238E27FC236}">
                <a16:creationId xmlns:a16="http://schemas.microsoft.com/office/drawing/2014/main" id="{9CE4D5D6-5462-F2B3-E9E6-A162F7746058}"/>
              </a:ext>
            </a:extLst>
          </p:cNvPr>
          <p:cNvCxnSpPr>
            <a:cxnSpLocks/>
          </p:cNvCxnSpPr>
          <p:nvPr/>
        </p:nvCxnSpPr>
        <p:spPr>
          <a:xfrm>
            <a:off x="6596919" y="5841981"/>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534641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3403" y="173542"/>
            <a:ext cx="1068977" cy="99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58ECFF13-AD49-4A84-A314-DDA8ACF884F2}"/>
              </a:ext>
            </a:extLst>
          </p:cNvPr>
          <p:cNvSpPr txBox="1"/>
          <p:nvPr/>
        </p:nvSpPr>
        <p:spPr>
          <a:xfrm>
            <a:off x="4926609" y="466298"/>
            <a:ext cx="7011988"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altLang="ko-KR" sz="5000" b="1" i="0" u="none" strike="noStrike" kern="1200" cap="none" spc="0" normalizeH="0" baseline="0" noProof="0" dirty="0">
                <a:ln>
                  <a:noFill/>
                </a:ln>
                <a:solidFill>
                  <a:srgbClr val="1F497D">
                    <a:lumMod val="75000"/>
                  </a:srgbClr>
                </a:solidFill>
                <a:effectLst/>
                <a:uLnTx/>
                <a:uFillTx/>
                <a:latin typeface="Calibri Light" panose="020F0302020204030204" pitchFamily="34" charset="0"/>
                <a:cs typeface="Calibri Light" panose="020F0302020204030204" pitchFamily="34" charset="0"/>
              </a:rPr>
              <a:t>משהו נוסף? : </a:t>
            </a:r>
            <a:endParaRPr kumimoji="0" lang="en-US" altLang="ko-KR" sz="2000" b="1" i="0" u="none" strike="noStrike" kern="1200" cap="none" spc="0" normalizeH="0" baseline="0" noProof="0" dirty="0">
              <a:ln>
                <a:noFill/>
              </a:ln>
              <a:solidFill>
                <a:srgbClr val="1F497D">
                  <a:lumMod val="75000"/>
                </a:srgbClr>
              </a:solidFill>
              <a:effectLst/>
              <a:uLnTx/>
              <a:uFillTx/>
              <a:latin typeface="Calibri Light" panose="020F0302020204030204" pitchFamily="34" charset="0"/>
              <a:cs typeface="Calibri Light" panose="020F0302020204030204" pitchFamily="34" charset="0"/>
            </a:endParaRPr>
          </a:p>
        </p:txBody>
      </p:sp>
      <p:sp>
        <p:nvSpPr>
          <p:cNvPr id="9" name="תיבת טקסט 8">
            <a:extLst>
              <a:ext uri="{FF2B5EF4-FFF2-40B4-BE49-F238E27FC236}">
                <a16:creationId xmlns:a16="http://schemas.microsoft.com/office/drawing/2014/main" id="{EB038392-E931-495A-8732-2AE274BB58AB}"/>
              </a:ext>
            </a:extLst>
          </p:cNvPr>
          <p:cNvSpPr txBox="1"/>
          <p:nvPr/>
        </p:nvSpPr>
        <p:spPr>
          <a:xfrm>
            <a:off x="5580917" y="5494710"/>
            <a:ext cx="6097464" cy="369332"/>
          </a:xfrm>
          <a:prstGeom prst="rect">
            <a:avLst/>
          </a:prstGeom>
          <a:noFill/>
        </p:spPr>
        <p:txBody>
          <a:bodyPr wrap="square">
            <a:spAutoFit/>
          </a:bodyPr>
          <a:lstStyle/>
          <a:p>
            <a:endParaRPr lang="he-IL" dirty="0"/>
          </a:p>
        </p:txBody>
      </p:sp>
    </p:spTree>
    <p:extLst>
      <p:ext uri="{BB962C8B-B14F-4D97-AF65-F5344CB8AC3E}">
        <p14:creationId xmlns:p14="http://schemas.microsoft.com/office/powerpoint/2010/main" val="644826112"/>
      </p:ext>
    </p:extLst>
  </p:cSld>
  <p:clrMapOvr>
    <a:masterClrMapping/>
  </p:clrMapOvr>
</p:sld>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ontents Slide Master">
  <a:themeElements>
    <a:clrScheme name="ALLPPT-COLOR-A38">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ategory xmlns="fc9c7316-70dc-41b1-be90-b83a683613a8">הכנות לוועדת כספים</Category>
    <DocType xmlns="fc9c7316-70dc-41b1-be90-b83a683613a8">מצגת מנהלים</DocType>
    <CreateDate xmlns="fc9c7316-70dc-41b1-be90-b83a683613a8">2021-01-31T22:00:00+00:00</CreateDat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מסמך" ma:contentTypeID="0x0101000F794036D637624695D4F394464B1333" ma:contentTypeVersion="6" ma:contentTypeDescription="צור מסמך חדש." ma:contentTypeScope="" ma:versionID="62ddaf277b3150be1848b4e51982bae5">
  <xsd:schema xmlns:xsd="http://www.w3.org/2001/XMLSchema" xmlns:xs="http://www.w3.org/2001/XMLSchema" xmlns:p="http://schemas.microsoft.com/office/2006/metadata/properties" xmlns:ns2="fc9c7316-70dc-41b1-be90-b83a683613a8" targetNamespace="http://schemas.microsoft.com/office/2006/metadata/properties" ma:root="true" ma:fieldsID="9c432a9172ccf66a1ba591cdf0acb9bf" ns2:_="">
    <xsd:import namespace="fc9c7316-70dc-41b1-be90-b83a683613a8"/>
    <xsd:element name="properties">
      <xsd:complexType>
        <xsd:sequence>
          <xsd:element name="documentManagement">
            <xsd:complexType>
              <xsd:all>
                <xsd:element ref="ns2:Category" minOccurs="0"/>
                <xsd:element ref="ns2:DocType" minOccurs="0"/>
                <xsd:element ref="ns2:Create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9c7316-70dc-41b1-be90-b83a683613a8" elementFormDefault="qualified">
    <xsd:import namespace="http://schemas.microsoft.com/office/2006/documentManagement/types"/>
    <xsd:import namespace="http://schemas.microsoft.com/office/infopath/2007/PartnerControls"/>
    <xsd:element name="Category" ma:index="8" nillable="true" ma:displayName="קטגוריה" ma:default="תהליכי עבודה ומדדים" ma:format="Dropdown" ma:internalName="Category">
      <xsd:simpleType>
        <xsd:restriction base="dms:Choice">
          <xsd:enumeration value="דיוני סטטוס"/>
          <xsd:enumeration value="הנחיות ונהלים"/>
          <xsd:enumeration value="פריסת סניפים"/>
          <xsd:enumeration value="תהליכי עבודה ומדדים"/>
          <xsd:enumeration value="הכנות לוועדת כספים"/>
        </xsd:restriction>
      </xsd:simpleType>
    </xsd:element>
    <xsd:element name="DocType" ma:index="10" nillable="true" ma:displayName="סוג מסמך" ma:default="סיכום דיון" ma:format="Dropdown" ma:internalName="DocType">
      <xsd:simpleType>
        <xsd:restriction base="dms:Choice">
          <xsd:enumeration value="סיכום דיון"/>
          <xsd:enumeration value="מצגת מנהלים"/>
          <xsd:enumeration value="תכנון"/>
          <xsd:enumeration value="נוהל"/>
        </xsd:restriction>
      </xsd:simpleType>
    </xsd:element>
    <xsd:element name="CreateDate" ma:index="11" nillable="true" ma:displayName="ת.יצירה" ma:format="DateOnly" ma:internalName="CreateDat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ma:index="9" ma:displayName="נושא"/>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 ds:uri="http://schemas.microsoft.com/office/2006/metadata/properties"/>
    <ds:schemaRef ds:uri="http://schemas.microsoft.com/office/infopath/2007/PartnerControls"/>
    <ds:schemaRef ds:uri="fc9c7316-70dc-41b1-be90-b83a683613a8"/>
    <ds:schemaRef ds:uri="http://purl.org/dc/terms/"/>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6A626ACF-A7EB-4808-B546-8D3165AAE6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9c7316-70dc-41b1-be90-b83a683613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41</TotalTime>
  <Words>1061</Words>
  <Application>Microsoft Office PowerPoint</Application>
  <PresentationFormat>מסך רחב</PresentationFormat>
  <Paragraphs>175</Paragraphs>
  <Slides>21</Slides>
  <Notes>12</Notes>
  <HiddenSlides>0</HiddenSlides>
  <MMClips>0</MMClips>
  <ScaleCrop>false</ScaleCrop>
  <HeadingPairs>
    <vt:vector size="6" baseType="variant">
      <vt:variant>
        <vt:lpstr>גופנים בשימוש</vt:lpstr>
      </vt:variant>
      <vt:variant>
        <vt:i4>14</vt:i4>
      </vt:variant>
      <vt:variant>
        <vt:lpstr>ערכת נושא</vt:lpstr>
      </vt:variant>
      <vt:variant>
        <vt:i4>6</vt:i4>
      </vt:variant>
      <vt:variant>
        <vt:lpstr>כותרות שקופיות</vt:lpstr>
      </vt:variant>
      <vt:variant>
        <vt:i4>21</vt:i4>
      </vt:variant>
    </vt:vector>
  </HeadingPairs>
  <TitlesOfParts>
    <vt:vector size="41" baseType="lpstr">
      <vt:lpstr>Aharoni</vt:lpstr>
      <vt:lpstr>Arial</vt:lpstr>
      <vt:lpstr>Assistant</vt:lpstr>
      <vt:lpstr>Assistant ExtraBold</vt:lpstr>
      <vt:lpstr>Calibri</vt:lpstr>
      <vt:lpstr>Calibri Light</vt:lpstr>
      <vt:lpstr>Courier New</vt:lpstr>
      <vt:lpstr>Heebo</vt:lpstr>
      <vt:lpstr>Heebo Black</vt:lpstr>
      <vt:lpstr>Open Sans</vt:lpstr>
      <vt:lpstr>Roboto Slab</vt:lpstr>
      <vt:lpstr>Rubik</vt:lpstr>
      <vt:lpstr>Tahoma</vt:lpstr>
      <vt:lpstr>Wingdings</vt:lpstr>
      <vt:lpstr>1_ערכת נושא Office</vt:lpstr>
      <vt:lpstr>2_Contents Slide Master</vt:lpstr>
      <vt:lpstr>3_Office Theme</vt:lpstr>
      <vt:lpstr>Office Theme</vt:lpstr>
      <vt:lpstr>3_ערכת נושא Office</vt:lpstr>
      <vt:lpstr>1_Office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עקרונות מנחים בפיתוח שירותים: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ועדת הכספים - גלופת מצגת</dc:title>
  <dc:subject>ועדת הכספים - גלופת מצגת</dc:subject>
  <dc:creator>btl</dc:creator>
  <cp:lastModifiedBy>אביעד יצחקי</cp:lastModifiedBy>
  <cp:revision>2</cp:revision>
  <dcterms:created xsi:type="dcterms:W3CDTF">2021-01-31T04:49:04Z</dcterms:created>
  <dcterms:modified xsi:type="dcterms:W3CDTF">2025-11-19T07:29:57Z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0x0101000F794036D637624695D4F394464B1333</vt:lpwstr>
  </property>
  <property fmtid="{D5CDD505-2E9C-101B-9397-08002B2CF9AE}" pid="3" name="_NewReviewCycle">
    <vt:lpwstr/>
  </property>
  <property fmtid="{D5CDD505-2E9C-101B-9397-08002B2CF9AE}" pid="4" name="_AdHocReviewCycleID">
    <vt:i4>1729425149</vt:i4>
  </property>
  <property fmtid="{D5CDD505-2E9C-101B-9397-08002B2CF9AE}" pid="5" name="_PreviousAdHocReviewCycleID">
    <vt:i4>-1260788615</vt:i4>
  </property>
</Properties>
</file>