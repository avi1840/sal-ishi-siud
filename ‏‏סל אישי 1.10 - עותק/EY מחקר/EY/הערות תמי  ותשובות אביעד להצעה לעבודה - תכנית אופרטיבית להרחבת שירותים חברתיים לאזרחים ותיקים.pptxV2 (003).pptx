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5.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93" r:id="rId6"/>
    <p:sldMasterId id="2147483709" r:id="rId7"/>
    <p:sldMasterId id="2147483724" r:id="rId8"/>
    <p:sldMasterId id="2147483744" r:id="rId9"/>
  </p:sldMasterIdLst>
  <p:notesMasterIdLst>
    <p:notesMasterId r:id="rId20"/>
  </p:notesMasterIdLst>
  <p:sldIdLst>
    <p:sldId id="638" r:id="rId10"/>
    <p:sldId id="2147470774" r:id="rId11"/>
    <p:sldId id="2142532517" r:id="rId12"/>
    <p:sldId id="2147470772" r:id="rId13"/>
    <p:sldId id="2147470775" r:id="rId14"/>
    <p:sldId id="2147470777" r:id="rId15"/>
    <p:sldId id="2147470779" r:id="rId16"/>
    <p:sldId id="2147470778" r:id="rId17"/>
    <p:sldId id="2147470773" r:id="rId18"/>
    <p:sldId id="2147470771" r:id="rId19"/>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תמי דיסקין" initials="תד" lastIdx="10" clrIdx="0">
    <p:extLst>
      <p:ext uri="{19B8F6BF-5375-455C-9EA6-DF929625EA0E}">
        <p15:presenceInfo xmlns:p15="http://schemas.microsoft.com/office/powerpoint/2012/main" userId="S-1-5-21-641946731-1502829466-943750798-38727" providerId="AD"/>
      </p:ext>
    </p:extLst>
  </p:cmAuthor>
  <p:cmAuthor id="2" name="אביעד יצחקי" initials="אי" lastIdx="7" clrIdx="1">
    <p:extLst>
      <p:ext uri="{19B8F6BF-5375-455C-9EA6-DF929625EA0E}">
        <p15:presenceInfo xmlns:p15="http://schemas.microsoft.com/office/powerpoint/2012/main" userId="S-1-5-21-641946731-1502829466-943750798-705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6F1F1"/>
    <a:srgbClr val="D1D3EB"/>
    <a:srgbClr val="EAEAF5"/>
    <a:srgbClr val="1012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06" autoAdjust="0"/>
    <p:restoredTop sz="94660"/>
  </p:normalViewPr>
  <p:slideViewPr>
    <p:cSldViewPr snapToGrid="0">
      <p:cViewPr varScale="1">
        <p:scale>
          <a:sx n="78" d="100"/>
          <a:sy n="78" d="100"/>
        </p:scale>
        <p:origin x="108" y="6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viewProps" Target="viewProps.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elet Dayan" userId="53454eb9-7f8b-4ddb-af19-fd1cdaf752d4" providerId="ADAL" clId="{CF7D4A63-2F18-4A04-BEAF-51B44E512758}"/>
    <pc:docChg chg="modSld">
      <pc:chgData name="Ayelet Dayan" userId="53454eb9-7f8b-4ddb-af19-fd1cdaf752d4" providerId="ADAL" clId="{CF7D4A63-2F18-4A04-BEAF-51B44E512758}" dt="2023-05-08T06:29:20.828" v="115" actId="1076"/>
      <pc:docMkLst>
        <pc:docMk/>
      </pc:docMkLst>
      <pc:sldChg chg="modSp mod">
        <pc:chgData name="Ayelet Dayan" userId="53454eb9-7f8b-4ddb-af19-fd1cdaf752d4" providerId="ADAL" clId="{CF7D4A63-2F18-4A04-BEAF-51B44E512758}" dt="2023-05-08T06:29:20.828" v="115" actId="1076"/>
        <pc:sldMkLst>
          <pc:docMk/>
          <pc:sldMk cId="3971242325" sldId="2147470779"/>
        </pc:sldMkLst>
        <pc:spChg chg="mod">
          <ac:chgData name="Ayelet Dayan" userId="53454eb9-7f8b-4ddb-af19-fd1cdaf752d4" providerId="ADAL" clId="{CF7D4A63-2F18-4A04-BEAF-51B44E512758}" dt="2023-05-08T06:29:20.828" v="115" actId="1076"/>
          <ac:spMkLst>
            <pc:docMk/>
            <pc:sldMk cId="3971242325" sldId="2147470779"/>
            <ac:spMk id="2" creationId="{42679E82-7A39-4A70-8972-AA0F2DACBC4C}"/>
          </ac:spMkLst>
        </pc:spChg>
        <pc:spChg chg="mod">
          <ac:chgData name="Ayelet Dayan" userId="53454eb9-7f8b-4ddb-af19-fd1cdaf752d4" providerId="ADAL" clId="{CF7D4A63-2F18-4A04-BEAF-51B44E512758}" dt="2023-05-08T06:29:18.512" v="114" actId="1037"/>
          <ac:spMkLst>
            <pc:docMk/>
            <pc:sldMk cId="3971242325" sldId="2147470779"/>
            <ac:spMk id="5" creationId="{584FE7FF-FF79-4CBE-8DF3-FD80C82A38E9}"/>
          </ac:spMkLst>
        </pc:spChg>
        <pc:spChg chg="mod">
          <ac:chgData name="Ayelet Dayan" userId="53454eb9-7f8b-4ddb-af19-fd1cdaf752d4" providerId="ADAL" clId="{CF7D4A63-2F18-4A04-BEAF-51B44E512758}" dt="2023-05-08T06:29:18.512" v="114" actId="1037"/>
          <ac:spMkLst>
            <pc:docMk/>
            <pc:sldMk cId="3971242325" sldId="2147470779"/>
            <ac:spMk id="6" creationId="{314E619F-37CD-4A87-A317-E7F1753B416F}"/>
          </ac:spMkLst>
        </pc:spChg>
        <pc:spChg chg="mod">
          <ac:chgData name="Ayelet Dayan" userId="53454eb9-7f8b-4ddb-af19-fd1cdaf752d4" providerId="ADAL" clId="{CF7D4A63-2F18-4A04-BEAF-51B44E512758}" dt="2023-05-08T06:29:18.512" v="114" actId="1037"/>
          <ac:spMkLst>
            <pc:docMk/>
            <pc:sldMk cId="3971242325" sldId="2147470779"/>
            <ac:spMk id="8" creationId="{DDF4AB68-A703-447E-9D5A-F736720B8579}"/>
          </ac:spMkLst>
        </pc:spChg>
        <pc:spChg chg="mod">
          <ac:chgData name="Ayelet Dayan" userId="53454eb9-7f8b-4ddb-af19-fd1cdaf752d4" providerId="ADAL" clId="{CF7D4A63-2F18-4A04-BEAF-51B44E512758}" dt="2023-05-08T06:29:18.512" v="114" actId="1037"/>
          <ac:spMkLst>
            <pc:docMk/>
            <pc:sldMk cId="3971242325" sldId="2147470779"/>
            <ac:spMk id="9" creationId="{95E44883-7839-4D9D-820E-9C42641782A3}"/>
          </ac:spMkLst>
        </pc:spChg>
        <pc:spChg chg="mod">
          <ac:chgData name="Ayelet Dayan" userId="53454eb9-7f8b-4ddb-af19-fd1cdaf752d4" providerId="ADAL" clId="{CF7D4A63-2F18-4A04-BEAF-51B44E512758}" dt="2023-05-08T06:29:18.512" v="114" actId="1037"/>
          <ac:spMkLst>
            <pc:docMk/>
            <pc:sldMk cId="3971242325" sldId="2147470779"/>
            <ac:spMk id="11" creationId="{80286444-0F68-4272-9935-1A874464D02A}"/>
          </ac:spMkLst>
        </pc:spChg>
        <pc:spChg chg="mod">
          <ac:chgData name="Ayelet Dayan" userId="53454eb9-7f8b-4ddb-af19-fd1cdaf752d4" providerId="ADAL" clId="{CF7D4A63-2F18-4A04-BEAF-51B44E512758}" dt="2023-05-08T06:29:18.512" v="114" actId="1037"/>
          <ac:spMkLst>
            <pc:docMk/>
            <pc:sldMk cId="3971242325" sldId="2147470779"/>
            <ac:spMk id="14" creationId="{66D83251-9899-4EB1-A472-90212B015134}"/>
          </ac:spMkLst>
        </pc:spChg>
        <pc:spChg chg="mod">
          <ac:chgData name="Ayelet Dayan" userId="53454eb9-7f8b-4ddb-af19-fd1cdaf752d4" providerId="ADAL" clId="{CF7D4A63-2F18-4A04-BEAF-51B44E512758}" dt="2023-05-08T06:29:18.512" v="114" actId="1037"/>
          <ac:spMkLst>
            <pc:docMk/>
            <pc:sldMk cId="3971242325" sldId="2147470779"/>
            <ac:spMk id="15" creationId="{0688B5FF-A03C-45BB-B225-E8E82A3A4909}"/>
          </ac:spMkLst>
        </pc:spChg>
        <pc:spChg chg="mod">
          <ac:chgData name="Ayelet Dayan" userId="53454eb9-7f8b-4ddb-af19-fd1cdaf752d4" providerId="ADAL" clId="{CF7D4A63-2F18-4A04-BEAF-51B44E512758}" dt="2023-05-08T06:29:18.512" v="114" actId="1037"/>
          <ac:spMkLst>
            <pc:docMk/>
            <pc:sldMk cId="3971242325" sldId="2147470779"/>
            <ac:spMk id="16" creationId="{70674E81-2764-4C61-9183-50C01E3974BA}"/>
          </ac:spMkLst>
        </pc:spChg>
        <pc:spChg chg="mod">
          <ac:chgData name="Ayelet Dayan" userId="53454eb9-7f8b-4ddb-af19-fd1cdaf752d4" providerId="ADAL" clId="{CF7D4A63-2F18-4A04-BEAF-51B44E512758}" dt="2023-05-08T06:29:18.512" v="114" actId="1037"/>
          <ac:spMkLst>
            <pc:docMk/>
            <pc:sldMk cId="3971242325" sldId="2147470779"/>
            <ac:spMk id="17" creationId="{37EEC348-5BC4-42BA-A964-99AB89A7725B}"/>
          </ac:spMkLst>
        </pc:spChg>
        <pc:spChg chg="mod">
          <ac:chgData name="Ayelet Dayan" userId="53454eb9-7f8b-4ddb-af19-fd1cdaf752d4" providerId="ADAL" clId="{CF7D4A63-2F18-4A04-BEAF-51B44E512758}" dt="2023-05-08T06:29:18.512" v="114" actId="1037"/>
          <ac:spMkLst>
            <pc:docMk/>
            <pc:sldMk cId="3971242325" sldId="2147470779"/>
            <ac:spMk id="18" creationId="{AA9ADD4C-33E5-41DF-88B9-E037B35656AC}"/>
          </ac:spMkLst>
        </pc:spChg>
        <pc:spChg chg="mod">
          <ac:chgData name="Ayelet Dayan" userId="53454eb9-7f8b-4ddb-af19-fd1cdaf752d4" providerId="ADAL" clId="{CF7D4A63-2F18-4A04-BEAF-51B44E512758}" dt="2023-05-08T06:29:18.512" v="114" actId="1037"/>
          <ac:spMkLst>
            <pc:docMk/>
            <pc:sldMk cId="3971242325" sldId="2147470779"/>
            <ac:spMk id="19" creationId="{ACCA7277-426F-4B0C-B526-E8D239B353CD}"/>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3-05-08T19:05:53.521" idx="1">
    <p:pos x="5420" y="1623"/>
    <p:text>האם כלל השירותים או השירותים המופעלים ע"י משרד הרווחה?</p:text>
    <p:extLst>
      <p:ext uri="{C676402C-5697-4E1C-873F-D02D1690AC5C}">
        <p15:threadingInfo xmlns:p15="http://schemas.microsoft.com/office/powerpoint/2012/main" timeZoneBias="-180"/>
      </p:ext>
    </p:extLst>
  </p:cm>
  <p:cm authorId="1" dt="2023-05-08T19:06:40.937" idx="2">
    <p:pos x="4477" y="2086"/>
    <p:text>גיבוש תכנית למעבר מקבלת קצבה כספית להעדפה לצריכת שירותים</p:text>
    <p:extLst>
      <p:ext uri="{C676402C-5697-4E1C-873F-D02D1690AC5C}">
        <p15:threadingInfo xmlns:p15="http://schemas.microsoft.com/office/powerpoint/2012/main" timeZoneBias="-180"/>
      </p:ext>
    </p:extLst>
  </p:cm>
  <p:cm authorId="2" dt="2023-05-09T07:59:00.828" idx="1">
    <p:pos x="4477" y="2222"/>
    <p:text>תכנית לתמרוץ שירותים במקום קצבה כספית</p:text>
    <p:extLst>
      <p:ext uri="{C676402C-5697-4E1C-873F-D02D1690AC5C}">
        <p15:threadingInfo xmlns:p15="http://schemas.microsoft.com/office/powerpoint/2012/main" timeZoneBias="-180">
          <p15:parentCm authorId="1" idx="2"/>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05-08T19:08:12.096" idx="3">
    <p:pos x="6964" y="253"/>
    <p:text>האם ריאלי בחצי שנה?</p:text>
    <p:extLst>
      <p:ext uri="{C676402C-5697-4E1C-873F-D02D1690AC5C}">
        <p15:threadingInfo xmlns:p15="http://schemas.microsoft.com/office/powerpoint/2012/main" timeZoneBias="-180"/>
      </p:ext>
    </p:extLst>
  </p:cm>
  <p:cm authorId="2" dt="2023-05-09T07:59:11.092" idx="2">
    <p:pos x="6964" y="389"/>
    <p:text>זה הלוז האפשרי</p:text>
    <p:extLst>
      <p:ext uri="{C676402C-5697-4E1C-873F-D02D1690AC5C}">
        <p15:threadingInfo xmlns:p15="http://schemas.microsoft.com/office/powerpoint/2012/main" timeZoneBias="-180">
          <p15:parentCm authorId="1" idx="3"/>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05-08T19:08:34.314" idx="4">
    <p:pos x="7121" y="1457"/>
    <p:text>10 מקבלי שירות הם לא מדגם מיצג</p:text>
    <p:extLst>
      <p:ext uri="{C676402C-5697-4E1C-873F-D02D1690AC5C}">
        <p15:threadingInfo xmlns:p15="http://schemas.microsoft.com/office/powerpoint/2012/main" timeZoneBias="-180"/>
      </p:ext>
    </p:extLst>
  </p:cm>
  <p:cm authorId="1" dt="2023-05-08T19:09:11.734" idx="5">
    <p:pos x="5236" y="2374"/>
    <p:text>אני מבקשת שיהיה יצוג גם למרכזי היום. גם כאן דגימה של 5-10 לא תהיה מיצגת</p:text>
    <p:extLst>
      <p:ext uri="{C676402C-5697-4E1C-873F-D02D1690AC5C}">
        <p15:threadingInfo xmlns:p15="http://schemas.microsoft.com/office/powerpoint/2012/main" timeZoneBias="-180"/>
      </p:ext>
    </p:extLst>
  </p:cm>
  <p:cm authorId="2" dt="2023-05-09T07:59:59.622" idx="3">
    <p:pos x="5236" y="2510"/>
    <p:text>שיהיה 10 מפעילים, מקבל גם על מרכזי היום (שתהיה הצלבה) למרות שלא בסקופ של העבודה</p:text>
    <p:extLst>
      <p:ext uri="{C676402C-5697-4E1C-873F-D02D1690AC5C}">
        <p15:threadingInfo xmlns:p15="http://schemas.microsoft.com/office/powerpoint/2012/main" timeZoneBias="-180">
          <p15:parentCm authorId="1" idx="5"/>
        </p15:threadingInfo>
      </p:ext>
    </p:extLst>
  </p:cm>
  <p:cm authorId="1" dt="2023-05-08T19:09:56.095" idx="6">
    <p:pos x="4198" y="2051"/>
    <p:text>ערכנו מפגשים מחוזיים עם הרשויות, כדאי לתכנן מהלך משלים. אנו נעביר את חומרי הגלם לEY</p:text>
    <p:extLst>
      <p:ext uri="{C676402C-5697-4E1C-873F-D02D1690AC5C}">
        <p15:threadingInfo xmlns:p15="http://schemas.microsoft.com/office/powerpoint/2012/main" timeZoneBias="-180"/>
      </p:ext>
    </p:extLst>
  </p:cm>
  <p:cm authorId="2" dt="2023-05-09T08:00:31.091" idx="4">
    <p:pos x="4198" y="2187"/>
    <p:text>מה שעירית שלחה? יש עוד? נשמח לקבל</p:text>
    <p:extLst>
      <p:ext uri="{C676402C-5697-4E1C-873F-D02D1690AC5C}">
        <p15:threadingInfo xmlns:p15="http://schemas.microsoft.com/office/powerpoint/2012/main" timeZoneBias="-180">
          <p15:parentCm authorId="1" idx="6"/>
        </p15:threadingInfo>
      </p:ext>
    </p:extLst>
  </p:cm>
  <p:cm authorId="1" dt="2023-05-08T19:12:07.907" idx="8">
    <p:pos x="1152" y="1894"/>
    <p:text>מה ההקשר של הסעיף הזה למשימה? אפשר לשלב בגורמי המטה ממונה מחוזי ולעבות את היקף אוכלוסיית היעד הנחקרת</p:text>
    <p:extLst>
      <p:ext uri="{C676402C-5697-4E1C-873F-D02D1690AC5C}">
        <p15:threadingInfo xmlns:p15="http://schemas.microsoft.com/office/powerpoint/2012/main" timeZoneBias="-180"/>
      </p:ext>
    </p:extLst>
  </p:cm>
  <p:cm authorId="2" dt="2023-05-09T08:00:58.131" idx="5">
    <p:pos x="1152" y="2030"/>
    <p:text>גורמי ביניים ומה הצרכים שלהם באירוע</p:text>
    <p:extLst>
      <p:ext uri="{C676402C-5697-4E1C-873F-D02D1690AC5C}">
        <p15:threadingInfo xmlns:p15="http://schemas.microsoft.com/office/powerpoint/2012/main" timeZoneBias="-180">
          <p15:parentCm authorId="1" idx="8"/>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05-08T19:14:43.850" idx="9">
    <p:pos x="3281" y="1763"/>
    <p:text>האם יש מספיק חומרים בנושא בכדי לפתח מודל תמריצים? מבחינתי זה נושא מרכזי קריטי לקבלת ההחלטות.</p:text>
    <p:extLst>
      <p:ext uri="{C676402C-5697-4E1C-873F-D02D1690AC5C}">
        <p15:threadingInfo xmlns:p15="http://schemas.microsoft.com/office/powerpoint/2012/main" timeZoneBias="-180"/>
      </p:ext>
    </p:extLst>
  </p:cm>
  <p:cm authorId="2" dt="2023-05-09T08:01:23.708" idx="6">
    <p:pos x="3281" y="1899"/>
    <p:text>נשקף את החומר ונראה מה עוד צריך</p:text>
    <p:extLst>
      <p:ext uri="{C676402C-5697-4E1C-873F-D02D1690AC5C}">
        <p15:threadingInfo xmlns:p15="http://schemas.microsoft.com/office/powerpoint/2012/main" timeZoneBias="-180">
          <p15:parentCm authorId="1" idx="9"/>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05-08T19:17:48.081" idx="10">
    <p:pos x="4765" y="1466"/>
    <p:text>לא הבנתי את הסעיף הזה. המידע לא אצלנו</p:text>
    <p:extLst>
      <p:ext uri="{C676402C-5697-4E1C-873F-D02D1690AC5C}">
        <p15:threadingInfo xmlns:p15="http://schemas.microsoft.com/office/powerpoint/2012/main" timeZoneBias="-180"/>
      </p:ext>
    </p:extLst>
  </p:cm>
  <p:cm authorId="2" dt="2023-05-09T08:01:41.756" idx="7">
    <p:pos x="4765" y="1602"/>
    <p:text>נצטרך לחשוב ולהגדיר</p:text>
    <p:extLst>
      <p:ext uri="{C676402C-5697-4E1C-873F-D02D1690AC5C}">
        <p15:threadingInfo xmlns:p15="http://schemas.microsoft.com/office/powerpoint/2012/main" timeZoneBias="-180">
          <p15:parentCm authorId="1" idx="10"/>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CBFB2129-1425-448E-A2CB-95C8C6A5DBCB}" type="datetimeFigureOut">
              <a:rPr lang="he-IL" smtClean="0"/>
              <a:t>י"ח/אייר/תשפ"ג</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86B4F73F-26E1-40B2-9AA0-54A13516E91B}" type="slidenum">
              <a:rPr lang="he-IL" smtClean="0"/>
              <a:t>‹#›</a:t>
            </a:fld>
            <a:endParaRPr lang="he-IL"/>
          </a:p>
        </p:txBody>
      </p:sp>
    </p:spTree>
    <p:extLst>
      <p:ext uri="{BB962C8B-B14F-4D97-AF65-F5344CB8AC3E}">
        <p14:creationId xmlns:p14="http://schemas.microsoft.com/office/powerpoint/2010/main" val="4175730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6E27A3-0CE6-4E2C-B68D-96F90FDAA262}"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Calibri" panose="020F050202020403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Tree>
    <p:extLst>
      <p:ext uri="{BB962C8B-B14F-4D97-AF65-F5344CB8AC3E}">
        <p14:creationId xmlns:p14="http://schemas.microsoft.com/office/powerpoint/2010/main" val="2500038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357FA-1C09-47DC-9D8D-73E88E9BAD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6502D819-D83D-46C8-A3EF-8A955B753D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221C134F-C344-4EEE-9F12-568BAA21F28B}"/>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5" name="Footer Placeholder 4">
            <a:extLst>
              <a:ext uri="{FF2B5EF4-FFF2-40B4-BE49-F238E27FC236}">
                <a16:creationId xmlns:a16="http://schemas.microsoft.com/office/drawing/2014/main" id="{5A9CDC6B-35D4-4AC8-962A-7F8EA92EBA9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853B043F-DBEE-471F-AA11-642647D29906}"/>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3735289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F7957-10EE-4434-936B-8A2DFE95F48D}"/>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3EEF702E-317E-43FB-A241-DC7F3CB8EA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9384A5F6-559D-4824-9A1B-4E64EED666E5}"/>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5" name="Footer Placeholder 4">
            <a:extLst>
              <a:ext uri="{FF2B5EF4-FFF2-40B4-BE49-F238E27FC236}">
                <a16:creationId xmlns:a16="http://schemas.microsoft.com/office/drawing/2014/main" id="{8220CD4B-92A3-4B5E-A5D1-501D96A48989}"/>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7743BFA-1E8E-4F0B-97FB-07095E189D0E}"/>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669568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E2372-C8AB-4C31-8C1A-F39B58490B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34F8FA10-4DFA-4874-BD06-09B973C77F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077679-6145-4CD1-B110-75CB1E81AB9A}"/>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5" name="Footer Placeholder 4">
            <a:extLst>
              <a:ext uri="{FF2B5EF4-FFF2-40B4-BE49-F238E27FC236}">
                <a16:creationId xmlns:a16="http://schemas.microsoft.com/office/drawing/2014/main" id="{8D411139-7BC4-48A6-8AAB-DCB822FFC4D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A5CEC2B-1ABB-41D4-9320-A419AD5C5F46}"/>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2373118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F0EB4-0F81-4431-ACB2-5FF7FDEC1F24}"/>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223673C8-7AEE-4E55-996C-5AC4FB1D65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4FD239FE-BE9D-4B68-B2DC-D4C80A082B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90A572B0-7595-4439-8724-C14B971FFEFC}"/>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6" name="Footer Placeholder 5">
            <a:extLst>
              <a:ext uri="{FF2B5EF4-FFF2-40B4-BE49-F238E27FC236}">
                <a16:creationId xmlns:a16="http://schemas.microsoft.com/office/drawing/2014/main" id="{51BE4CF0-268F-45B3-BEA5-31E3D463F2F7}"/>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9E2EB7E2-7F6F-41A3-9613-A44D1050D313}"/>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331854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518C2-8387-463C-AE97-8A8375FEAC88}"/>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0319A511-9929-4BB7-A7F1-978AA72B6D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198FB5-9910-4EAF-8458-79143C5B6C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BFA15C6A-3A95-46A1-BC3E-808BC8A1E5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A78069-0551-4C93-AD1D-912E2CBE9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9CC192ED-BAF4-4E35-BDE5-09AACF402E11}"/>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8" name="Footer Placeholder 7">
            <a:extLst>
              <a:ext uri="{FF2B5EF4-FFF2-40B4-BE49-F238E27FC236}">
                <a16:creationId xmlns:a16="http://schemas.microsoft.com/office/drawing/2014/main" id="{FF8E64F7-189A-49A7-B61B-01A337107161}"/>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71D579EA-3787-44FC-98A3-2B3D6A733BAE}"/>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737724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B299-F136-49B5-B157-9D5092FBFC3C}"/>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79EDEC51-9470-4AA7-8E30-66EA770872A6}"/>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4" name="Footer Placeholder 3">
            <a:extLst>
              <a:ext uri="{FF2B5EF4-FFF2-40B4-BE49-F238E27FC236}">
                <a16:creationId xmlns:a16="http://schemas.microsoft.com/office/drawing/2014/main" id="{AEBFE1B9-257C-4197-BD84-05218F4512D3}"/>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551ACCC9-1C88-4697-BAC5-53CA24248BC6}"/>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988008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D6948F-AE1E-46F3-B97D-EF3E39C16C3D}"/>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3" name="Footer Placeholder 2">
            <a:extLst>
              <a:ext uri="{FF2B5EF4-FFF2-40B4-BE49-F238E27FC236}">
                <a16:creationId xmlns:a16="http://schemas.microsoft.com/office/drawing/2014/main" id="{E2193EBA-1163-4252-8DFB-330DF2FC180E}"/>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7783D4D6-E714-437A-83C1-CF22EF10B751}"/>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64223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5792-23DE-45D2-9726-8399D42364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A1EFB2E7-E891-4CCA-8445-7906F36CAA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6E27ACC6-7CD5-47E0-AD86-7C720C1EC2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AE64F-7A69-4B5C-A491-E64260BBC5C4}"/>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6" name="Footer Placeholder 5">
            <a:extLst>
              <a:ext uri="{FF2B5EF4-FFF2-40B4-BE49-F238E27FC236}">
                <a16:creationId xmlns:a16="http://schemas.microsoft.com/office/drawing/2014/main" id="{201595F4-DD20-4EFD-8647-44E35C657A66}"/>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6CED9DC9-2913-4985-A28D-4694FF98286F}"/>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956808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954D0-F3AC-4676-9869-BF65676982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EC275034-0D59-45B0-9162-8E58DB8BA0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720AC733-5BA8-4C74-ADA0-43265FBB40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A3FD43-250D-4E69-BCC0-485CA1E9CD37}"/>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6" name="Footer Placeholder 5">
            <a:extLst>
              <a:ext uri="{FF2B5EF4-FFF2-40B4-BE49-F238E27FC236}">
                <a16:creationId xmlns:a16="http://schemas.microsoft.com/office/drawing/2014/main" id="{224438BE-71A7-459D-A776-9FB9FF8ED0B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25DED13F-539F-478B-9BD4-43AD202D430B}"/>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2650779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D96F-3094-41DA-BC85-AC3FFA645640}"/>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03B544EB-EBFA-4266-9EC6-78D232CCDB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0345B0F7-F403-4B8C-86D7-7D5634481A7F}"/>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5" name="Footer Placeholder 4">
            <a:extLst>
              <a:ext uri="{FF2B5EF4-FFF2-40B4-BE49-F238E27FC236}">
                <a16:creationId xmlns:a16="http://schemas.microsoft.com/office/drawing/2014/main" id="{1B93BC8B-095B-4D49-83D0-AB78E71F3E5D}"/>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4A88455F-541E-496F-B166-E835118A42E4}"/>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3412424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9D25C3-6E4A-4F57-9F34-77C3838CA6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D6F2C297-FE7A-4DC3-916C-C866C86944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463E6884-E2F4-4850-B5D5-0C905BEDD6CD}"/>
              </a:ext>
            </a:extLst>
          </p:cNvPr>
          <p:cNvSpPr>
            <a:spLocks noGrp="1"/>
          </p:cNvSpPr>
          <p:nvPr>
            <p:ph type="dt" sz="half" idx="10"/>
          </p:nvPr>
        </p:nvSpPr>
        <p:spPr/>
        <p:txBody>
          <a:bodyPr/>
          <a:lstStyle/>
          <a:p>
            <a:fld id="{4BC92EBF-438D-4F82-9C93-F3BF0F93447E}" type="datetimeFigureOut">
              <a:rPr lang="he-IL" smtClean="0"/>
              <a:t>י"ח/אייר/תשפ"ג</a:t>
            </a:fld>
            <a:endParaRPr lang="he-IL"/>
          </a:p>
        </p:txBody>
      </p:sp>
      <p:sp>
        <p:nvSpPr>
          <p:cNvPr id="5" name="Footer Placeholder 4">
            <a:extLst>
              <a:ext uri="{FF2B5EF4-FFF2-40B4-BE49-F238E27FC236}">
                <a16:creationId xmlns:a16="http://schemas.microsoft.com/office/drawing/2014/main" id="{4C46D57D-C270-45B7-820A-93BFD5A0D2E6}"/>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4E92F9A-6276-4DAD-8AC7-CB5240278641}"/>
              </a:ext>
            </a:extLst>
          </p:cNvPr>
          <p:cNvSpPr>
            <a:spLocks noGrp="1"/>
          </p:cNvSpPr>
          <p:nvPr>
            <p:ph type="sldNum" sz="quarter" idx="12"/>
          </p:nvPr>
        </p:nvSpPr>
        <p:spPr/>
        <p:txBody>
          <a:bodyPr/>
          <a:lstStyle/>
          <a:p>
            <a:fld id="{C545FA8E-93EC-407D-8A04-10495943FAF8}" type="slidenum">
              <a:rPr lang="he-IL" smtClean="0"/>
              <a:t>‹#›</a:t>
            </a:fld>
            <a:endParaRPr lang="he-IL"/>
          </a:p>
        </p:txBody>
      </p:sp>
    </p:spTree>
    <p:extLst>
      <p:ext uri="{BB962C8B-B14F-4D97-AF65-F5344CB8AC3E}">
        <p14:creationId xmlns:p14="http://schemas.microsoft.com/office/powerpoint/2010/main" val="2711032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w opening">
    <p:bg>
      <p:bgRef idx="1001">
        <a:schemeClr val="bg1"/>
      </p:bgRef>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615BE46-6882-4AD9-9B52-46F831E81975}"/>
              </a:ext>
            </a:extLst>
          </p:cNvPr>
          <p:cNvSpPr>
            <a:spLocks noGrp="1"/>
          </p:cNvSpPr>
          <p:nvPr>
            <p:ph type="sldNum" sz="quarter" idx="12"/>
          </p:nvPr>
        </p:nvSpPr>
        <p:spPr>
          <a:xfrm>
            <a:off x="0" y="9389"/>
            <a:ext cx="490393" cy="365125"/>
          </a:xfrm>
        </p:spPr>
        <p:txBody>
          <a:bodyPr/>
          <a:lstStyle/>
          <a:p>
            <a:fld id="{18F36642-002E-4C98-915B-826072CB88D7}" type="slidenum">
              <a:rPr lang="he-IL" smtClean="0"/>
              <a:t>‹#›</a:t>
            </a:fld>
            <a:endParaRPr lang="he-IL"/>
          </a:p>
        </p:txBody>
      </p:sp>
      <p:pic>
        <p:nvPicPr>
          <p:cNvPr id="3" name="Picture 2" descr="Logo&#10;&#10;Description automatically generated">
            <a:extLst>
              <a:ext uri="{FF2B5EF4-FFF2-40B4-BE49-F238E27FC236}">
                <a16:creationId xmlns:a16="http://schemas.microsoft.com/office/drawing/2014/main" id="{7035266F-3C46-45AB-AE59-5C53AF4C959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Tree>
    <p:extLst>
      <p:ext uri="{BB962C8B-B14F-4D97-AF65-F5344CB8AC3E}">
        <p14:creationId xmlns:p14="http://schemas.microsoft.com/office/powerpoint/2010/main" val="328139445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0377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white simple">
    <p:bg>
      <p:bgPr>
        <a:gradFill>
          <a:gsLst>
            <a:gs pos="15000">
              <a:srgbClr val="168AAD">
                <a:alpha val="50000"/>
              </a:srgbClr>
            </a:gs>
            <a:gs pos="100000">
              <a:srgbClr val="76C893">
                <a:alpha val="50000"/>
              </a:srgbClr>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he-IL"/>
              <a:t>כותרת</a:t>
            </a:r>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461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81413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302482992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white chapte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11" name="Slide Number Placeholder 10"/>
          <p:cNvSpPr>
            <a:spLocks noGrp="1"/>
          </p:cNvSpPr>
          <p:nvPr>
            <p:ph type="sldNum" sz="quarter" idx="11"/>
          </p:nvPr>
        </p:nvSpPr>
        <p:spPr/>
        <p:txBody>
          <a:bodyPr/>
          <a:lstStyle/>
          <a:p>
            <a:fld id="{18F36642-002E-4C98-915B-826072CB88D7}" type="slidenum">
              <a:rPr lang="he-IL" smtClean="0"/>
              <a:pPr/>
              <a:t>‹#›</a:t>
            </a:fld>
            <a:endParaRPr lang="he-IL"/>
          </a:p>
        </p:txBody>
      </p:sp>
    </p:spTree>
    <p:extLst>
      <p:ext uri="{BB962C8B-B14F-4D97-AF65-F5344CB8AC3E}">
        <p14:creationId xmlns:p14="http://schemas.microsoft.com/office/powerpoint/2010/main" val="33600745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1_white chapter">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solidFill>
                  <a:schemeClr val="bg1">
                    <a:lumMod val="100000"/>
                  </a:schemeClr>
                </a:solidFill>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solidFill>
                  <a:schemeClr val="bg1">
                    <a:lumMod val="10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6" name="Slide Number Placeholder 5"/>
          <p:cNvSpPr>
            <a:spLocks noGrp="1"/>
          </p:cNvSpPr>
          <p:nvPr>
            <p:ph type="sldNum" sz="quarter" idx="12"/>
          </p:nvPr>
        </p:nvSpPr>
        <p:spPr/>
        <p:txBody>
          <a:bodyPr/>
          <a:lstStyle>
            <a:lvl1pPr>
              <a:defRPr>
                <a:solidFill>
                  <a:schemeClr val="bg1">
                    <a:lumMod val="100000"/>
                  </a:schemeClr>
                </a:solidFill>
              </a:defRPr>
            </a:lvl1pPr>
          </a:lstStyle>
          <a:p>
            <a:fld id="{18F36642-002E-4C98-915B-826072CB88D7}" type="slidenum">
              <a:rPr lang="he-IL" smtClean="0"/>
              <a:pPr/>
              <a:t>‹#›</a:t>
            </a:fld>
            <a:endParaRPr lang="he-IL"/>
          </a:p>
        </p:txBody>
      </p:sp>
      <p:grpSp>
        <p:nvGrpSpPr>
          <p:cNvPr id="7" name="Logo dark"/>
          <p:cNvGrpSpPr>
            <a:grpSpLocks/>
          </p:cNvGrpSpPr>
          <p:nvPr userDrawn="1"/>
        </p:nvGrpSpPr>
        <p:grpSpPr>
          <a:xfrm>
            <a:off x="498087" y="6262651"/>
            <a:ext cx="297799" cy="307373"/>
            <a:chOff x="479425" y="6113075"/>
            <a:chExt cx="297799" cy="307373"/>
          </a:xfrm>
        </p:grpSpPr>
        <p:sp>
          <p:nvSpPr>
            <p:cNvPr id="8"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2"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974669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6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8148638" y="0"/>
            <a:ext cx="4043362" cy="6858000"/>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8589523" y="391187"/>
            <a:ext cx="3122768" cy="1917448"/>
          </a:xfrm>
          <a:prstGeom prst="rect">
            <a:avLst/>
          </a:prstGeom>
        </p:spPr>
        <p:txBody>
          <a:bodyPr lIns="0" tIns="0" rIns="0" bIns="0">
            <a:noAutofit/>
          </a:bodyPr>
          <a:lstStyle>
            <a:lvl1pPr>
              <a:defRPr sz="3200" baseline="0">
                <a:solidFill>
                  <a:schemeClr val="bg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cxnSp>
        <p:nvCxnSpPr>
          <p:cNvPr id="8" name="Straight Connector 7"/>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9398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3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8" name="Rectangle 7"/>
          <p:cNvSpPr/>
          <p:nvPr userDrawn="1"/>
        </p:nvSpPr>
        <p:spPr>
          <a:xfrm>
            <a:off x="7343775" y="0"/>
            <a:ext cx="4848226" cy="6857999"/>
          </a:xfrm>
          <a:prstGeom prst="rect">
            <a:avLst/>
          </a:prstGeom>
          <a:gradFill flip="none" rotWithShape="1">
            <a:gsLst>
              <a:gs pos="15000">
                <a:srgbClr val="1A759F"/>
              </a:gs>
              <a:gs pos="100000">
                <a:srgbClr val="76C893"/>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7343774" y="397025"/>
            <a:ext cx="4371539" cy="1719451"/>
          </a:xfrm>
        </p:spPr>
        <p:txBody>
          <a:bodyPr/>
          <a:lstStyle>
            <a:lvl1pPr>
              <a:defRPr>
                <a:solidFill>
                  <a:sysClr val="windowText" lastClr="000000"/>
                </a:solidFill>
              </a:defRPr>
            </a:lvl1pPr>
          </a:lstStyle>
          <a:p>
            <a:r>
              <a:rPr lang="en-US"/>
              <a:t>Click to edit Master title style</a:t>
            </a:r>
            <a:endParaRPr lang="he-IL"/>
          </a:p>
        </p:txBody>
      </p:sp>
      <p:sp>
        <p:nvSpPr>
          <p:cNvPr id="10" name="Slide Number Placeholder 9"/>
          <p:cNvSpPr>
            <a:spLocks noGrp="1"/>
          </p:cNvSpPr>
          <p:nvPr>
            <p:ph type="sldNum" sz="quarter" idx="22"/>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7144709"/>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8" name="Rectangle 7"/>
          <p:cNvSpPr/>
          <p:nvPr userDrawn="1"/>
        </p:nvSpPr>
        <p:spPr>
          <a:xfrm>
            <a:off x="6096001" y="0"/>
            <a:ext cx="6096000"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6525434" y="397025"/>
            <a:ext cx="5189880" cy="1719451"/>
          </a:xfrm>
        </p:spPr>
        <p:txBody>
          <a:bodyPr/>
          <a:lstStyle>
            <a:lvl1pPr>
              <a:defRPr>
                <a:solidFill>
                  <a:sysClr val="windowText" lastClr="000000"/>
                </a:solidFill>
              </a:defRPr>
            </a:lvl1pPr>
          </a:lstStyle>
          <a:p>
            <a:r>
              <a:rPr lang="en-US"/>
              <a:t>Click to edit Master title style</a:t>
            </a:r>
            <a:endParaRPr lang="he-IL"/>
          </a:p>
        </p:txBody>
      </p:sp>
      <p:sp>
        <p:nvSpPr>
          <p:cNvPr id="10" name="Slide Number Placeholder 9"/>
          <p:cNvSpPr>
            <a:spLocks noGrp="1"/>
          </p:cNvSpPr>
          <p:nvPr>
            <p:ph type="sldNum" sz="quarter" idx="22"/>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6980706"/>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8" name="Rectangle 7"/>
          <p:cNvSpPr/>
          <p:nvPr userDrawn="1"/>
        </p:nvSpPr>
        <p:spPr>
          <a:xfrm>
            <a:off x="6705599" y="0"/>
            <a:ext cx="5486401"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6525434" y="397025"/>
            <a:ext cx="5189880" cy="1719451"/>
          </a:xfrm>
        </p:spPr>
        <p:txBody>
          <a:bodyPr/>
          <a:lstStyle>
            <a:lvl1pPr>
              <a:defRPr>
                <a:solidFill>
                  <a:sysClr val="windowText" lastClr="000000"/>
                </a:solidFill>
              </a:defRPr>
            </a:lvl1pPr>
          </a:lstStyle>
          <a:p>
            <a:r>
              <a:rPr lang="en-US"/>
              <a:t>Click to edit Master title style</a:t>
            </a:r>
            <a:endParaRPr lang="he-IL"/>
          </a:p>
        </p:txBody>
      </p:sp>
      <p:sp>
        <p:nvSpPr>
          <p:cNvPr id="10" name="Slide Number Placeholder 9"/>
          <p:cNvSpPr>
            <a:spLocks noGrp="1"/>
          </p:cNvSpPr>
          <p:nvPr>
            <p:ph type="sldNum" sz="quarter" idx="22"/>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6784136"/>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7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descr="Logo&#10;&#10;Description automatically generated">
            <a:extLst>
              <a:ext uri="{FF2B5EF4-FFF2-40B4-BE49-F238E27FC236}">
                <a16:creationId xmlns:a16="http://schemas.microsoft.com/office/drawing/2014/main" id="{35DA9590-9948-4303-B983-F24D17DE70C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Tree>
    <p:extLst>
      <p:ext uri="{BB962C8B-B14F-4D97-AF65-F5344CB8AC3E}">
        <p14:creationId xmlns:p14="http://schemas.microsoft.com/office/powerpoint/2010/main" val="11427808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8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31227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descr="Logo&#10;&#10;Description automatically generated">
            <a:extLst>
              <a:ext uri="{FF2B5EF4-FFF2-40B4-BE49-F238E27FC236}">
                <a16:creationId xmlns:a16="http://schemas.microsoft.com/office/drawing/2014/main" id="{35DA9590-9948-4303-B983-F24D17DE70C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
        <p:nvSpPr>
          <p:cNvPr id="5" name="Picture Placeholder 4">
            <a:extLst>
              <a:ext uri="{FF2B5EF4-FFF2-40B4-BE49-F238E27FC236}">
                <a16:creationId xmlns:a16="http://schemas.microsoft.com/office/drawing/2014/main" id="{AF7C6F1D-5BE5-4839-815E-A3587403488F}"/>
              </a:ext>
            </a:extLst>
          </p:cNvPr>
          <p:cNvSpPr>
            <a:spLocks noGrp="1"/>
          </p:cNvSpPr>
          <p:nvPr>
            <p:ph type="pic" sz="quarter" idx="12"/>
          </p:nvPr>
        </p:nvSpPr>
        <p:spPr>
          <a:xfrm>
            <a:off x="0" y="0"/>
            <a:ext cx="3132138" cy="6858000"/>
          </a:xfrm>
        </p:spPr>
        <p:txBody>
          <a:bodyPr/>
          <a:lstStyle/>
          <a:p>
            <a:endParaRPr lang="he-IL"/>
          </a:p>
        </p:txBody>
      </p:sp>
    </p:spTree>
    <p:extLst>
      <p:ext uri="{BB962C8B-B14F-4D97-AF65-F5344CB8AC3E}">
        <p14:creationId xmlns:p14="http://schemas.microsoft.com/office/powerpoint/2010/main" val="22768839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white chapter">
    <p:spTree>
      <p:nvGrpSpPr>
        <p:cNvPr id="1" name=""/>
        <p:cNvGrpSpPr/>
        <p:nvPr/>
      </p:nvGrpSpPr>
      <p:grpSpPr>
        <a:xfrm>
          <a:off x="0" y="0"/>
          <a:ext cx="0" cy="0"/>
          <a:chOff x="0" y="0"/>
          <a:chExt cx="0" cy="0"/>
        </a:xfrm>
      </p:grpSpPr>
      <p:sp>
        <p:nvSpPr>
          <p:cNvPr id="5" name="Rectangle 4"/>
          <p:cNvSpPr/>
          <p:nvPr userDrawn="1"/>
        </p:nvSpPr>
        <p:spPr>
          <a:xfrm>
            <a:off x="0" y="0"/>
            <a:ext cx="12192000" cy="2285426"/>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476251"/>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4231951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white chapter">
    <p:spTree>
      <p:nvGrpSpPr>
        <p:cNvPr id="1" name=""/>
        <p:cNvGrpSpPr/>
        <p:nvPr/>
      </p:nvGrpSpPr>
      <p:grpSpPr>
        <a:xfrm>
          <a:off x="0" y="0"/>
          <a:ext cx="0" cy="0"/>
          <a:chOff x="0" y="0"/>
          <a:chExt cx="0" cy="0"/>
        </a:xfrm>
      </p:grpSpPr>
      <p:sp>
        <p:nvSpPr>
          <p:cNvPr id="5" name="Rectangle 4"/>
          <p:cNvSpPr/>
          <p:nvPr userDrawn="1"/>
        </p:nvSpPr>
        <p:spPr>
          <a:xfrm>
            <a:off x="0" y="0"/>
            <a:ext cx="12192000" cy="1449389"/>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68485"/>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3437977017"/>
      </p:ext>
    </p:extLst>
  </p:cSld>
  <p:clrMapOvr>
    <a:masterClrMapping/>
  </p:clrMapOvr>
  <p:extLst>
    <p:ext uri="{DCECCB84-F9BA-43D5-87BE-67443E8EF086}">
      <p15:sldGuideLst xmlns:p15="http://schemas.microsoft.com/office/powerpoint/2012/main">
        <p15:guide id="1" pos="3840">
          <p15:clr>
            <a:srgbClr val="FBAE40"/>
          </p15:clr>
        </p15:guide>
        <p15:guide id="2" orient="horz" pos="70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D138-B202-493B-B9E5-A1D41BE9E24E}"/>
              </a:ext>
            </a:extLst>
          </p:cNvPr>
          <p:cNvSpPr>
            <a:spLocks noGrp="1"/>
          </p:cNvSpPr>
          <p:nvPr>
            <p:ph type="title"/>
          </p:nvPr>
        </p:nvSpPr>
        <p:spPr>
          <a:xfrm>
            <a:off x="1542614" y="397025"/>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lide Number Placeholder 2">
            <a:extLst>
              <a:ext uri="{FF2B5EF4-FFF2-40B4-BE49-F238E27FC236}">
                <a16:creationId xmlns:a16="http://schemas.microsoft.com/office/drawing/2014/main" id="{BAC8DA04-EB70-4ACE-9892-0F159C73455F}"/>
              </a:ext>
            </a:extLst>
          </p:cNvPr>
          <p:cNvSpPr>
            <a:spLocks noGrp="1"/>
          </p:cNvSpPr>
          <p:nvPr>
            <p:ph type="sldNum" sz="quarter" idx="10"/>
          </p:nvPr>
        </p:nvSpPr>
        <p:spPr/>
        <p:txBody>
          <a:bodyPr/>
          <a:lstStyle/>
          <a:p>
            <a:fld id="{18F36642-002E-4C98-915B-826072CB88D7}" type="slidenum">
              <a:rPr lang="he-IL" smtClean="0"/>
              <a:pPr/>
              <a:t>‹#›</a:t>
            </a:fld>
            <a:endParaRPr lang="he-IL"/>
          </a:p>
        </p:txBody>
      </p:sp>
      <p:sp>
        <p:nvSpPr>
          <p:cNvPr id="4" name="Date Placeholder 3">
            <a:extLst>
              <a:ext uri="{FF2B5EF4-FFF2-40B4-BE49-F238E27FC236}">
                <a16:creationId xmlns:a16="http://schemas.microsoft.com/office/drawing/2014/main" id="{028E404C-FCE0-49B8-ACE8-F596D72E5CDB}"/>
              </a:ext>
            </a:extLst>
          </p:cNvPr>
          <p:cNvSpPr>
            <a:spLocks noGrp="1"/>
          </p:cNvSpPr>
          <p:nvPr>
            <p:ph type="dt" sz="half" idx="11"/>
          </p:nvPr>
        </p:nvSpPr>
        <p:spPr/>
        <p:txBody>
          <a:bodyPr/>
          <a:lstStyle/>
          <a:p>
            <a:endParaRPr lang="he-IL"/>
          </a:p>
        </p:txBody>
      </p:sp>
      <p:cxnSp>
        <p:nvCxnSpPr>
          <p:cNvPr id="6" name="Straight Connector 5">
            <a:extLst>
              <a:ext uri="{FF2B5EF4-FFF2-40B4-BE49-F238E27FC236}">
                <a16:creationId xmlns:a16="http://schemas.microsoft.com/office/drawing/2014/main" id="{B446F218-49E2-4753-9724-6A0E316E26AE}"/>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1787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4777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_white simple">
    <p:spTree>
      <p:nvGrpSpPr>
        <p:cNvPr id="1" name=""/>
        <p:cNvGrpSpPr/>
        <p:nvPr/>
      </p:nvGrpSpPr>
      <p:grpSpPr>
        <a:xfrm>
          <a:off x="0" y="0"/>
          <a:ext cx="0" cy="0"/>
          <a:chOff x="0" y="0"/>
          <a:chExt cx="0" cy="0"/>
        </a:xfrm>
      </p:grpSpPr>
      <p:sp>
        <p:nvSpPr>
          <p:cNvPr id="4" name="Flowchart: Document 3">
            <a:extLst>
              <a:ext uri="{FF2B5EF4-FFF2-40B4-BE49-F238E27FC236}">
                <a16:creationId xmlns:a16="http://schemas.microsoft.com/office/drawing/2014/main" id="{4BEDE474-4AB9-4A8F-B389-E76503D197A6}"/>
              </a:ext>
            </a:extLst>
          </p:cNvPr>
          <p:cNvSpPr/>
          <p:nvPr userDrawn="1"/>
        </p:nvSpPr>
        <p:spPr>
          <a:xfrm flipV="1">
            <a:off x="0" y="3530600"/>
            <a:ext cx="12427938" cy="3456940"/>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2018"/>
              <a:gd name="connsiteY0" fmla="*/ 816 h 21402"/>
              <a:gd name="connsiteX1" fmla="*/ 21600 w 22018"/>
              <a:gd name="connsiteY1" fmla="*/ 816 h 21402"/>
              <a:gd name="connsiteX2" fmla="*/ 22018 w 22018"/>
              <a:gd name="connsiteY2" fmla="*/ 1787 h 21402"/>
              <a:gd name="connsiteX3" fmla="*/ 0 w 22018"/>
              <a:gd name="connsiteY3" fmla="*/ 20988 h 21402"/>
              <a:gd name="connsiteX4" fmla="*/ 0 w 22018"/>
              <a:gd name="connsiteY4" fmla="*/ 816 h 2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8" h="21402">
                <a:moveTo>
                  <a:pt x="0" y="816"/>
                </a:moveTo>
                <a:lnTo>
                  <a:pt x="21600" y="816"/>
                </a:lnTo>
                <a:cubicBezTo>
                  <a:pt x="21600" y="6590"/>
                  <a:pt x="22018" y="-3987"/>
                  <a:pt x="22018" y="1787"/>
                </a:cubicBezTo>
                <a:cubicBezTo>
                  <a:pt x="11218" y="1787"/>
                  <a:pt x="10800" y="24738"/>
                  <a:pt x="0" y="20988"/>
                </a:cubicBezTo>
                <a:lnTo>
                  <a:pt x="0" y="81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2" name="Title 1"/>
          <p:cNvSpPr>
            <a:spLocks noGrp="1"/>
          </p:cNvSpPr>
          <p:nvPr>
            <p:ph type="title"/>
          </p:nvPr>
        </p:nvSpPr>
        <p:spPr>
          <a:xfrm>
            <a:off x="5996642" y="397025"/>
            <a:ext cx="5718672"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F071731C-2FB4-4791-9DD0-032D7FFF30DA}"/>
              </a:ext>
            </a:extLst>
          </p:cNvPr>
          <p:cNvSpPr>
            <a:spLocks noGrp="1"/>
          </p:cNvSpPr>
          <p:nvPr>
            <p:ph type="pic" idx="14"/>
          </p:nvPr>
        </p:nvSpPr>
        <p:spPr>
          <a:xfrm>
            <a:off x="10176206" y="1203341"/>
            <a:ext cx="1672267" cy="1708029"/>
          </a:xfrm>
        </p:spPr>
        <p:txBody>
          <a:bodyPr/>
          <a:lstStyle>
            <a:lvl1pPr marL="0" indent="0" algn="l" rtl="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grpSp>
        <p:nvGrpSpPr>
          <p:cNvPr id="14" name="Group 13">
            <a:extLst>
              <a:ext uri="{FF2B5EF4-FFF2-40B4-BE49-F238E27FC236}">
                <a16:creationId xmlns:a16="http://schemas.microsoft.com/office/drawing/2014/main" id="{4662A527-6943-453E-AD8A-5F0CAB79AB8D}"/>
              </a:ext>
            </a:extLst>
          </p:cNvPr>
          <p:cNvGrpSpPr/>
          <p:nvPr userDrawn="1"/>
        </p:nvGrpSpPr>
        <p:grpSpPr>
          <a:xfrm>
            <a:off x="4820821" y="4339536"/>
            <a:ext cx="348018" cy="237070"/>
            <a:chOff x="6115196" y="953361"/>
            <a:chExt cx="348018" cy="237070"/>
          </a:xfrm>
        </p:grpSpPr>
        <p:sp>
          <p:nvSpPr>
            <p:cNvPr id="15" name="Freeform 23">
              <a:extLst>
                <a:ext uri="{FF2B5EF4-FFF2-40B4-BE49-F238E27FC236}">
                  <a16:creationId xmlns:a16="http://schemas.microsoft.com/office/drawing/2014/main" id="{665B766C-0DB2-46EB-B8E9-73C8A05C5DE9}"/>
                </a:ext>
              </a:extLst>
            </p:cNvPr>
            <p:cNvSpPr>
              <a:spLocks/>
            </p:cNvSpPr>
            <p:nvPr/>
          </p:nvSpPr>
          <p:spPr bwMode="auto">
            <a:xfrm>
              <a:off x="6186941" y="1057564"/>
              <a:ext cx="205539" cy="132867"/>
            </a:xfrm>
            <a:custGeom>
              <a:avLst/>
              <a:gdLst>
                <a:gd name="T0" fmla="*/ 0 w 2438"/>
                <a:gd name="T1" fmla="*/ 0 h 1576"/>
                <a:gd name="T2" fmla="*/ 0 w 2438"/>
                <a:gd name="T3" fmla="*/ 986 h 1576"/>
                <a:gd name="T4" fmla="*/ 0 w 2438"/>
                <a:gd name="T5" fmla="*/ 986 h 1576"/>
                <a:gd name="T6" fmla="*/ 11 w 2438"/>
                <a:gd name="T7" fmla="*/ 1043 h 1576"/>
                <a:gd name="T8" fmla="*/ 23 w 2438"/>
                <a:gd name="T9" fmla="*/ 1100 h 1576"/>
                <a:gd name="T10" fmla="*/ 57 w 2438"/>
                <a:gd name="T11" fmla="*/ 1145 h 1576"/>
                <a:gd name="T12" fmla="*/ 102 w 2438"/>
                <a:gd name="T13" fmla="*/ 1202 h 1576"/>
                <a:gd name="T14" fmla="*/ 159 w 2438"/>
                <a:gd name="T15" fmla="*/ 1259 h 1576"/>
                <a:gd name="T16" fmla="*/ 215 w 2438"/>
                <a:gd name="T17" fmla="*/ 1304 h 1576"/>
                <a:gd name="T18" fmla="*/ 295 w 2438"/>
                <a:gd name="T19" fmla="*/ 1349 h 1576"/>
                <a:gd name="T20" fmla="*/ 374 w 2438"/>
                <a:gd name="T21" fmla="*/ 1395 h 1576"/>
                <a:gd name="T22" fmla="*/ 556 w 2438"/>
                <a:gd name="T23" fmla="*/ 1463 h 1576"/>
                <a:gd name="T24" fmla="*/ 760 w 2438"/>
                <a:gd name="T25" fmla="*/ 1519 h 1576"/>
                <a:gd name="T26" fmla="*/ 987 w 2438"/>
                <a:gd name="T27" fmla="*/ 1565 h 1576"/>
                <a:gd name="T28" fmla="*/ 1213 w 2438"/>
                <a:gd name="T29" fmla="*/ 1576 h 1576"/>
                <a:gd name="T30" fmla="*/ 1213 w 2438"/>
                <a:gd name="T31" fmla="*/ 1576 h 1576"/>
                <a:gd name="T32" fmla="*/ 1451 w 2438"/>
                <a:gd name="T33" fmla="*/ 1565 h 1576"/>
                <a:gd name="T34" fmla="*/ 1667 w 2438"/>
                <a:gd name="T35" fmla="*/ 1519 h 1576"/>
                <a:gd name="T36" fmla="*/ 1871 w 2438"/>
                <a:gd name="T37" fmla="*/ 1463 h 1576"/>
                <a:gd name="T38" fmla="*/ 2064 w 2438"/>
                <a:gd name="T39" fmla="*/ 1395 h 1576"/>
                <a:gd name="T40" fmla="*/ 2143 w 2438"/>
                <a:gd name="T41" fmla="*/ 1349 h 1576"/>
                <a:gd name="T42" fmla="*/ 2211 w 2438"/>
                <a:gd name="T43" fmla="*/ 1304 h 1576"/>
                <a:gd name="T44" fmla="*/ 2279 w 2438"/>
                <a:gd name="T45" fmla="*/ 1259 h 1576"/>
                <a:gd name="T46" fmla="*/ 2336 w 2438"/>
                <a:gd name="T47" fmla="*/ 1202 h 1576"/>
                <a:gd name="T48" fmla="*/ 2370 w 2438"/>
                <a:gd name="T49" fmla="*/ 1145 h 1576"/>
                <a:gd name="T50" fmla="*/ 2404 w 2438"/>
                <a:gd name="T51" fmla="*/ 1100 h 1576"/>
                <a:gd name="T52" fmla="*/ 2427 w 2438"/>
                <a:gd name="T53" fmla="*/ 1043 h 1576"/>
                <a:gd name="T54" fmla="*/ 2438 w 2438"/>
                <a:gd name="T55" fmla="*/ 986 h 1576"/>
                <a:gd name="T56" fmla="*/ 2438 w 2438"/>
                <a:gd name="T57" fmla="*/ 11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8" h="1576">
                  <a:moveTo>
                    <a:pt x="0" y="0"/>
                  </a:moveTo>
                  <a:lnTo>
                    <a:pt x="0" y="986"/>
                  </a:lnTo>
                  <a:lnTo>
                    <a:pt x="0" y="986"/>
                  </a:lnTo>
                  <a:lnTo>
                    <a:pt x="11" y="1043"/>
                  </a:lnTo>
                  <a:lnTo>
                    <a:pt x="23" y="1100"/>
                  </a:lnTo>
                  <a:lnTo>
                    <a:pt x="57" y="1145"/>
                  </a:lnTo>
                  <a:lnTo>
                    <a:pt x="102" y="1202"/>
                  </a:lnTo>
                  <a:lnTo>
                    <a:pt x="159" y="1259"/>
                  </a:lnTo>
                  <a:lnTo>
                    <a:pt x="215" y="1304"/>
                  </a:lnTo>
                  <a:lnTo>
                    <a:pt x="295" y="1349"/>
                  </a:lnTo>
                  <a:lnTo>
                    <a:pt x="374" y="1395"/>
                  </a:lnTo>
                  <a:lnTo>
                    <a:pt x="556" y="1463"/>
                  </a:lnTo>
                  <a:lnTo>
                    <a:pt x="760" y="1519"/>
                  </a:lnTo>
                  <a:lnTo>
                    <a:pt x="987" y="1565"/>
                  </a:lnTo>
                  <a:lnTo>
                    <a:pt x="1213" y="1576"/>
                  </a:lnTo>
                  <a:lnTo>
                    <a:pt x="1213" y="1576"/>
                  </a:lnTo>
                  <a:lnTo>
                    <a:pt x="1451" y="1565"/>
                  </a:lnTo>
                  <a:lnTo>
                    <a:pt x="1667" y="1519"/>
                  </a:lnTo>
                  <a:lnTo>
                    <a:pt x="1871" y="1463"/>
                  </a:lnTo>
                  <a:lnTo>
                    <a:pt x="2064" y="1395"/>
                  </a:lnTo>
                  <a:lnTo>
                    <a:pt x="2143" y="1349"/>
                  </a:lnTo>
                  <a:lnTo>
                    <a:pt x="2211" y="1304"/>
                  </a:lnTo>
                  <a:lnTo>
                    <a:pt x="2279" y="1259"/>
                  </a:lnTo>
                  <a:lnTo>
                    <a:pt x="2336" y="1202"/>
                  </a:lnTo>
                  <a:lnTo>
                    <a:pt x="2370" y="1145"/>
                  </a:lnTo>
                  <a:lnTo>
                    <a:pt x="2404" y="1100"/>
                  </a:lnTo>
                  <a:lnTo>
                    <a:pt x="2427" y="1043"/>
                  </a:lnTo>
                  <a:lnTo>
                    <a:pt x="2438" y="986"/>
                  </a:lnTo>
                  <a:lnTo>
                    <a:pt x="2438" y="11"/>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Freeform 24">
              <a:extLst>
                <a:ext uri="{FF2B5EF4-FFF2-40B4-BE49-F238E27FC236}">
                  <a16:creationId xmlns:a16="http://schemas.microsoft.com/office/drawing/2014/main" id="{AD48AD3E-EC6A-468F-9E73-26977A02F014}"/>
                </a:ext>
              </a:extLst>
            </p:cNvPr>
            <p:cNvSpPr>
              <a:spLocks/>
            </p:cNvSpPr>
            <p:nvPr/>
          </p:nvSpPr>
          <p:spPr bwMode="auto">
            <a:xfrm>
              <a:off x="6115196" y="953361"/>
              <a:ext cx="348018" cy="143406"/>
            </a:xfrm>
            <a:custGeom>
              <a:avLst/>
              <a:gdLst>
                <a:gd name="T0" fmla="*/ 3845 w 4128"/>
                <a:gd name="T1" fmla="*/ 1020 h 1701"/>
                <a:gd name="T2" fmla="*/ 4094 w 4128"/>
                <a:gd name="T3" fmla="*/ 930 h 1701"/>
                <a:gd name="T4" fmla="*/ 4094 w 4128"/>
                <a:gd name="T5" fmla="*/ 930 h 1701"/>
                <a:gd name="T6" fmla="*/ 4117 w 4128"/>
                <a:gd name="T7" fmla="*/ 907 h 1701"/>
                <a:gd name="T8" fmla="*/ 4128 w 4128"/>
                <a:gd name="T9" fmla="*/ 873 h 1701"/>
                <a:gd name="T10" fmla="*/ 4128 w 4128"/>
                <a:gd name="T11" fmla="*/ 873 h 1701"/>
                <a:gd name="T12" fmla="*/ 4117 w 4128"/>
                <a:gd name="T13" fmla="*/ 839 h 1701"/>
                <a:gd name="T14" fmla="*/ 4094 w 4128"/>
                <a:gd name="T15" fmla="*/ 816 h 1701"/>
                <a:gd name="T16" fmla="*/ 2087 w 4128"/>
                <a:gd name="T17" fmla="*/ 0 h 1701"/>
                <a:gd name="T18" fmla="*/ 2087 w 4128"/>
                <a:gd name="T19" fmla="*/ 0 h 1701"/>
                <a:gd name="T20" fmla="*/ 2064 w 4128"/>
                <a:gd name="T21" fmla="*/ 0 h 1701"/>
                <a:gd name="T22" fmla="*/ 2042 w 4128"/>
                <a:gd name="T23" fmla="*/ 0 h 1701"/>
                <a:gd name="T24" fmla="*/ 46 w 4128"/>
                <a:gd name="T25" fmla="*/ 816 h 1701"/>
                <a:gd name="T26" fmla="*/ 46 w 4128"/>
                <a:gd name="T27" fmla="*/ 816 h 1701"/>
                <a:gd name="T28" fmla="*/ 12 w 4128"/>
                <a:gd name="T29" fmla="*/ 839 h 1701"/>
                <a:gd name="T30" fmla="*/ 0 w 4128"/>
                <a:gd name="T31" fmla="*/ 873 h 1701"/>
                <a:gd name="T32" fmla="*/ 0 w 4128"/>
                <a:gd name="T33" fmla="*/ 873 h 1701"/>
                <a:gd name="T34" fmla="*/ 12 w 4128"/>
                <a:gd name="T35" fmla="*/ 907 h 1701"/>
                <a:gd name="T36" fmla="*/ 46 w 4128"/>
                <a:gd name="T37" fmla="*/ 930 h 1701"/>
                <a:gd name="T38" fmla="*/ 851 w 4128"/>
                <a:gd name="T39" fmla="*/ 1236 h 1701"/>
                <a:gd name="T40" fmla="*/ 976 w 4128"/>
                <a:gd name="T41" fmla="*/ 1281 h 1701"/>
                <a:gd name="T42" fmla="*/ 2064 w 4128"/>
                <a:gd name="T43" fmla="*/ 1701 h 1701"/>
                <a:gd name="T44" fmla="*/ 2064 w 4128"/>
                <a:gd name="T45" fmla="*/ 1701 h 1701"/>
                <a:gd name="T46" fmla="*/ 2087 w 4128"/>
                <a:gd name="T47" fmla="*/ 1701 h 1701"/>
                <a:gd name="T48" fmla="*/ 2087 w 4128"/>
                <a:gd name="T49" fmla="*/ 1701 h 1701"/>
                <a:gd name="T50" fmla="*/ 2110 w 4128"/>
                <a:gd name="T51" fmla="*/ 1701 h 1701"/>
                <a:gd name="T52" fmla="*/ 3164 w 4128"/>
                <a:gd name="T53" fmla="*/ 1293 h 1701"/>
                <a:gd name="T54" fmla="*/ 3289 w 4128"/>
                <a:gd name="T55" fmla="*/ 1247 h 1701"/>
                <a:gd name="T56" fmla="*/ 3720 w 4128"/>
                <a:gd name="T57" fmla="*/ 1077 h 1701"/>
                <a:gd name="T58" fmla="*/ 3788 w 4128"/>
                <a:gd name="T59" fmla="*/ 1043 h 1701"/>
                <a:gd name="T60" fmla="*/ 3845 w 4128"/>
                <a:gd name="T61" fmla="*/ 1020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28" h="1701">
                  <a:moveTo>
                    <a:pt x="3845" y="1020"/>
                  </a:moveTo>
                  <a:lnTo>
                    <a:pt x="4094" y="930"/>
                  </a:lnTo>
                  <a:lnTo>
                    <a:pt x="4094" y="930"/>
                  </a:lnTo>
                  <a:lnTo>
                    <a:pt x="4117" y="907"/>
                  </a:lnTo>
                  <a:lnTo>
                    <a:pt x="4128" y="873"/>
                  </a:lnTo>
                  <a:lnTo>
                    <a:pt x="4128" y="873"/>
                  </a:lnTo>
                  <a:lnTo>
                    <a:pt x="4117" y="839"/>
                  </a:lnTo>
                  <a:lnTo>
                    <a:pt x="4094" y="816"/>
                  </a:lnTo>
                  <a:lnTo>
                    <a:pt x="2087" y="0"/>
                  </a:lnTo>
                  <a:lnTo>
                    <a:pt x="2087" y="0"/>
                  </a:lnTo>
                  <a:lnTo>
                    <a:pt x="2064" y="0"/>
                  </a:lnTo>
                  <a:lnTo>
                    <a:pt x="2042" y="0"/>
                  </a:lnTo>
                  <a:lnTo>
                    <a:pt x="46" y="816"/>
                  </a:lnTo>
                  <a:lnTo>
                    <a:pt x="46" y="816"/>
                  </a:lnTo>
                  <a:lnTo>
                    <a:pt x="12" y="839"/>
                  </a:lnTo>
                  <a:lnTo>
                    <a:pt x="0" y="873"/>
                  </a:lnTo>
                  <a:lnTo>
                    <a:pt x="0" y="873"/>
                  </a:lnTo>
                  <a:lnTo>
                    <a:pt x="12" y="907"/>
                  </a:lnTo>
                  <a:lnTo>
                    <a:pt x="46" y="930"/>
                  </a:lnTo>
                  <a:lnTo>
                    <a:pt x="851" y="1236"/>
                  </a:lnTo>
                  <a:lnTo>
                    <a:pt x="976" y="1281"/>
                  </a:lnTo>
                  <a:lnTo>
                    <a:pt x="2064" y="1701"/>
                  </a:lnTo>
                  <a:lnTo>
                    <a:pt x="2064" y="1701"/>
                  </a:lnTo>
                  <a:lnTo>
                    <a:pt x="2087" y="1701"/>
                  </a:lnTo>
                  <a:lnTo>
                    <a:pt x="2087" y="1701"/>
                  </a:lnTo>
                  <a:lnTo>
                    <a:pt x="2110" y="1701"/>
                  </a:lnTo>
                  <a:lnTo>
                    <a:pt x="3164" y="1293"/>
                  </a:lnTo>
                  <a:lnTo>
                    <a:pt x="3289" y="1247"/>
                  </a:lnTo>
                  <a:lnTo>
                    <a:pt x="3720" y="1077"/>
                  </a:lnTo>
                  <a:lnTo>
                    <a:pt x="3788" y="1043"/>
                  </a:lnTo>
                  <a:lnTo>
                    <a:pt x="3845" y="102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7" name="Line 25">
              <a:extLst>
                <a:ext uri="{FF2B5EF4-FFF2-40B4-BE49-F238E27FC236}">
                  <a16:creationId xmlns:a16="http://schemas.microsoft.com/office/drawing/2014/main" id="{0F9FC0EC-5BF8-4C06-9996-2E1D5954C191}"/>
                </a:ext>
              </a:extLst>
            </p:cNvPr>
            <p:cNvSpPr>
              <a:spLocks noChangeShapeType="1"/>
            </p:cNvSpPr>
            <p:nvPr/>
          </p:nvSpPr>
          <p:spPr bwMode="auto">
            <a:xfrm flipV="1">
              <a:off x="6463213" y="1028900"/>
              <a:ext cx="0" cy="66855"/>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e-IL"/>
            </a:p>
          </p:txBody>
        </p:sp>
      </p:grpSp>
      <p:sp>
        <p:nvSpPr>
          <p:cNvPr id="28" name="Title 1">
            <a:extLst>
              <a:ext uri="{FF2B5EF4-FFF2-40B4-BE49-F238E27FC236}">
                <a16:creationId xmlns:a16="http://schemas.microsoft.com/office/drawing/2014/main" id="{D384DC1E-8498-4EF5-BCE3-40F1122E5F0D}"/>
              </a:ext>
            </a:extLst>
          </p:cNvPr>
          <p:cNvSpPr txBox="1">
            <a:spLocks/>
          </p:cNvSpPr>
          <p:nvPr userDrawn="1"/>
        </p:nvSpPr>
        <p:spPr>
          <a:xfrm>
            <a:off x="2797078" y="1175767"/>
            <a:ext cx="5718672"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a:t>רקע כללי</a:t>
            </a:r>
          </a:p>
        </p:txBody>
      </p:sp>
      <p:sp>
        <p:nvSpPr>
          <p:cNvPr id="29" name="Text Placeholder 3">
            <a:extLst>
              <a:ext uri="{FF2B5EF4-FFF2-40B4-BE49-F238E27FC236}">
                <a16:creationId xmlns:a16="http://schemas.microsoft.com/office/drawing/2014/main" id="{28ABF102-4CED-4A79-B289-403E86DD7E6B}"/>
              </a:ext>
            </a:extLst>
          </p:cNvPr>
          <p:cNvSpPr>
            <a:spLocks noGrp="1"/>
          </p:cNvSpPr>
          <p:nvPr>
            <p:ph type="body" sz="half" idx="2"/>
          </p:nvPr>
        </p:nvSpPr>
        <p:spPr>
          <a:xfrm>
            <a:off x="1596528" y="4688108"/>
            <a:ext cx="3572311" cy="1376262"/>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0" name="Text Placeholder 3">
            <a:extLst>
              <a:ext uri="{FF2B5EF4-FFF2-40B4-BE49-F238E27FC236}">
                <a16:creationId xmlns:a16="http://schemas.microsoft.com/office/drawing/2014/main" id="{0075070D-61BF-4B7B-9756-3488AC8D33C2}"/>
              </a:ext>
            </a:extLst>
          </p:cNvPr>
          <p:cNvSpPr>
            <a:spLocks noGrp="1"/>
          </p:cNvSpPr>
          <p:nvPr>
            <p:ph type="body" sz="half" idx="15"/>
          </p:nvPr>
        </p:nvSpPr>
        <p:spPr>
          <a:xfrm>
            <a:off x="5432966" y="4688108"/>
            <a:ext cx="3572311" cy="1376262"/>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1" name="Text Placeholder 3">
            <a:extLst>
              <a:ext uri="{FF2B5EF4-FFF2-40B4-BE49-F238E27FC236}">
                <a16:creationId xmlns:a16="http://schemas.microsoft.com/office/drawing/2014/main" id="{3AEE2FDB-72FC-4019-8CBC-E366C79A9858}"/>
              </a:ext>
            </a:extLst>
          </p:cNvPr>
          <p:cNvSpPr>
            <a:spLocks noGrp="1"/>
          </p:cNvSpPr>
          <p:nvPr>
            <p:ph type="body" sz="half" idx="16"/>
          </p:nvPr>
        </p:nvSpPr>
        <p:spPr>
          <a:xfrm>
            <a:off x="5369632" y="1783555"/>
            <a:ext cx="3572311" cy="2063826"/>
          </a:xfrm>
        </p:spPr>
        <p:txBody>
          <a:bodyPr>
            <a:normAutofit/>
          </a:bodyPr>
          <a:lstStyle>
            <a:lvl1pPr marL="0" indent="0" algn="just">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2" name="Title 1">
            <a:extLst>
              <a:ext uri="{FF2B5EF4-FFF2-40B4-BE49-F238E27FC236}">
                <a16:creationId xmlns:a16="http://schemas.microsoft.com/office/drawing/2014/main" id="{2C4FBF48-0748-442C-8A93-44B8E2C0951B}"/>
              </a:ext>
            </a:extLst>
          </p:cNvPr>
          <p:cNvSpPr txBox="1">
            <a:spLocks/>
          </p:cNvSpPr>
          <p:nvPr userDrawn="1"/>
        </p:nvSpPr>
        <p:spPr>
          <a:xfrm>
            <a:off x="5432965" y="4161890"/>
            <a:ext cx="3120357"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a:t>התמחויות וכישורים</a:t>
            </a:r>
          </a:p>
        </p:txBody>
      </p:sp>
      <p:sp>
        <p:nvSpPr>
          <p:cNvPr id="33" name="Title 1">
            <a:extLst>
              <a:ext uri="{FF2B5EF4-FFF2-40B4-BE49-F238E27FC236}">
                <a16:creationId xmlns:a16="http://schemas.microsoft.com/office/drawing/2014/main" id="{5A5BB80D-922F-44EE-9CA9-D9806E614892}"/>
              </a:ext>
            </a:extLst>
          </p:cNvPr>
          <p:cNvSpPr txBox="1">
            <a:spLocks/>
          </p:cNvSpPr>
          <p:nvPr userDrawn="1"/>
        </p:nvSpPr>
        <p:spPr>
          <a:xfrm>
            <a:off x="1617433" y="4161890"/>
            <a:ext cx="3120357"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a:t>תארים, הסמכות והכשרות נוספות</a:t>
            </a:r>
          </a:p>
        </p:txBody>
      </p:sp>
      <p:sp>
        <p:nvSpPr>
          <p:cNvPr id="36" name="Text Placeholder 3">
            <a:extLst>
              <a:ext uri="{FF2B5EF4-FFF2-40B4-BE49-F238E27FC236}">
                <a16:creationId xmlns:a16="http://schemas.microsoft.com/office/drawing/2014/main" id="{C2DDC310-BCBA-4D31-8766-DC35A0E5D08F}"/>
              </a:ext>
            </a:extLst>
          </p:cNvPr>
          <p:cNvSpPr>
            <a:spLocks noGrp="1"/>
          </p:cNvSpPr>
          <p:nvPr>
            <p:ph type="body" sz="half" idx="17"/>
          </p:nvPr>
        </p:nvSpPr>
        <p:spPr>
          <a:xfrm>
            <a:off x="9402792" y="3382282"/>
            <a:ext cx="2445681" cy="389306"/>
          </a:xfrm>
        </p:spPr>
        <p:txBody>
          <a:bodyPr anchor="ct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42" name="Picture 41" descr="Logo&#10;&#10;Description automatically generated">
            <a:extLst>
              <a:ext uri="{FF2B5EF4-FFF2-40B4-BE49-F238E27FC236}">
                <a16:creationId xmlns:a16="http://schemas.microsoft.com/office/drawing/2014/main" id="{52DED018-0B75-42A9-8DC0-E3746467F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
        <p:nvSpPr>
          <p:cNvPr id="44" name="Text Placeholder 3">
            <a:extLst>
              <a:ext uri="{FF2B5EF4-FFF2-40B4-BE49-F238E27FC236}">
                <a16:creationId xmlns:a16="http://schemas.microsoft.com/office/drawing/2014/main" id="{B0B1E30A-E7E0-4AA4-BBA2-BA1632A921B3}"/>
              </a:ext>
            </a:extLst>
          </p:cNvPr>
          <p:cNvSpPr>
            <a:spLocks noGrp="1"/>
          </p:cNvSpPr>
          <p:nvPr>
            <p:ph type="body" sz="half" idx="22"/>
          </p:nvPr>
        </p:nvSpPr>
        <p:spPr>
          <a:xfrm>
            <a:off x="1596528" y="1780678"/>
            <a:ext cx="3572311" cy="2063826"/>
          </a:xfrm>
        </p:spPr>
        <p:txBody>
          <a:bodyPr>
            <a:normAutofit/>
          </a:bodyPr>
          <a:lstStyle>
            <a:lvl1pPr marL="0" indent="0" algn="just">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9" name="Picture 18" descr="Shape&#10;&#10;Description automatically generated with low confidence">
            <a:extLst>
              <a:ext uri="{FF2B5EF4-FFF2-40B4-BE49-F238E27FC236}">
                <a16:creationId xmlns:a16="http://schemas.microsoft.com/office/drawing/2014/main" id="{CB3938CA-4E9A-41A4-B614-E595A2FBDFF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97583" y="1187450"/>
            <a:ext cx="360000" cy="360000"/>
          </a:xfrm>
          <a:prstGeom prst="rect">
            <a:avLst/>
          </a:prstGeom>
        </p:spPr>
      </p:pic>
      <p:pic>
        <p:nvPicPr>
          <p:cNvPr id="47" name="Picture 46" descr="Shape&#10;&#10;Description automatically generated with low confidence">
            <a:extLst>
              <a:ext uri="{FF2B5EF4-FFF2-40B4-BE49-F238E27FC236}">
                <a16:creationId xmlns:a16="http://schemas.microsoft.com/office/drawing/2014/main" id="{B6DD554F-B72D-4B8A-BD80-802505A90A1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a:off x="4712566" y="213965"/>
            <a:ext cx="360000" cy="360000"/>
          </a:xfrm>
          <a:prstGeom prst="rect">
            <a:avLst/>
          </a:prstGeom>
        </p:spPr>
      </p:pic>
      <p:sp>
        <p:nvSpPr>
          <p:cNvPr id="38" name="Text Placeholder 37">
            <a:extLst>
              <a:ext uri="{FF2B5EF4-FFF2-40B4-BE49-F238E27FC236}">
                <a16:creationId xmlns:a16="http://schemas.microsoft.com/office/drawing/2014/main" id="{B1B831D5-412F-46FE-A5B1-75C95327DAC0}"/>
              </a:ext>
            </a:extLst>
          </p:cNvPr>
          <p:cNvSpPr>
            <a:spLocks noGrp="1"/>
          </p:cNvSpPr>
          <p:nvPr>
            <p:ph type="body" sz="quarter" idx="23"/>
          </p:nvPr>
        </p:nvSpPr>
        <p:spPr>
          <a:xfrm>
            <a:off x="1596528" y="257783"/>
            <a:ext cx="3001714" cy="120141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3" name="Text Placeholder 52">
            <a:extLst>
              <a:ext uri="{FF2B5EF4-FFF2-40B4-BE49-F238E27FC236}">
                <a16:creationId xmlns:a16="http://schemas.microsoft.com/office/drawing/2014/main" id="{F5FB41D8-49CB-4964-B32D-35443E902CBD}"/>
              </a:ext>
            </a:extLst>
          </p:cNvPr>
          <p:cNvSpPr>
            <a:spLocks noGrp="1"/>
          </p:cNvSpPr>
          <p:nvPr>
            <p:ph type="body" sz="quarter" idx="24" hasCustomPrompt="1"/>
          </p:nvPr>
        </p:nvSpPr>
        <p:spPr>
          <a:xfrm>
            <a:off x="9402763" y="3007353"/>
            <a:ext cx="2446337" cy="347035"/>
          </a:xfrm>
        </p:spPr>
        <p:txBody>
          <a:bodyPr/>
          <a:lstStyle>
            <a:lvl1pPr>
              <a:defRPr b="1"/>
            </a:lvl1pPr>
          </a:lstStyle>
          <a:p>
            <a:pPr lvl="0"/>
            <a:r>
              <a:rPr lang="he-IL"/>
              <a:t>שם מלא</a:t>
            </a:r>
          </a:p>
        </p:txBody>
      </p:sp>
      <p:grpSp>
        <p:nvGrpSpPr>
          <p:cNvPr id="39" name="Group 38">
            <a:extLst>
              <a:ext uri="{FF2B5EF4-FFF2-40B4-BE49-F238E27FC236}">
                <a16:creationId xmlns:a16="http://schemas.microsoft.com/office/drawing/2014/main" id="{7B5B8648-1F1A-4DD5-B3EC-BB4F0A6ABF1B}"/>
              </a:ext>
            </a:extLst>
          </p:cNvPr>
          <p:cNvGrpSpPr/>
          <p:nvPr userDrawn="1"/>
        </p:nvGrpSpPr>
        <p:grpSpPr>
          <a:xfrm>
            <a:off x="11483491" y="4029546"/>
            <a:ext cx="364982" cy="273956"/>
            <a:chOff x="2932537" y="1554720"/>
            <a:chExt cx="456014" cy="342285"/>
          </a:xfrm>
        </p:grpSpPr>
        <p:sp>
          <p:nvSpPr>
            <p:cNvPr id="41" name="Freeform 346">
              <a:extLst>
                <a:ext uri="{FF2B5EF4-FFF2-40B4-BE49-F238E27FC236}">
                  <a16:creationId xmlns:a16="http://schemas.microsoft.com/office/drawing/2014/main" id="{E91A3FFB-7C17-4A1D-8677-0669BDD94A36}"/>
                </a:ext>
              </a:extLst>
            </p:cNvPr>
            <p:cNvSpPr>
              <a:spLocks/>
            </p:cNvSpPr>
            <p:nvPr/>
          </p:nvSpPr>
          <p:spPr bwMode="auto">
            <a:xfrm>
              <a:off x="2932537" y="1554720"/>
              <a:ext cx="456014" cy="342285"/>
            </a:xfrm>
            <a:custGeom>
              <a:avLst/>
              <a:gdLst>
                <a:gd name="T0" fmla="*/ 3867 w 5409"/>
                <a:gd name="T1" fmla="*/ 964 h 4060"/>
                <a:gd name="T2" fmla="*/ 3867 w 5409"/>
                <a:gd name="T3" fmla="*/ 578 h 4060"/>
                <a:gd name="T4" fmla="*/ 3822 w 5409"/>
                <a:gd name="T5" fmla="*/ 351 h 4060"/>
                <a:gd name="T6" fmla="*/ 3697 w 5409"/>
                <a:gd name="T7" fmla="*/ 170 h 4060"/>
                <a:gd name="T8" fmla="*/ 3515 w 5409"/>
                <a:gd name="T9" fmla="*/ 45 h 4060"/>
                <a:gd name="T10" fmla="*/ 3289 w 5409"/>
                <a:gd name="T11" fmla="*/ 0 h 4060"/>
                <a:gd name="T12" fmla="*/ 2120 w 5409"/>
                <a:gd name="T13" fmla="*/ 0 h 4060"/>
                <a:gd name="T14" fmla="*/ 1905 w 5409"/>
                <a:gd name="T15" fmla="*/ 45 h 4060"/>
                <a:gd name="T16" fmla="*/ 1712 w 5409"/>
                <a:gd name="T17" fmla="*/ 170 h 4060"/>
                <a:gd name="T18" fmla="*/ 1587 w 5409"/>
                <a:gd name="T19" fmla="*/ 351 h 4060"/>
                <a:gd name="T20" fmla="*/ 1542 w 5409"/>
                <a:gd name="T21" fmla="*/ 578 h 4060"/>
                <a:gd name="T22" fmla="*/ 193 w 5409"/>
                <a:gd name="T23" fmla="*/ 964 h 4060"/>
                <a:gd name="T24" fmla="*/ 147 w 5409"/>
                <a:gd name="T25" fmla="*/ 964 h 4060"/>
                <a:gd name="T26" fmla="*/ 79 w 5409"/>
                <a:gd name="T27" fmla="*/ 998 h 4060"/>
                <a:gd name="T28" fmla="*/ 34 w 5409"/>
                <a:gd name="T29" fmla="*/ 1043 h 4060"/>
                <a:gd name="T30" fmla="*/ 0 w 5409"/>
                <a:gd name="T31" fmla="*/ 1111 h 4060"/>
                <a:gd name="T32" fmla="*/ 0 w 5409"/>
                <a:gd name="T33" fmla="*/ 1928 h 4060"/>
                <a:gd name="T34" fmla="*/ 0 w 5409"/>
                <a:gd name="T35" fmla="*/ 1973 h 4060"/>
                <a:gd name="T36" fmla="*/ 34 w 5409"/>
                <a:gd name="T37" fmla="*/ 2041 h 4060"/>
                <a:gd name="T38" fmla="*/ 79 w 5409"/>
                <a:gd name="T39" fmla="*/ 2086 h 4060"/>
                <a:gd name="T40" fmla="*/ 147 w 5409"/>
                <a:gd name="T41" fmla="*/ 2120 h 4060"/>
                <a:gd name="T42" fmla="*/ 193 w 5409"/>
                <a:gd name="T43" fmla="*/ 3867 h 4060"/>
                <a:gd name="T44" fmla="*/ 193 w 5409"/>
                <a:gd name="T45" fmla="*/ 3901 h 4060"/>
                <a:gd name="T46" fmla="*/ 227 w 5409"/>
                <a:gd name="T47" fmla="*/ 3969 h 4060"/>
                <a:gd name="T48" fmla="*/ 272 w 5409"/>
                <a:gd name="T49" fmla="*/ 4026 h 4060"/>
                <a:gd name="T50" fmla="*/ 351 w 5409"/>
                <a:gd name="T51" fmla="*/ 4048 h 4060"/>
                <a:gd name="T52" fmla="*/ 5024 w 5409"/>
                <a:gd name="T53" fmla="*/ 4060 h 4060"/>
                <a:gd name="T54" fmla="*/ 5069 w 5409"/>
                <a:gd name="T55" fmla="*/ 4048 h 4060"/>
                <a:gd name="T56" fmla="*/ 5137 w 5409"/>
                <a:gd name="T57" fmla="*/ 4026 h 4060"/>
                <a:gd name="T58" fmla="*/ 5194 w 5409"/>
                <a:gd name="T59" fmla="*/ 3969 h 4060"/>
                <a:gd name="T60" fmla="*/ 5216 w 5409"/>
                <a:gd name="T61" fmla="*/ 3901 h 4060"/>
                <a:gd name="T62" fmla="*/ 5216 w 5409"/>
                <a:gd name="T63" fmla="*/ 2120 h 4060"/>
                <a:gd name="T64" fmla="*/ 5262 w 5409"/>
                <a:gd name="T65" fmla="*/ 2120 h 4060"/>
                <a:gd name="T66" fmla="*/ 5330 w 5409"/>
                <a:gd name="T67" fmla="*/ 2086 h 4060"/>
                <a:gd name="T68" fmla="*/ 5386 w 5409"/>
                <a:gd name="T69" fmla="*/ 2041 h 4060"/>
                <a:gd name="T70" fmla="*/ 5409 w 5409"/>
                <a:gd name="T71" fmla="*/ 1973 h 4060"/>
                <a:gd name="T72" fmla="*/ 5409 w 5409"/>
                <a:gd name="T73" fmla="*/ 1156 h 4060"/>
                <a:gd name="T74" fmla="*/ 5409 w 5409"/>
                <a:gd name="T75" fmla="*/ 1111 h 4060"/>
                <a:gd name="T76" fmla="*/ 5386 w 5409"/>
                <a:gd name="T77" fmla="*/ 1043 h 4060"/>
                <a:gd name="T78" fmla="*/ 5330 w 5409"/>
                <a:gd name="T79" fmla="*/ 998 h 4060"/>
                <a:gd name="T80" fmla="*/ 5262 w 5409"/>
                <a:gd name="T81" fmla="*/ 964 h 4060"/>
                <a:gd name="T82" fmla="*/ 5216 w 5409"/>
                <a:gd name="T83" fmla="*/ 964 h 4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09" h="4060">
                  <a:moveTo>
                    <a:pt x="5216" y="964"/>
                  </a:moveTo>
                  <a:lnTo>
                    <a:pt x="3867" y="964"/>
                  </a:lnTo>
                  <a:lnTo>
                    <a:pt x="3867" y="578"/>
                  </a:lnTo>
                  <a:lnTo>
                    <a:pt x="3867" y="578"/>
                  </a:lnTo>
                  <a:lnTo>
                    <a:pt x="3856" y="453"/>
                  </a:lnTo>
                  <a:lnTo>
                    <a:pt x="3822" y="351"/>
                  </a:lnTo>
                  <a:lnTo>
                    <a:pt x="3765" y="249"/>
                  </a:lnTo>
                  <a:lnTo>
                    <a:pt x="3697" y="170"/>
                  </a:lnTo>
                  <a:lnTo>
                    <a:pt x="3606" y="90"/>
                  </a:lnTo>
                  <a:lnTo>
                    <a:pt x="3515" y="45"/>
                  </a:lnTo>
                  <a:lnTo>
                    <a:pt x="3402" y="11"/>
                  </a:lnTo>
                  <a:lnTo>
                    <a:pt x="3289" y="0"/>
                  </a:lnTo>
                  <a:lnTo>
                    <a:pt x="2120" y="0"/>
                  </a:lnTo>
                  <a:lnTo>
                    <a:pt x="2120" y="0"/>
                  </a:lnTo>
                  <a:lnTo>
                    <a:pt x="2007" y="11"/>
                  </a:lnTo>
                  <a:lnTo>
                    <a:pt x="1905" y="45"/>
                  </a:lnTo>
                  <a:lnTo>
                    <a:pt x="1803" y="90"/>
                  </a:lnTo>
                  <a:lnTo>
                    <a:pt x="1712" y="170"/>
                  </a:lnTo>
                  <a:lnTo>
                    <a:pt x="1644" y="249"/>
                  </a:lnTo>
                  <a:lnTo>
                    <a:pt x="1587" y="351"/>
                  </a:lnTo>
                  <a:lnTo>
                    <a:pt x="1553" y="453"/>
                  </a:lnTo>
                  <a:lnTo>
                    <a:pt x="1542" y="578"/>
                  </a:lnTo>
                  <a:lnTo>
                    <a:pt x="1542" y="964"/>
                  </a:lnTo>
                  <a:lnTo>
                    <a:pt x="193" y="964"/>
                  </a:lnTo>
                  <a:lnTo>
                    <a:pt x="193" y="964"/>
                  </a:lnTo>
                  <a:lnTo>
                    <a:pt x="147" y="964"/>
                  </a:lnTo>
                  <a:lnTo>
                    <a:pt x="113" y="975"/>
                  </a:lnTo>
                  <a:lnTo>
                    <a:pt x="79" y="998"/>
                  </a:lnTo>
                  <a:lnTo>
                    <a:pt x="57" y="1020"/>
                  </a:lnTo>
                  <a:lnTo>
                    <a:pt x="34" y="1043"/>
                  </a:lnTo>
                  <a:lnTo>
                    <a:pt x="11" y="1077"/>
                  </a:lnTo>
                  <a:lnTo>
                    <a:pt x="0" y="1111"/>
                  </a:lnTo>
                  <a:lnTo>
                    <a:pt x="0" y="1156"/>
                  </a:lnTo>
                  <a:lnTo>
                    <a:pt x="0" y="1928"/>
                  </a:lnTo>
                  <a:lnTo>
                    <a:pt x="0" y="1928"/>
                  </a:lnTo>
                  <a:lnTo>
                    <a:pt x="0" y="1973"/>
                  </a:lnTo>
                  <a:lnTo>
                    <a:pt x="11" y="2007"/>
                  </a:lnTo>
                  <a:lnTo>
                    <a:pt x="34" y="2041"/>
                  </a:lnTo>
                  <a:lnTo>
                    <a:pt x="57" y="2064"/>
                  </a:lnTo>
                  <a:lnTo>
                    <a:pt x="79" y="2086"/>
                  </a:lnTo>
                  <a:lnTo>
                    <a:pt x="113" y="2109"/>
                  </a:lnTo>
                  <a:lnTo>
                    <a:pt x="147" y="2120"/>
                  </a:lnTo>
                  <a:lnTo>
                    <a:pt x="193" y="2120"/>
                  </a:lnTo>
                  <a:lnTo>
                    <a:pt x="193" y="3867"/>
                  </a:lnTo>
                  <a:lnTo>
                    <a:pt x="193" y="3867"/>
                  </a:lnTo>
                  <a:lnTo>
                    <a:pt x="193" y="3901"/>
                  </a:lnTo>
                  <a:lnTo>
                    <a:pt x="204" y="3935"/>
                  </a:lnTo>
                  <a:lnTo>
                    <a:pt x="227" y="3969"/>
                  </a:lnTo>
                  <a:lnTo>
                    <a:pt x="249" y="4003"/>
                  </a:lnTo>
                  <a:lnTo>
                    <a:pt x="272" y="4026"/>
                  </a:lnTo>
                  <a:lnTo>
                    <a:pt x="306" y="4037"/>
                  </a:lnTo>
                  <a:lnTo>
                    <a:pt x="351" y="4048"/>
                  </a:lnTo>
                  <a:lnTo>
                    <a:pt x="385" y="4060"/>
                  </a:lnTo>
                  <a:lnTo>
                    <a:pt x="5024" y="4060"/>
                  </a:lnTo>
                  <a:lnTo>
                    <a:pt x="5024" y="4060"/>
                  </a:lnTo>
                  <a:lnTo>
                    <a:pt x="5069" y="4048"/>
                  </a:lnTo>
                  <a:lnTo>
                    <a:pt x="5103" y="4037"/>
                  </a:lnTo>
                  <a:lnTo>
                    <a:pt x="5137" y="4026"/>
                  </a:lnTo>
                  <a:lnTo>
                    <a:pt x="5160" y="4003"/>
                  </a:lnTo>
                  <a:lnTo>
                    <a:pt x="5194" y="3969"/>
                  </a:lnTo>
                  <a:lnTo>
                    <a:pt x="5205" y="3935"/>
                  </a:lnTo>
                  <a:lnTo>
                    <a:pt x="5216" y="3901"/>
                  </a:lnTo>
                  <a:lnTo>
                    <a:pt x="5216" y="3867"/>
                  </a:lnTo>
                  <a:lnTo>
                    <a:pt x="5216" y="2120"/>
                  </a:lnTo>
                  <a:lnTo>
                    <a:pt x="5216" y="2120"/>
                  </a:lnTo>
                  <a:lnTo>
                    <a:pt x="5262" y="2120"/>
                  </a:lnTo>
                  <a:lnTo>
                    <a:pt x="5296" y="2109"/>
                  </a:lnTo>
                  <a:lnTo>
                    <a:pt x="5330" y="2086"/>
                  </a:lnTo>
                  <a:lnTo>
                    <a:pt x="5364" y="2064"/>
                  </a:lnTo>
                  <a:lnTo>
                    <a:pt x="5386" y="2041"/>
                  </a:lnTo>
                  <a:lnTo>
                    <a:pt x="5398" y="2007"/>
                  </a:lnTo>
                  <a:lnTo>
                    <a:pt x="5409" y="1973"/>
                  </a:lnTo>
                  <a:lnTo>
                    <a:pt x="5409" y="1928"/>
                  </a:lnTo>
                  <a:lnTo>
                    <a:pt x="5409" y="1156"/>
                  </a:lnTo>
                  <a:lnTo>
                    <a:pt x="5409" y="1156"/>
                  </a:lnTo>
                  <a:lnTo>
                    <a:pt x="5409" y="1111"/>
                  </a:lnTo>
                  <a:lnTo>
                    <a:pt x="5398" y="1077"/>
                  </a:lnTo>
                  <a:lnTo>
                    <a:pt x="5386" y="1043"/>
                  </a:lnTo>
                  <a:lnTo>
                    <a:pt x="5364" y="1020"/>
                  </a:lnTo>
                  <a:lnTo>
                    <a:pt x="5330" y="998"/>
                  </a:lnTo>
                  <a:lnTo>
                    <a:pt x="5296" y="975"/>
                  </a:lnTo>
                  <a:lnTo>
                    <a:pt x="5262" y="964"/>
                  </a:lnTo>
                  <a:lnTo>
                    <a:pt x="5216" y="964"/>
                  </a:lnTo>
                  <a:lnTo>
                    <a:pt x="5216" y="964"/>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3" name="Freeform 347">
              <a:extLst>
                <a:ext uri="{FF2B5EF4-FFF2-40B4-BE49-F238E27FC236}">
                  <a16:creationId xmlns:a16="http://schemas.microsoft.com/office/drawing/2014/main" id="{43BB94DF-EB7D-4E49-9B42-98457FD0D913}"/>
                </a:ext>
              </a:extLst>
            </p:cNvPr>
            <p:cNvSpPr>
              <a:spLocks/>
            </p:cNvSpPr>
            <p:nvPr/>
          </p:nvSpPr>
          <p:spPr bwMode="auto">
            <a:xfrm>
              <a:off x="3062538" y="1587178"/>
              <a:ext cx="196013" cy="48814"/>
            </a:xfrm>
            <a:custGeom>
              <a:avLst/>
              <a:gdLst>
                <a:gd name="T0" fmla="*/ 2325 w 2325"/>
                <a:gd name="T1" fmla="*/ 579 h 579"/>
                <a:gd name="T2" fmla="*/ 1939 w 2325"/>
                <a:gd name="T3" fmla="*/ 579 h 579"/>
                <a:gd name="T4" fmla="*/ 1939 w 2325"/>
                <a:gd name="T5" fmla="*/ 193 h 579"/>
                <a:gd name="T6" fmla="*/ 1939 w 2325"/>
                <a:gd name="T7" fmla="*/ 193 h 579"/>
                <a:gd name="T8" fmla="*/ 1939 w 2325"/>
                <a:gd name="T9" fmla="*/ 148 h 579"/>
                <a:gd name="T10" fmla="*/ 1928 w 2325"/>
                <a:gd name="T11" fmla="*/ 114 h 579"/>
                <a:gd name="T12" fmla="*/ 1905 w 2325"/>
                <a:gd name="T13" fmla="*/ 80 h 579"/>
                <a:gd name="T14" fmla="*/ 1883 w 2325"/>
                <a:gd name="T15" fmla="*/ 57 h 579"/>
                <a:gd name="T16" fmla="*/ 1849 w 2325"/>
                <a:gd name="T17" fmla="*/ 34 h 579"/>
                <a:gd name="T18" fmla="*/ 1815 w 2325"/>
                <a:gd name="T19" fmla="*/ 12 h 579"/>
                <a:gd name="T20" fmla="*/ 1781 w 2325"/>
                <a:gd name="T21" fmla="*/ 0 h 579"/>
                <a:gd name="T22" fmla="*/ 1747 w 2325"/>
                <a:gd name="T23" fmla="*/ 0 h 579"/>
                <a:gd name="T24" fmla="*/ 578 w 2325"/>
                <a:gd name="T25" fmla="*/ 0 h 579"/>
                <a:gd name="T26" fmla="*/ 578 w 2325"/>
                <a:gd name="T27" fmla="*/ 0 h 579"/>
                <a:gd name="T28" fmla="*/ 544 w 2325"/>
                <a:gd name="T29" fmla="*/ 0 h 579"/>
                <a:gd name="T30" fmla="*/ 510 w 2325"/>
                <a:gd name="T31" fmla="*/ 12 h 579"/>
                <a:gd name="T32" fmla="*/ 476 w 2325"/>
                <a:gd name="T33" fmla="*/ 34 h 579"/>
                <a:gd name="T34" fmla="*/ 442 w 2325"/>
                <a:gd name="T35" fmla="*/ 57 h 579"/>
                <a:gd name="T36" fmla="*/ 420 w 2325"/>
                <a:gd name="T37" fmla="*/ 80 h 579"/>
                <a:gd name="T38" fmla="*/ 408 w 2325"/>
                <a:gd name="T39" fmla="*/ 114 h 579"/>
                <a:gd name="T40" fmla="*/ 397 w 2325"/>
                <a:gd name="T41" fmla="*/ 148 h 579"/>
                <a:gd name="T42" fmla="*/ 386 w 2325"/>
                <a:gd name="T43" fmla="*/ 193 h 579"/>
                <a:gd name="T44" fmla="*/ 386 w 2325"/>
                <a:gd name="T45" fmla="*/ 579 h 579"/>
                <a:gd name="T46" fmla="*/ 0 w 2325"/>
                <a:gd name="T47" fmla="*/ 57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25" h="579">
                  <a:moveTo>
                    <a:pt x="2325" y="579"/>
                  </a:moveTo>
                  <a:lnTo>
                    <a:pt x="1939" y="579"/>
                  </a:lnTo>
                  <a:lnTo>
                    <a:pt x="1939" y="193"/>
                  </a:lnTo>
                  <a:lnTo>
                    <a:pt x="1939" y="193"/>
                  </a:lnTo>
                  <a:lnTo>
                    <a:pt x="1939" y="148"/>
                  </a:lnTo>
                  <a:lnTo>
                    <a:pt x="1928" y="114"/>
                  </a:lnTo>
                  <a:lnTo>
                    <a:pt x="1905" y="80"/>
                  </a:lnTo>
                  <a:lnTo>
                    <a:pt x="1883" y="57"/>
                  </a:lnTo>
                  <a:lnTo>
                    <a:pt x="1849" y="34"/>
                  </a:lnTo>
                  <a:lnTo>
                    <a:pt x="1815" y="12"/>
                  </a:lnTo>
                  <a:lnTo>
                    <a:pt x="1781" y="0"/>
                  </a:lnTo>
                  <a:lnTo>
                    <a:pt x="1747" y="0"/>
                  </a:lnTo>
                  <a:lnTo>
                    <a:pt x="578" y="0"/>
                  </a:lnTo>
                  <a:lnTo>
                    <a:pt x="578" y="0"/>
                  </a:lnTo>
                  <a:lnTo>
                    <a:pt x="544" y="0"/>
                  </a:lnTo>
                  <a:lnTo>
                    <a:pt x="510" y="12"/>
                  </a:lnTo>
                  <a:lnTo>
                    <a:pt x="476" y="34"/>
                  </a:lnTo>
                  <a:lnTo>
                    <a:pt x="442" y="57"/>
                  </a:lnTo>
                  <a:lnTo>
                    <a:pt x="420" y="80"/>
                  </a:lnTo>
                  <a:lnTo>
                    <a:pt x="408" y="114"/>
                  </a:lnTo>
                  <a:lnTo>
                    <a:pt x="397" y="148"/>
                  </a:lnTo>
                  <a:lnTo>
                    <a:pt x="386" y="193"/>
                  </a:lnTo>
                  <a:lnTo>
                    <a:pt x="386" y="579"/>
                  </a:lnTo>
                  <a:lnTo>
                    <a:pt x="0" y="579"/>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5" name="Line 348">
              <a:extLst>
                <a:ext uri="{FF2B5EF4-FFF2-40B4-BE49-F238E27FC236}">
                  <a16:creationId xmlns:a16="http://schemas.microsoft.com/office/drawing/2014/main" id="{B9910846-012A-4814-8377-99997630C127}"/>
                </a:ext>
              </a:extLst>
            </p:cNvPr>
            <p:cNvSpPr>
              <a:spLocks noChangeShapeType="1"/>
            </p:cNvSpPr>
            <p:nvPr/>
          </p:nvSpPr>
          <p:spPr bwMode="auto">
            <a:xfrm flipH="1">
              <a:off x="3095081" y="1635992"/>
              <a:ext cx="130928"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6" name="Freeform 349">
              <a:extLst>
                <a:ext uri="{FF2B5EF4-FFF2-40B4-BE49-F238E27FC236}">
                  <a16:creationId xmlns:a16="http://schemas.microsoft.com/office/drawing/2014/main" id="{AC0F68DD-A266-455C-8F02-18AC53FA3A89}"/>
                </a:ext>
              </a:extLst>
            </p:cNvPr>
            <p:cNvSpPr>
              <a:spLocks/>
            </p:cNvSpPr>
            <p:nvPr/>
          </p:nvSpPr>
          <p:spPr bwMode="auto">
            <a:xfrm>
              <a:off x="3140016" y="1755454"/>
              <a:ext cx="41057" cy="44008"/>
            </a:xfrm>
            <a:custGeom>
              <a:avLst/>
              <a:gdLst>
                <a:gd name="T0" fmla="*/ 487 w 487"/>
                <a:gd name="T1" fmla="*/ 0 h 522"/>
                <a:gd name="T2" fmla="*/ 487 w 487"/>
                <a:gd name="T3" fmla="*/ 284 h 522"/>
                <a:gd name="T4" fmla="*/ 487 w 487"/>
                <a:gd name="T5" fmla="*/ 284 h 522"/>
                <a:gd name="T6" fmla="*/ 487 w 487"/>
                <a:gd name="T7" fmla="*/ 329 h 522"/>
                <a:gd name="T8" fmla="*/ 476 w 487"/>
                <a:gd name="T9" fmla="*/ 374 h 522"/>
                <a:gd name="T10" fmla="*/ 453 w 487"/>
                <a:gd name="T11" fmla="*/ 420 h 522"/>
                <a:gd name="T12" fmla="*/ 419 w 487"/>
                <a:gd name="T13" fmla="*/ 454 h 522"/>
                <a:gd name="T14" fmla="*/ 385 w 487"/>
                <a:gd name="T15" fmla="*/ 488 h 522"/>
                <a:gd name="T16" fmla="*/ 340 w 487"/>
                <a:gd name="T17" fmla="*/ 510 h 522"/>
                <a:gd name="T18" fmla="*/ 295 w 487"/>
                <a:gd name="T19" fmla="*/ 522 h 522"/>
                <a:gd name="T20" fmla="*/ 249 w 487"/>
                <a:gd name="T21" fmla="*/ 522 h 522"/>
                <a:gd name="T22" fmla="*/ 249 w 487"/>
                <a:gd name="T23" fmla="*/ 522 h 522"/>
                <a:gd name="T24" fmla="*/ 192 w 487"/>
                <a:gd name="T25" fmla="*/ 522 h 522"/>
                <a:gd name="T26" fmla="*/ 147 w 487"/>
                <a:gd name="T27" fmla="*/ 510 h 522"/>
                <a:gd name="T28" fmla="*/ 113 w 487"/>
                <a:gd name="T29" fmla="*/ 488 h 522"/>
                <a:gd name="T30" fmla="*/ 68 w 487"/>
                <a:gd name="T31" fmla="*/ 454 h 522"/>
                <a:gd name="T32" fmla="*/ 45 w 487"/>
                <a:gd name="T33" fmla="*/ 420 h 522"/>
                <a:gd name="T34" fmla="*/ 22 w 487"/>
                <a:gd name="T35" fmla="*/ 374 h 522"/>
                <a:gd name="T36" fmla="*/ 0 w 487"/>
                <a:gd name="T37" fmla="*/ 329 h 522"/>
                <a:gd name="T38" fmla="*/ 0 w 487"/>
                <a:gd name="T39" fmla="*/ 284 h 522"/>
                <a:gd name="T40" fmla="*/ 0 w 487"/>
                <a:gd name="T41" fmla="*/ 0 h 522"/>
                <a:gd name="T42" fmla="*/ 487 w 487"/>
                <a:gd name="T4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7" h="522">
                  <a:moveTo>
                    <a:pt x="487" y="0"/>
                  </a:moveTo>
                  <a:lnTo>
                    <a:pt x="487" y="284"/>
                  </a:lnTo>
                  <a:lnTo>
                    <a:pt x="487" y="284"/>
                  </a:lnTo>
                  <a:lnTo>
                    <a:pt x="487" y="329"/>
                  </a:lnTo>
                  <a:lnTo>
                    <a:pt x="476" y="374"/>
                  </a:lnTo>
                  <a:lnTo>
                    <a:pt x="453" y="420"/>
                  </a:lnTo>
                  <a:lnTo>
                    <a:pt x="419" y="454"/>
                  </a:lnTo>
                  <a:lnTo>
                    <a:pt x="385" y="488"/>
                  </a:lnTo>
                  <a:lnTo>
                    <a:pt x="340" y="510"/>
                  </a:lnTo>
                  <a:lnTo>
                    <a:pt x="295" y="522"/>
                  </a:lnTo>
                  <a:lnTo>
                    <a:pt x="249" y="522"/>
                  </a:lnTo>
                  <a:lnTo>
                    <a:pt x="249" y="522"/>
                  </a:lnTo>
                  <a:lnTo>
                    <a:pt x="192" y="522"/>
                  </a:lnTo>
                  <a:lnTo>
                    <a:pt x="147" y="510"/>
                  </a:lnTo>
                  <a:lnTo>
                    <a:pt x="113" y="488"/>
                  </a:lnTo>
                  <a:lnTo>
                    <a:pt x="68" y="454"/>
                  </a:lnTo>
                  <a:lnTo>
                    <a:pt x="45" y="420"/>
                  </a:lnTo>
                  <a:lnTo>
                    <a:pt x="22" y="374"/>
                  </a:lnTo>
                  <a:lnTo>
                    <a:pt x="0" y="329"/>
                  </a:lnTo>
                  <a:lnTo>
                    <a:pt x="0" y="284"/>
                  </a:lnTo>
                  <a:lnTo>
                    <a:pt x="0" y="0"/>
                  </a:lnTo>
                  <a:lnTo>
                    <a:pt x="487"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50" name="Rectangle 350">
              <a:extLst>
                <a:ext uri="{FF2B5EF4-FFF2-40B4-BE49-F238E27FC236}">
                  <a16:creationId xmlns:a16="http://schemas.microsoft.com/office/drawing/2014/main" id="{A5F12326-149B-4FF5-93CC-EE25E51E458A}"/>
                </a:ext>
              </a:extLst>
            </p:cNvPr>
            <p:cNvSpPr>
              <a:spLocks noChangeArrowheads="1"/>
            </p:cNvSpPr>
            <p:nvPr/>
          </p:nvSpPr>
          <p:spPr bwMode="auto">
            <a:xfrm>
              <a:off x="3140016" y="1705797"/>
              <a:ext cx="41057" cy="49657"/>
            </a:xfrm>
            <a:prstGeom prst="rect">
              <a:avLst/>
            </a:prstGeom>
            <a:noFill/>
            <a:ln w="12700">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51" name="Line 351">
              <a:extLst>
                <a:ext uri="{FF2B5EF4-FFF2-40B4-BE49-F238E27FC236}">
                  <a16:creationId xmlns:a16="http://schemas.microsoft.com/office/drawing/2014/main" id="{FB93CC25-3497-4C36-8D76-BFDBB5109C71}"/>
                </a:ext>
              </a:extLst>
            </p:cNvPr>
            <p:cNvSpPr>
              <a:spLocks noChangeShapeType="1"/>
            </p:cNvSpPr>
            <p:nvPr/>
          </p:nvSpPr>
          <p:spPr bwMode="auto">
            <a:xfrm flipH="1">
              <a:off x="2948809" y="1733450"/>
              <a:ext cx="191207"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52" name="Line 352">
              <a:extLst>
                <a:ext uri="{FF2B5EF4-FFF2-40B4-BE49-F238E27FC236}">
                  <a16:creationId xmlns:a16="http://schemas.microsoft.com/office/drawing/2014/main" id="{29D118C2-AEEE-4E51-A89E-F54E86EFD13F}"/>
                </a:ext>
              </a:extLst>
            </p:cNvPr>
            <p:cNvSpPr>
              <a:spLocks noChangeShapeType="1"/>
            </p:cNvSpPr>
            <p:nvPr/>
          </p:nvSpPr>
          <p:spPr bwMode="auto">
            <a:xfrm flipH="1">
              <a:off x="3181073" y="1733450"/>
              <a:ext cx="191207"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grpSp>
      <p:sp>
        <p:nvSpPr>
          <p:cNvPr id="54" name="Title 1">
            <a:extLst>
              <a:ext uri="{FF2B5EF4-FFF2-40B4-BE49-F238E27FC236}">
                <a16:creationId xmlns:a16="http://schemas.microsoft.com/office/drawing/2014/main" id="{5695D69A-B212-47EF-A0D5-8CAC7CE1866D}"/>
              </a:ext>
            </a:extLst>
          </p:cNvPr>
          <p:cNvSpPr txBox="1">
            <a:spLocks/>
          </p:cNvSpPr>
          <p:nvPr userDrawn="1"/>
        </p:nvSpPr>
        <p:spPr>
          <a:xfrm>
            <a:off x="9402763" y="3888786"/>
            <a:ext cx="1993755"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a:t>לקוחות בולטים</a:t>
            </a:r>
          </a:p>
        </p:txBody>
      </p:sp>
      <p:sp>
        <p:nvSpPr>
          <p:cNvPr id="55" name="Text Placeholder 3">
            <a:extLst>
              <a:ext uri="{FF2B5EF4-FFF2-40B4-BE49-F238E27FC236}">
                <a16:creationId xmlns:a16="http://schemas.microsoft.com/office/drawing/2014/main" id="{4E80934C-FB06-4E50-A516-3FF191BC8651}"/>
              </a:ext>
            </a:extLst>
          </p:cNvPr>
          <p:cNvSpPr>
            <a:spLocks noGrp="1"/>
          </p:cNvSpPr>
          <p:nvPr>
            <p:ph type="body" sz="half" idx="25"/>
          </p:nvPr>
        </p:nvSpPr>
        <p:spPr>
          <a:xfrm>
            <a:off x="9402763" y="4415075"/>
            <a:ext cx="2432687" cy="1649295"/>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6" name="Graphic 5" descr="Stars outline">
            <a:extLst>
              <a:ext uri="{FF2B5EF4-FFF2-40B4-BE49-F238E27FC236}">
                <a16:creationId xmlns:a16="http://schemas.microsoft.com/office/drawing/2014/main" id="{98C144D0-5F3A-4ADE-A59F-D76F407D73C8}"/>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rcRect/>
          <a:stretch/>
        </p:blipFill>
        <p:spPr>
          <a:xfrm>
            <a:off x="8623523" y="4225431"/>
            <a:ext cx="387850" cy="387850"/>
          </a:xfrm>
          <a:prstGeom prst="rect">
            <a:avLst/>
          </a:prstGeom>
        </p:spPr>
      </p:pic>
      <p:pic>
        <p:nvPicPr>
          <p:cNvPr id="8" name="Graphic 7" descr="Employee badge outline">
            <a:extLst>
              <a:ext uri="{FF2B5EF4-FFF2-40B4-BE49-F238E27FC236}">
                <a16:creationId xmlns:a16="http://schemas.microsoft.com/office/drawing/2014/main" id="{DD382721-A9F2-4215-B61A-97278395EDB7}"/>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8553322" y="1232430"/>
            <a:ext cx="432000" cy="432000"/>
          </a:xfrm>
          <a:prstGeom prst="rect">
            <a:avLst/>
          </a:prstGeom>
        </p:spPr>
      </p:pic>
    </p:spTree>
    <p:extLst>
      <p:ext uri="{BB962C8B-B14F-4D97-AF65-F5344CB8AC3E}">
        <p14:creationId xmlns:p14="http://schemas.microsoft.com/office/powerpoint/2010/main" val="16108477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6_white simple">
    <p:spTree>
      <p:nvGrpSpPr>
        <p:cNvPr id="1" name=""/>
        <p:cNvGrpSpPr/>
        <p:nvPr/>
      </p:nvGrpSpPr>
      <p:grpSpPr>
        <a:xfrm>
          <a:off x="0" y="0"/>
          <a:ext cx="0" cy="0"/>
          <a:chOff x="0" y="0"/>
          <a:chExt cx="0" cy="0"/>
        </a:xfrm>
      </p:grpSpPr>
      <p:sp>
        <p:nvSpPr>
          <p:cNvPr id="4" name="Flowchart: Document 3">
            <a:extLst>
              <a:ext uri="{FF2B5EF4-FFF2-40B4-BE49-F238E27FC236}">
                <a16:creationId xmlns:a16="http://schemas.microsoft.com/office/drawing/2014/main" id="{4BEDE474-4AB9-4A8F-B389-E76503D197A6}"/>
              </a:ext>
            </a:extLst>
          </p:cNvPr>
          <p:cNvSpPr/>
          <p:nvPr userDrawn="1"/>
        </p:nvSpPr>
        <p:spPr>
          <a:xfrm flipV="1">
            <a:off x="0" y="3530600"/>
            <a:ext cx="12427938" cy="3456940"/>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2018"/>
              <a:gd name="connsiteY0" fmla="*/ 816 h 21402"/>
              <a:gd name="connsiteX1" fmla="*/ 21600 w 22018"/>
              <a:gd name="connsiteY1" fmla="*/ 816 h 21402"/>
              <a:gd name="connsiteX2" fmla="*/ 22018 w 22018"/>
              <a:gd name="connsiteY2" fmla="*/ 1787 h 21402"/>
              <a:gd name="connsiteX3" fmla="*/ 0 w 22018"/>
              <a:gd name="connsiteY3" fmla="*/ 20988 h 21402"/>
              <a:gd name="connsiteX4" fmla="*/ 0 w 22018"/>
              <a:gd name="connsiteY4" fmla="*/ 816 h 2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8" h="21402">
                <a:moveTo>
                  <a:pt x="0" y="816"/>
                </a:moveTo>
                <a:lnTo>
                  <a:pt x="21600" y="816"/>
                </a:lnTo>
                <a:cubicBezTo>
                  <a:pt x="21600" y="6590"/>
                  <a:pt x="22018" y="-3987"/>
                  <a:pt x="22018" y="1787"/>
                </a:cubicBezTo>
                <a:cubicBezTo>
                  <a:pt x="11218" y="1787"/>
                  <a:pt x="10800" y="24738"/>
                  <a:pt x="0" y="20988"/>
                </a:cubicBezTo>
                <a:lnTo>
                  <a:pt x="0" y="81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dirty="0"/>
          </a:p>
        </p:txBody>
      </p:sp>
      <p:sp>
        <p:nvSpPr>
          <p:cNvPr id="59" name="Rectangle 58">
            <a:extLst>
              <a:ext uri="{FF2B5EF4-FFF2-40B4-BE49-F238E27FC236}">
                <a16:creationId xmlns:a16="http://schemas.microsoft.com/office/drawing/2014/main" id="{4CC6EF9F-1611-4948-8FE3-D8654A50ACC5}"/>
              </a:ext>
            </a:extLst>
          </p:cNvPr>
          <p:cNvSpPr/>
          <p:nvPr userDrawn="1"/>
        </p:nvSpPr>
        <p:spPr>
          <a:xfrm>
            <a:off x="11089481" y="3806661"/>
            <a:ext cx="726119" cy="573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6" name="TextBox 55">
            <a:extLst>
              <a:ext uri="{FF2B5EF4-FFF2-40B4-BE49-F238E27FC236}">
                <a16:creationId xmlns:a16="http://schemas.microsoft.com/office/drawing/2014/main" id="{BE2A30FD-4DC5-43C2-85EA-EE727573E9C1}"/>
              </a:ext>
            </a:extLst>
          </p:cNvPr>
          <p:cNvSpPr txBox="1"/>
          <p:nvPr userDrawn="1"/>
        </p:nvSpPr>
        <p:spPr>
          <a:xfrm>
            <a:off x="10410825" y="3594850"/>
            <a:ext cx="1438275" cy="318924"/>
          </a:xfrm>
          <a:prstGeom prst="rect">
            <a:avLst/>
          </a:prstGeom>
          <a:noFill/>
        </p:spPr>
        <p:txBody>
          <a:bodyPr wrap="square" lIns="36000" tIns="36000" rIns="36000" bIns="36000">
            <a:spAutoFit/>
          </a:bodyPr>
          <a:lstStyle/>
          <a:p>
            <a:pPr algn="r" rtl="1"/>
            <a:r>
              <a:rPr lang="he-IL" sz="1600" b="1" dirty="0"/>
              <a:t>פרויקטים</a:t>
            </a:r>
          </a:p>
        </p:txBody>
      </p:sp>
      <p:sp>
        <p:nvSpPr>
          <p:cNvPr id="61" name="Oval 23">
            <a:extLst>
              <a:ext uri="{FF2B5EF4-FFF2-40B4-BE49-F238E27FC236}">
                <a16:creationId xmlns:a16="http://schemas.microsoft.com/office/drawing/2014/main" id="{08D217E6-EE8C-4C3B-9B7E-140BC5068BE0}"/>
              </a:ext>
            </a:extLst>
          </p:cNvPr>
          <p:cNvSpPr/>
          <p:nvPr userDrawn="1"/>
        </p:nvSpPr>
        <p:spPr>
          <a:xfrm>
            <a:off x="8089904" y="4019591"/>
            <a:ext cx="483298" cy="407152"/>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8629 w 970674"/>
              <a:gd name="connsiteY0" fmla="*/ 345440 h 802640"/>
              <a:gd name="connsiteX1" fmla="*/ 826509 w 970674"/>
              <a:gd name="connsiteY1" fmla="*/ 0 h 802640"/>
              <a:gd name="connsiteX2" fmla="*/ 923029 w 970674"/>
              <a:gd name="connsiteY2" fmla="*/ 345440 h 802640"/>
              <a:gd name="connsiteX3" fmla="*/ 465829 w 970674"/>
              <a:gd name="connsiteY3" fmla="*/ 802640 h 802640"/>
              <a:gd name="connsiteX4" fmla="*/ 8629 w 970674"/>
              <a:gd name="connsiteY4" fmla="*/ 345440 h 802640"/>
              <a:gd name="connsiteX0" fmla="*/ 5266 w 967311"/>
              <a:gd name="connsiteY0" fmla="*/ 345440 h 863600"/>
              <a:gd name="connsiteX1" fmla="*/ 823146 w 967311"/>
              <a:gd name="connsiteY1" fmla="*/ 0 h 863600"/>
              <a:gd name="connsiteX2" fmla="*/ 919666 w 967311"/>
              <a:gd name="connsiteY2" fmla="*/ 345440 h 863600"/>
              <a:gd name="connsiteX3" fmla="*/ 523426 w 967311"/>
              <a:gd name="connsiteY3" fmla="*/ 863600 h 863600"/>
              <a:gd name="connsiteX4" fmla="*/ 5266 w 967311"/>
              <a:gd name="connsiteY4" fmla="*/ 345440 h 863600"/>
              <a:gd name="connsiteX0" fmla="*/ 4304 w 1025384"/>
              <a:gd name="connsiteY0" fmla="*/ 345564 h 863833"/>
              <a:gd name="connsiteX1" fmla="*/ 822184 w 1025384"/>
              <a:gd name="connsiteY1" fmla="*/ 124 h 863833"/>
              <a:gd name="connsiteX2" fmla="*/ 1025384 w 1025384"/>
              <a:gd name="connsiteY2" fmla="*/ 381124 h 863833"/>
              <a:gd name="connsiteX3" fmla="*/ 522464 w 1025384"/>
              <a:gd name="connsiteY3" fmla="*/ 863724 h 863833"/>
              <a:gd name="connsiteX4" fmla="*/ 4304 w 1025384"/>
              <a:gd name="connsiteY4" fmla="*/ 345564 h 863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384" h="863833">
                <a:moveTo>
                  <a:pt x="4304" y="345564"/>
                </a:moveTo>
                <a:cubicBezTo>
                  <a:pt x="54257" y="201631"/>
                  <a:pt x="652004" y="-5803"/>
                  <a:pt x="822184" y="124"/>
                </a:cubicBezTo>
                <a:cubicBezTo>
                  <a:pt x="992364" y="6051"/>
                  <a:pt x="1025384" y="128619"/>
                  <a:pt x="1025384" y="381124"/>
                </a:cubicBezTo>
                <a:cubicBezTo>
                  <a:pt x="1025384" y="633629"/>
                  <a:pt x="692644" y="869651"/>
                  <a:pt x="522464" y="863724"/>
                </a:cubicBezTo>
                <a:cubicBezTo>
                  <a:pt x="352284" y="857797"/>
                  <a:pt x="-45649" y="489497"/>
                  <a:pt x="4304" y="345564"/>
                </a:cubicBezTo>
                <a:close/>
              </a:path>
            </a:pathLst>
          </a:custGeom>
          <a:gradFill>
            <a:gsLst>
              <a:gs pos="0">
                <a:srgbClr val="FFE07E"/>
              </a:gs>
              <a:gs pos="87000">
                <a:srgbClr val="B8ECEA"/>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R="0" lvl="0" indent="0" algn="ctr" rtl="0" fontAlgn="auto">
              <a:lnSpc>
                <a:spcPct val="100000"/>
              </a:lnSpc>
              <a:spcBef>
                <a:spcPts val="0"/>
              </a:spcBef>
              <a:spcAft>
                <a:spcPts val="0"/>
              </a:spcAft>
              <a:buClrTx/>
              <a:buSzTx/>
              <a:buFontTx/>
              <a:buNone/>
              <a:tabLst/>
            </a:pPr>
            <a:endParaRPr kumimoji="0" lang="he-IL" b="0" i="0" u="none" strike="noStrike" cap="none" spc="0" normalizeH="0" baseline="0" dirty="0">
              <a:ln>
                <a:noFill/>
              </a:ln>
              <a:solidFill>
                <a:prstClr val="white"/>
              </a:solidFill>
              <a:effectLst/>
              <a:uLnTx/>
              <a:uFillTx/>
              <a:latin typeface="Calibri" panose="020F0502020204030204"/>
              <a:cs typeface="Arial" panose="020B0604020202020204" pitchFamily="34" charset="0"/>
            </a:endParaRPr>
          </a:p>
        </p:txBody>
      </p:sp>
      <p:sp>
        <p:nvSpPr>
          <p:cNvPr id="62" name="Oval 23">
            <a:extLst>
              <a:ext uri="{FF2B5EF4-FFF2-40B4-BE49-F238E27FC236}">
                <a16:creationId xmlns:a16="http://schemas.microsoft.com/office/drawing/2014/main" id="{C3339E1A-159D-4B6E-AA6D-12309BA28F3B}"/>
              </a:ext>
            </a:extLst>
          </p:cNvPr>
          <p:cNvSpPr/>
          <p:nvPr userDrawn="1"/>
        </p:nvSpPr>
        <p:spPr>
          <a:xfrm>
            <a:off x="11396518" y="3986097"/>
            <a:ext cx="483298" cy="407152"/>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8629 w 970674"/>
              <a:gd name="connsiteY0" fmla="*/ 345440 h 802640"/>
              <a:gd name="connsiteX1" fmla="*/ 826509 w 970674"/>
              <a:gd name="connsiteY1" fmla="*/ 0 h 802640"/>
              <a:gd name="connsiteX2" fmla="*/ 923029 w 970674"/>
              <a:gd name="connsiteY2" fmla="*/ 345440 h 802640"/>
              <a:gd name="connsiteX3" fmla="*/ 465829 w 970674"/>
              <a:gd name="connsiteY3" fmla="*/ 802640 h 802640"/>
              <a:gd name="connsiteX4" fmla="*/ 8629 w 970674"/>
              <a:gd name="connsiteY4" fmla="*/ 345440 h 802640"/>
              <a:gd name="connsiteX0" fmla="*/ 5266 w 967311"/>
              <a:gd name="connsiteY0" fmla="*/ 345440 h 863600"/>
              <a:gd name="connsiteX1" fmla="*/ 823146 w 967311"/>
              <a:gd name="connsiteY1" fmla="*/ 0 h 863600"/>
              <a:gd name="connsiteX2" fmla="*/ 919666 w 967311"/>
              <a:gd name="connsiteY2" fmla="*/ 345440 h 863600"/>
              <a:gd name="connsiteX3" fmla="*/ 523426 w 967311"/>
              <a:gd name="connsiteY3" fmla="*/ 863600 h 863600"/>
              <a:gd name="connsiteX4" fmla="*/ 5266 w 967311"/>
              <a:gd name="connsiteY4" fmla="*/ 345440 h 863600"/>
              <a:gd name="connsiteX0" fmla="*/ 4304 w 1025384"/>
              <a:gd name="connsiteY0" fmla="*/ 345564 h 863833"/>
              <a:gd name="connsiteX1" fmla="*/ 822184 w 1025384"/>
              <a:gd name="connsiteY1" fmla="*/ 124 h 863833"/>
              <a:gd name="connsiteX2" fmla="*/ 1025384 w 1025384"/>
              <a:gd name="connsiteY2" fmla="*/ 381124 h 863833"/>
              <a:gd name="connsiteX3" fmla="*/ 522464 w 1025384"/>
              <a:gd name="connsiteY3" fmla="*/ 863724 h 863833"/>
              <a:gd name="connsiteX4" fmla="*/ 4304 w 1025384"/>
              <a:gd name="connsiteY4" fmla="*/ 345564 h 863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384" h="863833">
                <a:moveTo>
                  <a:pt x="4304" y="345564"/>
                </a:moveTo>
                <a:cubicBezTo>
                  <a:pt x="54257" y="201631"/>
                  <a:pt x="652004" y="-5803"/>
                  <a:pt x="822184" y="124"/>
                </a:cubicBezTo>
                <a:cubicBezTo>
                  <a:pt x="992364" y="6051"/>
                  <a:pt x="1025384" y="128619"/>
                  <a:pt x="1025384" y="381124"/>
                </a:cubicBezTo>
                <a:cubicBezTo>
                  <a:pt x="1025384" y="633629"/>
                  <a:pt x="692644" y="869651"/>
                  <a:pt x="522464" y="863724"/>
                </a:cubicBezTo>
                <a:cubicBezTo>
                  <a:pt x="352284" y="857797"/>
                  <a:pt x="-45649" y="489497"/>
                  <a:pt x="4304" y="345564"/>
                </a:cubicBezTo>
                <a:close/>
              </a:path>
            </a:pathLst>
          </a:custGeom>
          <a:gradFill>
            <a:gsLst>
              <a:gs pos="0">
                <a:srgbClr val="FFE07E"/>
              </a:gs>
              <a:gs pos="87000">
                <a:srgbClr val="B8ECEA"/>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R="0" lvl="0" indent="0" algn="ctr" rtl="0" fontAlgn="auto">
              <a:lnSpc>
                <a:spcPct val="100000"/>
              </a:lnSpc>
              <a:spcBef>
                <a:spcPts val="0"/>
              </a:spcBef>
              <a:spcAft>
                <a:spcPts val="0"/>
              </a:spcAft>
              <a:buClrTx/>
              <a:buSzTx/>
              <a:buFontTx/>
              <a:buNone/>
              <a:tabLst/>
            </a:pPr>
            <a:endParaRPr kumimoji="0" lang="he-IL" b="0" i="0" u="none" strike="noStrike" cap="none" spc="0" normalizeH="0" baseline="0" dirty="0">
              <a:ln>
                <a:noFill/>
              </a:ln>
              <a:solidFill>
                <a:prstClr val="white"/>
              </a:solidFill>
              <a:effectLst/>
              <a:uLnTx/>
              <a:uFillTx/>
              <a:latin typeface="Calibri" panose="020F0502020204030204"/>
              <a:cs typeface="Arial" panose="020B0604020202020204" pitchFamily="34" charset="0"/>
            </a:endParaRPr>
          </a:p>
        </p:txBody>
      </p:sp>
      <p:sp>
        <p:nvSpPr>
          <p:cNvPr id="63" name="Oval 23">
            <a:extLst>
              <a:ext uri="{FF2B5EF4-FFF2-40B4-BE49-F238E27FC236}">
                <a16:creationId xmlns:a16="http://schemas.microsoft.com/office/drawing/2014/main" id="{E122F4B1-90FC-456D-9A06-9A9754CE8D39}"/>
              </a:ext>
            </a:extLst>
          </p:cNvPr>
          <p:cNvSpPr/>
          <p:nvPr userDrawn="1"/>
        </p:nvSpPr>
        <p:spPr>
          <a:xfrm>
            <a:off x="4302683" y="4029546"/>
            <a:ext cx="483298" cy="407152"/>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8629 w 970674"/>
              <a:gd name="connsiteY0" fmla="*/ 345440 h 802640"/>
              <a:gd name="connsiteX1" fmla="*/ 826509 w 970674"/>
              <a:gd name="connsiteY1" fmla="*/ 0 h 802640"/>
              <a:gd name="connsiteX2" fmla="*/ 923029 w 970674"/>
              <a:gd name="connsiteY2" fmla="*/ 345440 h 802640"/>
              <a:gd name="connsiteX3" fmla="*/ 465829 w 970674"/>
              <a:gd name="connsiteY3" fmla="*/ 802640 h 802640"/>
              <a:gd name="connsiteX4" fmla="*/ 8629 w 970674"/>
              <a:gd name="connsiteY4" fmla="*/ 345440 h 802640"/>
              <a:gd name="connsiteX0" fmla="*/ 5266 w 967311"/>
              <a:gd name="connsiteY0" fmla="*/ 345440 h 863600"/>
              <a:gd name="connsiteX1" fmla="*/ 823146 w 967311"/>
              <a:gd name="connsiteY1" fmla="*/ 0 h 863600"/>
              <a:gd name="connsiteX2" fmla="*/ 919666 w 967311"/>
              <a:gd name="connsiteY2" fmla="*/ 345440 h 863600"/>
              <a:gd name="connsiteX3" fmla="*/ 523426 w 967311"/>
              <a:gd name="connsiteY3" fmla="*/ 863600 h 863600"/>
              <a:gd name="connsiteX4" fmla="*/ 5266 w 967311"/>
              <a:gd name="connsiteY4" fmla="*/ 345440 h 863600"/>
              <a:gd name="connsiteX0" fmla="*/ 4304 w 1025384"/>
              <a:gd name="connsiteY0" fmla="*/ 345564 h 863833"/>
              <a:gd name="connsiteX1" fmla="*/ 822184 w 1025384"/>
              <a:gd name="connsiteY1" fmla="*/ 124 h 863833"/>
              <a:gd name="connsiteX2" fmla="*/ 1025384 w 1025384"/>
              <a:gd name="connsiteY2" fmla="*/ 381124 h 863833"/>
              <a:gd name="connsiteX3" fmla="*/ 522464 w 1025384"/>
              <a:gd name="connsiteY3" fmla="*/ 863724 h 863833"/>
              <a:gd name="connsiteX4" fmla="*/ 4304 w 1025384"/>
              <a:gd name="connsiteY4" fmla="*/ 345564 h 863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384" h="863833">
                <a:moveTo>
                  <a:pt x="4304" y="345564"/>
                </a:moveTo>
                <a:cubicBezTo>
                  <a:pt x="54257" y="201631"/>
                  <a:pt x="652004" y="-5803"/>
                  <a:pt x="822184" y="124"/>
                </a:cubicBezTo>
                <a:cubicBezTo>
                  <a:pt x="992364" y="6051"/>
                  <a:pt x="1025384" y="128619"/>
                  <a:pt x="1025384" y="381124"/>
                </a:cubicBezTo>
                <a:cubicBezTo>
                  <a:pt x="1025384" y="633629"/>
                  <a:pt x="692644" y="869651"/>
                  <a:pt x="522464" y="863724"/>
                </a:cubicBezTo>
                <a:cubicBezTo>
                  <a:pt x="352284" y="857797"/>
                  <a:pt x="-45649" y="489497"/>
                  <a:pt x="4304" y="345564"/>
                </a:cubicBezTo>
                <a:close/>
              </a:path>
            </a:pathLst>
          </a:custGeom>
          <a:gradFill>
            <a:gsLst>
              <a:gs pos="0">
                <a:srgbClr val="FFE07E"/>
              </a:gs>
              <a:gs pos="87000">
                <a:srgbClr val="B8ECEA"/>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R="0" lvl="0" indent="0" algn="ctr" rtl="0" fontAlgn="auto">
              <a:lnSpc>
                <a:spcPct val="100000"/>
              </a:lnSpc>
              <a:spcBef>
                <a:spcPts val="0"/>
              </a:spcBef>
              <a:spcAft>
                <a:spcPts val="0"/>
              </a:spcAft>
              <a:buClrTx/>
              <a:buSzTx/>
              <a:buFontTx/>
              <a:buNone/>
              <a:tabLst/>
            </a:pPr>
            <a:endParaRPr kumimoji="0" lang="he-IL" b="0" i="0" u="none" strike="noStrike" cap="none" spc="0" normalizeH="0" baseline="0" dirty="0">
              <a:ln>
                <a:noFill/>
              </a:ln>
              <a:solidFill>
                <a:prstClr val="white"/>
              </a:solidFill>
              <a:effectLst/>
              <a:uLnTx/>
              <a:uFillTx/>
              <a:latin typeface="Calibri" panose="020F0502020204030204"/>
              <a:cs typeface="Arial" panose="020B0604020202020204" pitchFamily="34" charset="0"/>
            </a:endParaRPr>
          </a:p>
        </p:txBody>
      </p:sp>
      <p:sp>
        <p:nvSpPr>
          <p:cNvPr id="24" name="Oval 23">
            <a:extLst>
              <a:ext uri="{FF2B5EF4-FFF2-40B4-BE49-F238E27FC236}">
                <a16:creationId xmlns:a16="http://schemas.microsoft.com/office/drawing/2014/main" id="{6BCDFF1A-811E-4870-AD89-AE69D7295174}"/>
              </a:ext>
            </a:extLst>
          </p:cNvPr>
          <p:cNvSpPr/>
          <p:nvPr userDrawn="1"/>
        </p:nvSpPr>
        <p:spPr>
          <a:xfrm>
            <a:off x="8053137" y="1280861"/>
            <a:ext cx="483298" cy="407152"/>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8629 w 970674"/>
              <a:gd name="connsiteY0" fmla="*/ 345440 h 802640"/>
              <a:gd name="connsiteX1" fmla="*/ 826509 w 970674"/>
              <a:gd name="connsiteY1" fmla="*/ 0 h 802640"/>
              <a:gd name="connsiteX2" fmla="*/ 923029 w 970674"/>
              <a:gd name="connsiteY2" fmla="*/ 345440 h 802640"/>
              <a:gd name="connsiteX3" fmla="*/ 465829 w 970674"/>
              <a:gd name="connsiteY3" fmla="*/ 802640 h 802640"/>
              <a:gd name="connsiteX4" fmla="*/ 8629 w 970674"/>
              <a:gd name="connsiteY4" fmla="*/ 345440 h 802640"/>
              <a:gd name="connsiteX0" fmla="*/ 5266 w 967311"/>
              <a:gd name="connsiteY0" fmla="*/ 345440 h 863600"/>
              <a:gd name="connsiteX1" fmla="*/ 823146 w 967311"/>
              <a:gd name="connsiteY1" fmla="*/ 0 h 863600"/>
              <a:gd name="connsiteX2" fmla="*/ 919666 w 967311"/>
              <a:gd name="connsiteY2" fmla="*/ 345440 h 863600"/>
              <a:gd name="connsiteX3" fmla="*/ 523426 w 967311"/>
              <a:gd name="connsiteY3" fmla="*/ 863600 h 863600"/>
              <a:gd name="connsiteX4" fmla="*/ 5266 w 967311"/>
              <a:gd name="connsiteY4" fmla="*/ 345440 h 863600"/>
              <a:gd name="connsiteX0" fmla="*/ 4304 w 1025384"/>
              <a:gd name="connsiteY0" fmla="*/ 345564 h 863833"/>
              <a:gd name="connsiteX1" fmla="*/ 822184 w 1025384"/>
              <a:gd name="connsiteY1" fmla="*/ 124 h 863833"/>
              <a:gd name="connsiteX2" fmla="*/ 1025384 w 1025384"/>
              <a:gd name="connsiteY2" fmla="*/ 381124 h 863833"/>
              <a:gd name="connsiteX3" fmla="*/ 522464 w 1025384"/>
              <a:gd name="connsiteY3" fmla="*/ 863724 h 863833"/>
              <a:gd name="connsiteX4" fmla="*/ 4304 w 1025384"/>
              <a:gd name="connsiteY4" fmla="*/ 345564 h 863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384" h="863833">
                <a:moveTo>
                  <a:pt x="4304" y="345564"/>
                </a:moveTo>
                <a:cubicBezTo>
                  <a:pt x="54257" y="201631"/>
                  <a:pt x="652004" y="-5803"/>
                  <a:pt x="822184" y="124"/>
                </a:cubicBezTo>
                <a:cubicBezTo>
                  <a:pt x="992364" y="6051"/>
                  <a:pt x="1025384" y="128619"/>
                  <a:pt x="1025384" y="381124"/>
                </a:cubicBezTo>
                <a:cubicBezTo>
                  <a:pt x="1025384" y="633629"/>
                  <a:pt x="692644" y="869651"/>
                  <a:pt x="522464" y="863724"/>
                </a:cubicBezTo>
                <a:cubicBezTo>
                  <a:pt x="352284" y="857797"/>
                  <a:pt x="-45649" y="489497"/>
                  <a:pt x="4304" y="345564"/>
                </a:cubicBezTo>
                <a:close/>
              </a:path>
            </a:pathLst>
          </a:custGeom>
          <a:gradFill>
            <a:gsLst>
              <a:gs pos="0">
                <a:srgbClr val="FFE07E"/>
              </a:gs>
              <a:gs pos="87000">
                <a:srgbClr val="B8ECEA"/>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R="0" lvl="0" indent="0" algn="ctr" rtl="0" fontAlgn="auto">
              <a:lnSpc>
                <a:spcPct val="100000"/>
              </a:lnSpc>
              <a:spcBef>
                <a:spcPts val="0"/>
              </a:spcBef>
              <a:spcAft>
                <a:spcPts val="0"/>
              </a:spcAft>
              <a:buClrTx/>
              <a:buSzTx/>
              <a:buFontTx/>
              <a:buNone/>
              <a:tabLst/>
            </a:pPr>
            <a:endParaRPr kumimoji="0" lang="he-IL" b="0" i="0" u="none" strike="noStrike" cap="none" spc="0" normalizeH="0" baseline="0" dirty="0">
              <a:ln>
                <a:noFill/>
              </a:ln>
              <a:solidFill>
                <a:prstClr val="white"/>
              </a:solidFill>
              <a:effectLst/>
              <a:uLnTx/>
              <a:uFillTx/>
              <a:latin typeface="Calibri" panose="020F0502020204030204"/>
              <a:cs typeface="Arial" panose="020B0604020202020204" pitchFamily="34" charset="0"/>
            </a:endParaRPr>
          </a:p>
        </p:txBody>
      </p:sp>
      <p:sp>
        <p:nvSpPr>
          <p:cNvPr id="22" name="Rectangle 21">
            <a:extLst>
              <a:ext uri="{FF2B5EF4-FFF2-40B4-BE49-F238E27FC236}">
                <a16:creationId xmlns:a16="http://schemas.microsoft.com/office/drawing/2014/main" id="{D586393C-1320-4FA6-9976-4236A69B5326}"/>
              </a:ext>
            </a:extLst>
          </p:cNvPr>
          <p:cNvSpPr/>
          <p:nvPr userDrawn="1"/>
        </p:nvSpPr>
        <p:spPr>
          <a:xfrm>
            <a:off x="10905586" y="3524724"/>
            <a:ext cx="91440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TextBox 19">
            <a:extLst>
              <a:ext uri="{FF2B5EF4-FFF2-40B4-BE49-F238E27FC236}">
                <a16:creationId xmlns:a16="http://schemas.microsoft.com/office/drawing/2014/main" id="{944E6403-21A9-46AF-8641-28D0AB2D15BF}"/>
              </a:ext>
            </a:extLst>
          </p:cNvPr>
          <p:cNvSpPr txBox="1"/>
          <p:nvPr userDrawn="1"/>
        </p:nvSpPr>
        <p:spPr>
          <a:xfrm>
            <a:off x="10410825" y="3311525"/>
            <a:ext cx="1438275" cy="318924"/>
          </a:xfrm>
          <a:prstGeom prst="rect">
            <a:avLst/>
          </a:prstGeom>
          <a:noFill/>
        </p:spPr>
        <p:txBody>
          <a:bodyPr wrap="square" lIns="36000" tIns="36000" rIns="36000" bIns="36000" rtlCol="1">
            <a:spAutoFit/>
          </a:bodyPr>
          <a:lstStyle/>
          <a:p>
            <a:pPr algn="r" rtl="1"/>
            <a:r>
              <a:rPr lang="he-IL" sz="1600" b="1" dirty="0"/>
              <a:t>שנות ניסיון</a:t>
            </a:r>
          </a:p>
        </p:txBody>
      </p:sp>
      <p:sp>
        <p:nvSpPr>
          <p:cNvPr id="2" name="Title 1"/>
          <p:cNvSpPr>
            <a:spLocks noGrp="1"/>
          </p:cNvSpPr>
          <p:nvPr>
            <p:ph type="title" hasCustomPrompt="1"/>
          </p:nvPr>
        </p:nvSpPr>
        <p:spPr>
          <a:xfrm>
            <a:off x="5996642" y="397025"/>
            <a:ext cx="5718672" cy="555475"/>
          </a:xfrm>
        </p:spPr>
        <p:txBody>
          <a:bodyPr/>
          <a:lstStyle>
            <a:lvl1pPr>
              <a:defRPr>
                <a:latin typeface="Calibri" panose="020F0502020204030204" pitchFamily="34" charset="0"/>
                <a:cs typeface="Calibri" panose="020F0502020204030204" pitchFamily="34" charset="0"/>
              </a:defRPr>
            </a:lvl1pPr>
          </a:lstStyle>
          <a:p>
            <a:r>
              <a:rPr lang="he-IL" dirty="0"/>
              <a:t>שם היועץ</a:t>
            </a:r>
          </a:p>
        </p:txBody>
      </p:sp>
      <p:sp>
        <p:nvSpPr>
          <p:cNvPr id="5" name="Slide Number Placeholder 4"/>
          <p:cNvSpPr>
            <a:spLocks noGrp="1"/>
          </p:cNvSpPr>
          <p:nvPr>
            <p:ph type="sldNum" sz="quarter" idx="12"/>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F071731C-2FB4-4791-9DD0-032D7FFF30DA}"/>
              </a:ext>
            </a:extLst>
          </p:cNvPr>
          <p:cNvSpPr>
            <a:spLocks noGrp="1"/>
          </p:cNvSpPr>
          <p:nvPr>
            <p:ph type="pic" idx="14"/>
          </p:nvPr>
        </p:nvSpPr>
        <p:spPr>
          <a:xfrm>
            <a:off x="10176206" y="1203341"/>
            <a:ext cx="1672267" cy="1708029"/>
          </a:xfrm>
        </p:spPr>
        <p:txBody>
          <a:bodyPr/>
          <a:lstStyle>
            <a:lvl1pPr marL="0" indent="0" algn="l" rtl="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dirty="0"/>
          </a:p>
        </p:txBody>
      </p:sp>
      <p:grpSp>
        <p:nvGrpSpPr>
          <p:cNvPr id="14" name="Group 13">
            <a:extLst>
              <a:ext uri="{FF2B5EF4-FFF2-40B4-BE49-F238E27FC236}">
                <a16:creationId xmlns:a16="http://schemas.microsoft.com/office/drawing/2014/main" id="{4662A527-6943-453E-AD8A-5F0CAB79AB8D}"/>
              </a:ext>
            </a:extLst>
          </p:cNvPr>
          <p:cNvGrpSpPr/>
          <p:nvPr userDrawn="1"/>
        </p:nvGrpSpPr>
        <p:grpSpPr>
          <a:xfrm>
            <a:off x="4354998" y="4091091"/>
            <a:ext cx="348018" cy="237070"/>
            <a:chOff x="6115196" y="953361"/>
            <a:chExt cx="348018" cy="237070"/>
          </a:xfrm>
        </p:grpSpPr>
        <p:sp>
          <p:nvSpPr>
            <p:cNvPr id="15" name="Freeform 23">
              <a:extLst>
                <a:ext uri="{FF2B5EF4-FFF2-40B4-BE49-F238E27FC236}">
                  <a16:creationId xmlns:a16="http://schemas.microsoft.com/office/drawing/2014/main" id="{665B766C-0DB2-46EB-B8E9-73C8A05C5DE9}"/>
                </a:ext>
              </a:extLst>
            </p:cNvPr>
            <p:cNvSpPr>
              <a:spLocks/>
            </p:cNvSpPr>
            <p:nvPr/>
          </p:nvSpPr>
          <p:spPr bwMode="auto">
            <a:xfrm>
              <a:off x="6186941" y="1057564"/>
              <a:ext cx="205539" cy="132867"/>
            </a:xfrm>
            <a:custGeom>
              <a:avLst/>
              <a:gdLst>
                <a:gd name="T0" fmla="*/ 0 w 2438"/>
                <a:gd name="T1" fmla="*/ 0 h 1576"/>
                <a:gd name="T2" fmla="*/ 0 w 2438"/>
                <a:gd name="T3" fmla="*/ 986 h 1576"/>
                <a:gd name="T4" fmla="*/ 0 w 2438"/>
                <a:gd name="T5" fmla="*/ 986 h 1576"/>
                <a:gd name="T6" fmla="*/ 11 w 2438"/>
                <a:gd name="T7" fmla="*/ 1043 h 1576"/>
                <a:gd name="T8" fmla="*/ 23 w 2438"/>
                <a:gd name="T9" fmla="*/ 1100 h 1576"/>
                <a:gd name="T10" fmla="*/ 57 w 2438"/>
                <a:gd name="T11" fmla="*/ 1145 h 1576"/>
                <a:gd name="T12" fmla="*/ 102 w 2438"/>
                <a:gd name="T13" fmla="*/ 1202 h 1576"/>
                <a:gd name="T14" fmla="*/ 159 w 2438"/>
                <a:gd name="T15" fmla="*/ 1259 h 1576"/>
                <a:gd name="T16" fmla="*/ 215 w 2438"/>
                <a:gd name="T17" fmla="*/ 1304 h 1576"/>
                <a:gd name="T18" fmla="*/ 295 w 2438"/>
                <a:gd name="T19" fmla="*/ 1349 h 1576"/>
                <a:gd name="T20" fmla="*/ 374 w 2438"/>
                <a:gd name="T21" fmla="*/ 1395 h 1576"/>
                <a:gd name="T22" fmla="*/ 556 w 2438"/>
                <a:gd name="T23" fmla="*/ 1463 h 1576"/>
                <a:gd name="T24" fmla="*/ 760 w 2438"/>
                <a:gd name="T25" fmla="*/ 1519 h 1576"/>
                <a:gd name="T26" fmla="*/ 987 w 2438"/>
                <a:gd name="T27" fmla="*/ 1565 h 1576"/>
                <a:gd name="T28" fmla="*/ 1213 w 2438"/>
                <a:gd name="T29" fmla="*/ 1576 h 1576"/>
                <a:gd name="T30" fmla="*/ 1213 w 2438"/>
                <a:gd name="T31" fmla="*/ 1576 h 1576"/>
                <a:gd name="T32" fmla="*/ 1451 w 2438"/>
                <a:gd name="T33" fmla="*/ 1565 h 1576"/>
                <a:gd name="T34" fmla="*/ 1667 w 2438"/>
                <a:gd name="T35" fmla="*/ 1519 h 1576"/>
                <a:gd name="T36" fmla="*/ 1871 w 2438"/>
                <a:gd name="T37" fmla="*/ 1463 h 1576"/>
                <a:gd name="T38" fmla="*/ 2064 w 2438"/>
                <a:gd name="T39" fmla="*/ 1395 h 1576"/>
                <a:gd name="T40" fmla="*/ 2143 w 2438"/>
                <a:gd name="T41" fmla="*/ 1349 h 1576"/>
                <a:gd name="T42" fmla="*/ 2211 w 2438"/>
                <a:gd name="T43" fmla="*/ 1304 h 1576"/>
                <a:gd name="T44" fmla="*/ 2279 w 2438"/>
                <a:gd name="T45" fmla="*/ 1259 h 1576"/>
                <a:gd name="T46" fmla="*/ 2336 w 2438"/>
                <a:gd name="T47" fmla="*/ 1202 h 1576"/>
                <a:gd name="T48" fmla="*/ 2370 w 2438"/>
                <a:gd name="T49" fmla="*/ 1145 h 1576"/>
                <a:gd name="T50" fmla="*/ 2404 w 2438"/>
                <a:gd name="T51" fmla="*/ 1100 h 1576"/>
                <a:gd name="T52" fmla="*/ 2427 w 2438"/>
                <a:gd name="T53" fmla="*/ 1043 h 1576"/>
                <a:gd name="T54" fmla="*/ 2438 w 2438"/>
                <a:gd name="T55" fmla="*/ 986 h 1576"/>
                <a:gd name="T56" fmla="*/ 2438 w 2438"/>
                <a:gd name="T57" fmla="*/ 11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8" h="1576">
                  <a:moveTo>
                    <a:pt x="0" y="0"/>
                  </a:moveTo>
                  <a:lnTo>
                    <a:pt x="0" y="986"/>
                  </a:lnTo>
                  <a:lnTo>
                    <a:pt x="0" y="986"/>
                  </a:lnTo>
                  <a:lnTo>
                    <a:pt x="11" y="1043"/>
                  </a:lnTo>
                  <a:lnTo>
                    <a:pt x="23" y="1100"/>
                  </a:lnTo>
                  <a:lnTo>
                    <a:pt x="57" y="1145"/>
                  </a:lnTo>
                  <a:lnTo>
                    <a:pt x="102" y="1202"/>
                  </a:lnTo>
                  <a:lnTo>
                    <a:pt x="159" y="1259"/>
                  </a:lnTo>
                  <a:lnTo>
                    <a:pt x="215" y="1304"/>
                  </a:lnTo>
                  <a:lnTo>
                    <a:pt x="295" y="1349"/>
                  </a:lnTo>
                  <a:lnTo>
                    <a:pt x="374" y="1395"/>
                  </a:lnTo>
                  <a:lnTo>
                    <a:pt x="556" y="1463"/>
                  </a:lnTo>
                  <a:lnTo>
                    <a:pt x="760" y="1519"/>
                  </a:lnTo>
                  <a:lnTo>
                    <a:pt x="987" y="1565"/>
                  </a:lnTo>
                  <a:lnTo>
                    <a:pt x="1213" y="1576"/>
                  </a:lnTo>
                  <a:lnTo>
                    <a:pt x="1213" y="1576"/>
                  </a:lnTo>
                  <a:lnTo>
                    <a:pt x="1451" y="1565"/>
                  </a:lnTo>
                  <a:lnTo>
                    <a:pt x="1667" y="1519"/>
                  </a:lnTo>
                  <a:lnTo>
                    <a:pt x="1871" y="1463"/>
                  </a:lnTo>
                  <a:lnTo>
                    <a:pt x="2064" y="1395"/>
                  </a:lnTo>
                  <a:lnTo>
                    <a:pt x="2143" y="1349"/>
                  </a:lnTo>
                  <a:lnTo>
                    <a:pt x="2211" y="1304"/>
                  </a:lnTo>
                  <a:lnTo>
                    <a:pt x="2279" y="1259"/>
                  </a:lnTo>
                  <a:lnTo>
                    <a:pt x="2336" y="1202"/>
                  </a:lnTo>
                  <a:lnTo>
                    <a:pt x="2370" y="1145"/>
                  </a:lnTo>
                  <a:lnTo>
                    <a:pt x="2404" y="1100"/>
                  </a:lnTo>
                  <a:lnTo>
                    <a:pt x="2427" y="1043"/>
                  </a:lnTo>
                  <a:lnTo>
                    <a:pt x="2438" y="986"/>
                  </a:lnTo>
                  <a:lnTo>
                    <a:pt x="2438" y="11"/>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Freeform 24">
              <a:extLst>
                <a:ext uri="{FF2B5EF4-FFF2-40B4-BE49-F238E27FC236}">
                  <a16:creationId xmlns:a16="http://schemas.microsoft.com/office/drawing/2014/main" id="{AD48AD3E-EC6A-468F-9E73-26977A02F014}"/>
                </a:ext>
              </a:extLst>
            </p:cNvPr>
            <p:cNvSpPr>
              <a:spLocks/>
            </p:cNvSpPr>
            <p:nvPr/>
          </p:nvSpPr>
          <p:spPr bwMode="auto">
            <a:xfrm>
              <a:off x="6115196" y="953361"/>
              <a:ext cx="348018" cy="143406"/>
            </a:xfrm>
            <a:custGeom>
              <a:avLst/>
              <a:gdLst>
                <a:gd name="T0" fmla="*/ 3845 w 4128"/>
                <a:gd name="T1" fmla="*/ 1020 h 1701"/>
                <a:gd name="T2" fmla="*/ 4094 w 4128"/>
                <a:gd name="T3" fmla="*/ 930 h 1701"/>
                <a:gd name="T4" fmla="*/ 4094 w 4128"/>
                <a:gd name="T5" fmla="*/ 930 h 1701"/>
                <a:gd name="T6" fmla="*/ 4117 w 4128"/>
                <a:gd name="T7" fmla="*/ 907 h 1701"/>
                <a:gd name="T8" fmla="*/ 4128 w 4128"/>
                <a:gd name="T9" fmla="*/ 873 h 1701"/>
                <a:gd name="T10" fmla="*/ 4128 w 4128"/>
                <a:gd name="T11" fmla="*/ 873 h 1701"/>
                <a:gd name="T12" fmla="*/ 4117 w 4128"/>
                <a:gd name="T13" fmla="*/ 839 h 1701"/>
                <a:gd name="T14" fmla="*/ 4094 w 4128"/>
                <a:gd name="T15" fmla="*/ 816 h 1701"/>
                <a:gd name="T16" fmla="*/ 2087 w 4128"/>
                <a:gd name="T17" fmla="*/ 0 h 1701"/>
                <a:gd name="T18" fmla="*/ 2087 w 4128"/>
                <a:gd name="T19" fmla="*/ 0 h 1701"/>
                <a:gd name="T20" fmla="*/ 2064 w 4128"/>
                <a:gd name="T21" fmla="*/ 0 h 1701"/>
                <a:gd name="T22" fmla="*/ 2042 w 4128"/>
                <a:gd name="T23" fmla="*/ 0 h 1701"/>
                <a:gd name="T24" fmla="*/ 46 w 4128"/>
                <a:gd name="T25" fmla="*/ 816 h 1701"/>
                <a:gd name="T26" fmla="*/ 46 w 4128"/>
                <a:gd name="T27" fmla="*/ 816 h 1701"/>
                <a:gd name="T28" fmla="*/ 12 w 4128"/>
                <a:gd name="T29" fmla="*/ 839 h 1701"/>
                <a:gd name="T30" fmla="*/ 0 w 4128"/>
                <a:gd name="T31" fmla="*/ 873 h 1701"/>
                <a:gd name="T32" fmla="*/ 0 w 4128"/>
                <a:gd name="T33" fmla="*/ 873 h 1701"/>
                <a:gd name="T34" fmla="*/ 12 w 4128"/>
                <a:gd name="T35" fmla="*/ 907 h 1701"/>
                <a:gd name="T36" fmla="*/ 46 w 4128"/>
                <a:gd name="T37" fmla="*/ 930 h 1701"/>
                <a:gd name="T38" fmla="*/ 851 w 4128"/>
                <a:gd name="T39" fmla="*/ 1236 h 1701"/>
                <a:gd name="T40" fmla="*/ 976 w 4128"/>
                <a:gd name="T41" fmla="*/ 1281 h 1701"/>
                <a:gd name="T42" fmla="*/ 2064 w 4128"/>
                <a:gd name="T43" fmla="*/ 1701 h 1701"/>
                <a:gd name="T44" fmla="*/ 2064 w 4128"/>
                <a:gd name="T45" fmla="*/ 1701 h 1701"/>
                <a:gd name="T46" fmla="*/ 2087 w 4128"/>
                <a:gd name="T47" fmla="*/ 1701 h 1701"/>
                <a:gd name="T48" fmla="*/ 2087 w 4128"/>
                <a:gd name="T49" fmla="*/ 1701 h 1701"/>
                <a:gd name="T50" fmla="*/ 2110 w 4128"/>
                <a:gd name="T51" fmla="*/ 1701 h 1701"/>
                <a:gd name="T52" fmla="*/ 3164 w 4128"/>
                <a:gd name="T53" fmla="*/ 1293 h 1701"/>
                <a:gd name="T54" fmla="*/ 3289 w 4128"/>
                <a:gd name="T55" fmla="*/ 1247 h 1701"/>
                <a:gd name="T56" fmla="*/ 3720 w 4128"/>
                <a:gd name="T57" fmla="*/ 1077 h 1701"/>
                <a:gd name="T58" fmla="*/ 3788 w 4128"/>
                <a:gd name="T59" fmla="*/ 1043 h 1701"/>
                <a:gd name="T60" fmla="*/ 3845 w 4128"/>
                <a:gd name="T61" fmla="*/ 1020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28" h="1701">
                  <a:moveTo>
                    <a:pt x="3845" y="1020"/>
                  </a:moveTo>
                  <a:lnTo>
                    <a:pt x="4094" y="930"/>
                  </a:lnTo>
                  <a:lnTo>
                    <a:pt x="4094" y="930"/>
                  </a:lnTo>
                  <a:lnTo>
                    <a:pt x="4117" y="907"/>
                  </a:lnTo>
                  <a:lnTo>
                    <a:pt x="4128" y="873"/>
                  </a:lnTo>
                  <a:lnTo>
                    <a:pt x="4128" y="873"/>
                  </a:lnTo>
                  <a:lnTo>
                    <a:pt x="4117" y="839"/>
                  </a:lnTo>
                  <a:lnTo>
                    <a:pt x="4094" y="816"/>
                  </a:lnTo>
                  <a:lnTo>
                    <a:pt x="2087" y="0"/>
                  </a:lnTo>
                  <a:lnTo>
                    <a:pt x="2087" y="0"/>
                  </a:lnTo>
                  <a:lnTo>
                    <a:pt x="2064" y="0"/>
                  </a:lnTo>
                  <a:lnTo>
                    <a:pt x="2042" y="0"/>
                  </a:lnTo>
                  <a:lnTo>
                    <a:pt x="46" y="816"/>
                  </a:lnTo>
                  <a:lnTo>
                    <a:pt x="46" y="816"/>
                  </a:lnTo>
                  <a:lnTo>
                    <a:pt x="12" y="839"/>
                  </a:lnTo>
                  <a:lnTo>
                    <a:pt x="0" y="873"/>
                  </a:lnTo>
                  <a:lnTo>
                    <a:pt x="0" y="873"/>
                  </a:lnTo>
                  <a:lnTo>
                    <a:pt x="12" y="907"/>
                  </a:lnTo>
                  <a:lnTo>
                    <a:pt x="46" y="930"/>
                  </a:lnTo>
                  <a:lnTo>
                    <a:pt x="851" y="1236"/>
                  </a:lnTo>
                  <a:lnTo>
                    <a:pt x="976" y="1281"/>
                  </a:lnTo>
                  <a:lnTo>
                    <a:pt x="2064" y="1701"/>
                  </a:lnTo>
                  <a:lnTo>
                    <a:pt x="2064" y="1701"/>
                  </a:lnTo>
                  <a:lnTo>
                    <a:pt x="2087" y="1701"/>
                  </a:lnTo>
                  <a:lnTo>
                    <a:pt x="2087" y="1701"/>
                  </a:lnTo>
                  <a:lnTo>
                    <a:pt x="2110" y="1701"/>
                  </a:lnTo>
                  <a:lnTo>
                    <a:pt x="3164" y="1293"/>
                  </a:lnTo>
                  <a:lnTo>
                    <a:pt x="3289" y="1247"/>
                  </a:lnTo>
                  <a:lnTo>
                    <a:pt x="3720" y="1077"/>
                  </a:lnTo>
                  <a:lnTo>
                    <a:pt x="3788" y="1043"/>
                  </a:lnTo>
                  <a:lnTo>
                    <a:pt x="3845" y="102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7" name="Line 25">
              <a:extLst>
                <a:ext uri="{FF2B5EF4-FFF2-40B4-BE49-F238E27FC236}">
                  <a16:creationId xmlns:a16="http://schemas.microsoft.com/office/drawing/2014/main" id="{0F9FC0EC-5BF8-4C06-9996-2E1D5954C191}"/>
                </a:ext>
              </a:extLst>
            </p:cNvPr>
            <p:cNvSpPr>
              <a:spLocks noChangeShapeType="1"/>
            </p:cNvSpPr>
            <p:nvPr/>
          </p:nvSpPr>
          <p:spPr bwMode="auto">
            <a:xfrm flipV="1">
              <a:off x="6463213" y="1028900"/>
              <a:ext cx="0" cy="66855"/>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e-IL"/>
            </a:p>
          </p:txBody>
        </p:sp>
      </p:grpSp>
      <p:sp>
        <p:nvSpPr>
          <p:cNvPr id="28" name="Title 1">
            <a:extLst>
              <a:ext uri="{FF2B5EF4-FFF2-40B4-BE49-F238E27FC236}">
                <a16:creationId xmlns:a16="http://schemas.microsoft.com/office/drawing/2014/main" id="{D384DC1E-8498-4EF5-BCE3-40F1122E5F0D}"/>
              </a:ext>
            </a:extLst>
          </p:cNvPr>
          <p:cNvSpPr txBox="1">
            <a:spLocks/>
          </p:cNvSpPr>
          <p:nvPr userDrawn="1"/>
        </p:nvSpPr>
        <p:spPr>
          <a:xfrm>
            <a:off x="2296087" y="1175767"/>
            <a:ext cx="5718672"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dirty="0"/>
              <a:t>רקע כללי</a:t>
            </a:r>
          </a:p>
        </p:txBody>
      </p:sp>
      <p:sp>
        <p:nvSpPr>
          <p:cNvPr id="29" name="Text Placeholder 3">
            <a:extLst>
              <a:ext uri="{FF2B5EF4-FFF2-40B4-BE49-F238E27FC236}">
                <a16:creationId xmlns:a16="http://schemas.microsoft.com/office/drawing/2014/main" id="{28ABF102-4CED-4A79-B289-403E86DD7E6B}"/>
              </a:ext>
            </a:extLst>
          </p:cNvPr>
          <p:cNvSpPr>
            <a:spLocks noGrp="1"/>
          </p:cNvSpPr>
          <p:nvPr>
            <p:ph type="body" sz="half" idx="2"/>
          </p:nvPr>
        </p:nvSpPr>
        <p:spPr>
          <a:xfrm>
            <a:off x="1130705" y="4450243"/>
            <a:ext cx="3572311" cy="1649295"/>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0" name="Text Placeholder 3">
            <a:extLst>
              <a:ext uri="{FF2B5EF4-FFF2-40B4-BE49-F238E27FC236}">
                <a16:creationId xmlns:a16="http://schemas.microsoft.com/office/drawing/2014/main" id="{0075070D-61BF-4B7B-9756-3488AC8D33C2}"/>
              </a:ext>
            </a:extLst>
          </p:cNvPr>
          <p:cNvSpPr>
            <a:spLocks noGrp="1"/>
          </p:cNvSpPr>
          <p:nvPr>
            <p:ph type="body" sz="half" idx="15"/>
          </p:nvPr>
        </p:nvSpPr>
        <p:spPr>
          <a:xfrm>
            <a:off x="4967143" y="4450243"/>
            <a:ext cx="3572311" cy="1649295"/>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1" name="Text Placeholder 3">
            <a:extLst>
              <a:ext uri="{FF2B5EF4-FFF2-40B4-BE49-F238E27FC236}">
                <a16:creationId xmlns:a16="http://schemas.microsoft.com/office/drawing/2014/main" id="{3AEE2FDB-72FC-4019-8CBC-E366C79A9858}"/>
              </a:ext>
            </a:extLst>
          </p:cNvPr>
          <p:cNvSpPr>
            <a:spLocks noGrp="1"/>
          </p:cNvSpPr>
          <p:nvPr>
            <p:ph type="body" sz="half" idx="16"/>
          </p:nvPr>
        </p:nvSpPr>
        <p:spPr>
          <a:xfrm>
            <a:off x="4903809" y="1783555"/>
            <a:ext cx="3572311" cy="2063826"/>
          </a:xfrm>
        </p:spPr>
        <p:txBody>
          <a:bodyPr>
            <a:normAutofit/>
          </a:bodyPr>
          <a:lstStyle>
            <a:lvl1pPr marL="0" indent="0" algn="just">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2" name="Title 1">
            <a:extLst>
              <a:ext uri="{FF2B5EF4-FFF2-40B4-BE49-F238E27FC236}">
                <a16:creationId xmlns:a16="http://schemas.microsoft.com/office/drawing/2014/main" id="{2C4FBF48-0748-442C-8A93-44B8E2C0951B}"/>
              </a:ext>
            </a:extLst>
          </p:cNvPr>
          <p:cNvSpPr txBox="1">
            <a:spLocks/>
          </p:cNvSpPr>
          <p:nvPr userDrawn="1"/>
        </p:nvSpPr>
        <p:spPr>
          <a:xfrm>
            <a:off x="5067043" y="3917381"/>
            <a:ext cx="2976496"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dirty="0"/>
              <a:t>מיומנויות וכישורים</a:t>
            </a:r>
          </a:p>
        </p:txBody>
      </p:sp>
      <p:sp>
        <p:nvSpPr>
          <p:cNvPr id="33" name="Title 1">
            <a:extLst>
              <a:ext uri="{FF2B5EF4-FFF2-40B4-BE49-F238E27FC236}">
                <a16:creationId xmlns:a16="http://schemas.microsoft.com/office/drawing/2014/main" id="{5A5BB80D-922F-44EE-9CA9-D9806E614892}"/>
              </a:ext>
            </a:extLst>
          </p:cNvPr>
          <p:cNvSpPr txBox="1">
            <a:spLocks/>
          </p:cNvSpPr>
          <p:nvPr userDrawn="1"/>
        </p:nvSpPr>
        <p:spPr>
          <a:xfrm>
            <a:off x="1251511" y="3917381"/>
            <a:ext cx="2976496"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dirty="0"/>
              <a:t>תארים, הסמכות והכשרות נוספות</a:t>
            </a:r>
          </a:p>
        </p:txBody>
      </p:sp>
      <p:pic>
        <p:nvPicPr>
          <p:cNvPr id="42" name="Picture 41" descr="Logo&#10;&#10;Description automatically generated">
            <a:extLst>
              <a:ext uri="{FF2B5EF4-FFF2-40B4-BE49-F238E27FC236}">
                <a16:creationId xmlns:a16="http://schemas.microsoft.com/office/drawing/2014/main" id="{52DED018-0B75-42A9-8DC0-E3746467F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
        <p:nvSpPr>
          <p:cNvPr id="44" name="Text Placeholder 3">
            <a:extLst>
              <a:ext uri="{FF2B5EF4-FFF2-40B4-BE49-F238E27FC236}">
                <a16:creationId xmlns:a16="http://schemas.microsoft.com/office/drawing/2014/main" id="{B0B1E30A-E7E0-4AA4-BBA2-BA1632A921B3}"/>
              </a:ext>
            </a:extLst>
          </p:cNvPr>
          <p:cNvSpPr>
            <a:spLocks noGrp="1"/>
          </p:cNvSpPr>
          <p:nvPr>
            <p:ph type="body" sz="half" idx="22"/>
          </p:nvPr>
        </p:nvSpPr>
        <p:spPr>
          <a:xfrm>
            <a:off x="1130705" y="1780678"/>
            <a:ext cx="3572311" cy="2063826"/>
          </a:xfrm>
        </p:spPr>
        <p:txBody>
          <a:bodyPr>
            <a:normAutofit/>
          </a:bodyPr>
          <a:lstStyle>
            <a:lvl1pPr marL="0" indent="0" algn="just">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19" name="Picture 18" descr="Shape&#10;&#10;Description automatically generated with low confidence">
            <a:extLst>
              <a:ext uri="{FF2B5EF4-FFF2-40B4-BE49-F238E27FC236}">
                <a16:creationId xmlns:a16="http://schemas.microsoft.com/office/drawing/2014/main" id="{CB3938CA-4E9A-41A4-B614-E595A2FBDFF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9263" y="1187450"/>
            <a:ext cx="360000" cy="360000"/>
          </a:xfrm>
          <a:prstGeom prst="rect">
            <a:avLst/>
          </a:prstGeom>
        </p:spPr>
      </p:pic>
      <p:pic>
        <p:nvPicPr>
          <p:cNvPr id="47" name="Picture 46" descr="Shape&#10;&#10;Description automatically generated with low confidence">
            <a:extLst>
              <a:ext uri="{FF2B5EF4-FFF2-40B4-BE49-F238E27FC236}">
                <a16:creationId xmlns:a16="http://schemas.microsoft.com/office/drawing/2014/main" id="{B6DD554F-B72D-4B8A-BD80-802505A90A1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a:off x="4246743" y="213965"/>
            <a:ext cx="360000" cy="360000"/>
          </a:xfrm>
          <a:prstGeom prst="rect">
            <a:avLst/>
          </a:prstGeom>
        </p:spPr>
      </p:pic>
      <p:sp>
        <p:nvSpPr>
          <p:cNvPr id="38" name="Text Placeholder 37">
            <a:extLst>
              <a:ext uri="{FF2B5EF4-FFF2-40B4-BE49-F238E27FC236}">
                <a16:creationId xmlns:a16="http://schemas.microsoft.com/office/drawing/2014/main" id="{B1B831D5-412F-46FE-A5B1-75C95327DAC0}"/>
              </a:ext>
            </a:extLst>
          </p:cNvPr>
          <p:cNvSpPr>
            <a:spLocks noGrp="1"/>
          </p:cNvSpPr>
          <p:nvPr>
            <p:ph type="body" sz="quarter" idx="23"/>
          </p:nvPr>
        </p:nvSpPr>
        <p:spPr>
          <a:xfrm>
            <a:off x="1130705" y="257783"/>
            <a:ext cx="3001714" cy="120141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53" name="Text Placeholder 52">
            <a:extLst>
              <a:ext uri="{FF2B5EF4-FFF2-40B4-BE49-F238E27FC236}">
                <a16:creationId xmlns:a16="http://schemas.microsoft.com/office/drawing/2014/main" id="{F5FB41D8-49CB-4964-B32D-35443E902CBD}"/>
              </a:ext>
            </a:extLst>
          </p:cNvPr>
          <p:cNvSpPr>
            <a:spLocks noGrp="1"/>
          </p:cNvSpPr>
          <p:nvPr>
            <p:ph type="body" sz="quarter" idx="24" hasCustomPrompt="1"/>
          </p:nvPr>
        </p:nvSpPr>
        <p:spPr>
          <a:xfrm>
            <a:off x="9402763" y="3007353"/>
            <a:ext cx="2446337" cy="347035"/>
          </a:xfrm>
        </p:spPr>
        <p:txBody>
          <a:bodyPr lIns="36000" tIns="36000" rIns="36000" bIns="36000"/>
          <a:lstStyle>
            <a:lvl1pPr>
              <a:defRPr b="1"/>
            </a:lvl1pPr>
          </a:lstStyle>
          <a:p>
            <a:pPr lvl="0"/>
            <a:r>
              <a:rPr lang="he-IL" dirty="0"/>
              <a:t>תחום</a:t>
            </a:r>
          </a:p>
        </p:txBody>
      </p:sp>
      <p:grpSp>
        <p:nvGrpSpPr>
          <p:cNvPr id="39" name="Group 38">
            <a:extLst>
              <a:ext uri="{FF2B5EF4-FFF2-40B4-BE49-F238E27FC236}">
                <a16:creationId xmlns:a16="http://schemas.microsoft.com/office/drawing/2014/main" id="{7B5B8648-1F1A-4DD5-B3EC-BB4F0A6ABF1B}"/>
              </a:ext>
            </a:extLst>
          </p:cNvPr>
          <p:cNvGrpSpPr/>
          <p:nvPr userDrawn="1"/>
        </p:nvGrpSpPr>
        <p:grpSpPr>
          <a:xfrm>
            <a:off x="11483475" y="4029546"/>
            <a:ext cx="364980" cy="273956"/>
            <a:chOff x="2932537" y="1554720"/>
            <a:chExt cx="456014" cy="342285"/>
          </a:xfrm>
        </p:grpSpPr>
        <p:sp>
          <p:nvSpPr>
            <p:cNvPr id="41" name="Freeform 346">
              <a:extLst>
                <a:ext uri="{FF2B5EF4-FFF2-40B4-BE49-F238E27FC236}">
                  <a16:creationId xmlns:a16="http://schemas.microsoft.com/office/drawing/2014/main" id="{E91A3FFB-7C17-4A1D-8677-0669BDD94A36}"/>
                </a:ext>
              </a:extLst>
            </p:cNvPr>
            <p:cNvSpPr>
              <a:spLocks/>
            </p:cNvSpPr>
            <p:nvPr/>
          </p:nvSpPr>
          <p:spPr bwMode="auto">
            <a:xfrm>
              <a:off x="2932537" y="1554720"/>
              <a:ext cx="456014" cy="342285"/>
            </a:xfrm>
            <a:custGeom>
              <a:avLst/>
              <a:gdLst>
                <a:gd name="T0" fmla="*/ 3867 w 5409"/>
                <a:gd name="T1" fmla="*/ 964 h 4060"/>
                <a:gd name="T2" fmla="*/ 3867 w 5409"/>
                <a:gd name="T3" fmla="*/ 578 h 4060"/>
                <a:gd name="T4" fmla="*/ 3822 w 5409"/>
                <a:gd name="T5" fmla="*/ 351 h 4060"/>
                <a:gd name="T6" fmla="*/ 3697 w 5409"/>
                <a:gd name="T7" fmla="*/ 170 h 4060"/>
                <a:gd name="T8" fmla="*/ 3515 w 5409"/>
                <a:gd name="T9" fmla="*/ 45 h 4060"/>
                <a:gd name="T10" fmla="*/ 3289 w 5409"/>
                <a:gd name="T11" fmla="*/ 0 h 4060"/>
                <a:gd name="T12" fmla="*/ 2120 w 5409"/>
                <a:gd name="T13" fmla="*/ 0 h 4060"/>
                <a:gd name="T14" fmla="*/ 1905 w 5409"/>
                <a:gd name="T15" fmla="*/ 45 h 4060"/>
                <a:gd name="T16" fmla="*/ 1712 w 5409"/>
                <a:gd name="T17" fmla="*/ 170 h 4060"/>
                <a:gd name="T18" fmla="*/ 1587 w 5409"/>
                <a:gd name="T19" fmla="*/ 351 h 4060"/>
                <a:gd name="T20" fmla="*/ 1542 w 5409"/>
                <a:gd name="T21" fmla="*/ 578 h 4060"/>
                <a:gd name="T22" fmla="*/ 193 w 5409"/>
                <a:gd name="T23" fmla="*/ 964 h 4060"/>
                <a:gd name="T24" fmla="*/ 147 w 5409"/>
                <a:gd name="T25" fmla="*/ 964 h 4060"/>
                <a:gd name="T26" fmla="*/ 79 w 5409"/>
                <a:gd name="T27" fmla="*/ 998 h 4060"/>
                <a:gd name="T28" fmla="*/ 34 w 5409"/>
                <a:gd name="T29" fmla="*/ 1043 h 4060"/>
                <a:gd name="T30" fmla="*/ 0 w 5409"/>
                <a:gd name="T31" fmla="*/ 1111 h 4060"/>
                <a:gd name="T32" fmla="*/ 0 w 5409"/>
                <a:gd name="T33" fmla="*/ 1928 h 4060"/>
                <a:gd name="T34" fmla="*/ 0 w 5409"/>
                <a:gd name="T35" fmla="*/ 1973 h 4060"/>
                <a:gd name="T36" fmla="*/ 34 w 5409"/>
                <a:gd name="T37" fmla="*/ 2041 h 4060"/>
                <a:gd name="T38" fmla="*/ 79 w 5409"/>
                <a:gd name="T39" fmla="*/ 2086 h 4060"/>
                <a:gd name="T40" fmla="*/ 147 w 5409"/>
                <a:gd name="T41" fmla="*/ 2120 h 4060"/>
                <a:gd name="T42" fmla="*/ 193 w 5409"/>
                <a:gd name="T43" fmla="*/ 3867 h 4060"/>
                <a:gd name="T44" fmla="*/ 193 w 5409"/>
                <a:gd name="T45" fmla="*/ 3901 h 4060"/>
                <a:gd name="T46" fmla="*/ 227 w 5409"/>
                <a:gd name="T47" fmla="*/ 3969 h 4060"/>
                <a:gd name="T48" fmla="*/ 272 w 5409"/>
                <a:gd name="T49" fmla="*/ 4026 h 4060"/>
                <a:gd name="T50" fmla="*/ 351 w 5409"/>
                <a:gd name="T51" fmla="*/ 4048 h 4060"/>
                <a:gd name="T52" fmla="*/ 5024 w 5409"/>
                <a:gd name="T53" fmla="*/ 4060 h 4060"/>
                <a:gd name="T54" fmla="*/ 5069 w 5409"/>
                <a:gd name="T55" fmla="*/ 4048 h 4060"/>
                <a:gd name="T56" fmla="*/ 5137 w 5409"/>
                <a:gd name="T57" fmla="*/ 4026 h 4060"/>
                <a:gd name="T58" fmla="*/ 5194 w 5409"/>
                <a:gd name="T59" fmla="*/ 3969 h 4060"/>
                <a:gd name="T60" fmla="*/ 5216 w 5409"/>
                <a:gd name="T61" fmla="*/ 3901 h 4060"/>
                <a:gd name="T62" fmla="*/ 5216 w 5409"/>
                <a:gd name="T63" fmla="*/ 2120 h 4060"/>
                <a:gd name="T64" fmla="*/ 5262 w 5409"/>
                <a:gd name="T65" fmla="*/ 2120 h 4060"/>
                <a:gd name="T66" fmla="*/ 5330 w 5409"/>
                <a:gd name="T67" fmla="*/ 2086 h 4060"/>
                <a:gd name="T68" fmla="*/ 5386 w 5409"/>
                <a:gd name="T69" fmla="*/ 2041 h 4060"/>
                <a:gd name="T70" fmla="*/ 5409 w 5409"/>
                <a:gd name="T71" fmla="*/ 1973 h 4060"/>
                <a:gd name="T72" fmla="*/ 5409 w 5409"/>
                <a:gd name="T73" fmla="*/ 1156 h 4060"/>
                <a:gd name="T74" fmla="*/ 5409 w 5409"/>
                <a:gd name="T75" fmla="*/ 1111 h 4060"/>
                <a:gd name="T76" fmla="*/ 5386 w 5409"/>
                <a:gd name="T77" fmla="*/ 1043 h 4060"/>
                <a:gd name="T78" fmla="*/ 5330 w 5409"/>
                <a:gd name="T79" fmla="*/ 998 h 4060"/>
                <a:gd name="T80" fmla="*/ 5262 w 5409"/>
                <a:gd name="T81" fmla="*/ 964 h 4060"/>
                <a:gd name="T82" fmla="*/ 5216 w 5409"/>
                <a:gd name="T83" fmla="*/ 964 h 4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409" h="4060">
                  <a:moveTo>
                    <a:pt x="5216" y="964"/>
                  </a:moveTo>
                  <a:lnTo>
                    <a:pt x="3867" y="964"/>
                  </a:lnTo>
                  <a:lnTo>
                    <a:pt x="3867" y="578"/>
                  </a:lnTo>
                  <a:lnTo>
                    <a:pt x="3867" y="578"/>
                  </a:lnTo>
                  <a:lnTo>
                    <a:pt x="3856" y="453"/>
                  </a:lnTo>
                  <a:lnTo>
                    <a:pt x="3822" y="351"/>
                  </a:lnTo>
                  <a:lnTo>
                    <a:pt x="3765" y="249"/>
                  </a:lnTo>
                  <a:lnTo>
                    <a:pt x="3697" y="170"/>
                  </a:lnTo>
                  <a:lnTo>
                    <a:pt x="3606" y="90"/>
                  </a:lnTo>
                  <a:lnTo>
                    <a:pt x="3515" y="45"/>
                  </a:lnTo>
                  <a:lnTo>
                    <a:pt x="3402" y="11"/>
                  </a:lnTo>
                  <a:lnTo>
                    <a:pt x="3289" y="0"/>
                  </a:lnTo>
                  <a:lnTo>
                    <a:pt x="2120" y="0"/>
                  </a:lnTo>
                  <a:lnTo>
                    <a:pt x="2120" y="0"/>
                  </a:lnTo>
                  <a:lnTo>
                    <a:pt x="2007" y="11"/>
                  </a:lnTo>
                  <a:lnTo>
                    <a:pt x="1905" y="45"/>
                  </a:lnTo>
                  <a:lnTo>
                    <a:pt x="1803" y="90"/>
                  </a:lnTo>
                  <a:lnTo>
                    <a:pt x="1712" y="170"/>
                  </a:lnTo>
                  <a:lnTo>
                    <a:pt x="1644" y="249"/>
                  </a:lnTo>
                  <a:lnTo>
                    <a:pt x="1587" y="351"/>
                  </a:lnTo>
                  <a:lnTo>
                    <a:pt x="1553" y="453"/>
                  </a:lnTo>
                  <a:lnTo>
                    <a:pt x="1542" y="578"/>
                  </a:lnTo>
                  <a:lnTo>
                    <a:pt x="1542" y="964"/>
                  </a:lnTo>
                  <a:lnTo>
                    <a:pt x="193" y="964"/>
                  </a:lnTo>
                  <a:lnTo>
                    <a:pt x="193" y="964"/>
                  </a:lnTo>
                  <a:lnTo>
                    <a:pt x="147" y="964"/>
                  </a:lnTo>
                  <a:lnTo>
                    <a:pt x="113" y="975"/>
                  </a:lnTo>
                  <a:lnTo>
                    <a:pt x="79" y="998"/>
                  </a:lnTo>
                  <a:lnTo>
                    <a:pt x="57" y="1020"/>
                  </a:lnTo>
                  <a:lnTo>
                    <a:pt x="34" y="1043"/>
                  </a:lnTo>
                  <a:lnTo>
                    <a:pt x="11" y="1077"/>
                  </a:lnTo>
                  <a:lnTo>
                    <a:pt x="0" y="1111"/>
                  </a:lnTo>
                  <a:lnTo>
                    <a:pt x="0" y="1156"/>
                  </a:lnTo>
                  <a:lnTo>
                    <a:pt x="0" y="1928"/>
                  </a:lnTo>
                  <a:lnTo>
                    <a:pt x="0" y="1928"/>
                  </a:lnTo>
                  <a:lnTo>
                    <a:pt x="0" y="1973"/>
                  </a:lnTo>
                  <a:lnTo>
                    <a:pt x="11" y="2007"/>
                  </a:lnTo>
                  <a:lnTo>
                    <a:pt x="34" y="2041"/>
                  </a:lnTo>
                  <a:lnTo>
                    <a:pt x="57" y="2064"/>
                  </a:lnTo>
                  <a:lnTo>
                    <a:pt x="79" y="2086"/>
                  </a:lnTo>
                  <a:lnTo>
                    <a:pt x="113" y="2109"/>
                  </a:lnTo>
                  <a:lnTo>
                    <a:pt x="147" y="2120"/>
                  </a:lnTo>
                  <a:lnTo>
                    <a:pt x="193" y="2120"/>
                  </a:lnTo>
                  <a:lnTo>
                    <a:pt x="193" y="3867"/>
                  </a:lnTo>
                  <a:lnTo>
                    <a:pt x="193" y="3867"/>
                  </a:lnTo>
                  <a:lnTo>
                    <a:pt x="193" y="3901"/>
                  </a:lnTo>
                  <a:lnTo>
                    <a:pt x="204" y="3935"/>
                  </a:lnTo>
                  <a:lnTo>
                    <a:pt x="227" y="3969"/>
                  </a:lnTo>
                  <a:lnTo>
                    <a:pt x="249" y="4003"/>
                  </a:lnTo>
                  <a:lnTo>
                    <a:pt x="272" y="4026"/>
                  </a:lnTo>
                  <a:lnTo>
                    <a:pt x="306" y="4037"/>
                  </a:lnTo>
                  <a:lnTo>
                    <a:pt x="351" y="4048"/>
                  </a:lnTo>
                  <a:lnTo>
                    <a:pt x="385" y="4060"/>
                  </a:lnTo>
                  <a:lnTo>
                    <a:pt x="5024" y="4060"/>
                  </a:lnTo>
                  <a:lnTo>
                    <a:pt x="5024" y="4060"/>
                  </a:lnTo>
                  <a:lnTo>
                    <a:pt x="5069" y="4048"/>
                  </a:lnTo>
                  <a:lnTo>
                    <a:pt x="5103" y="4037"/>
                  </a:lnTo>
                  <a:lnTo>
                    <a:pt x="5137" y="4026"/>
                  </a:lnTo>
                  <a:lnTo>
                    <a:pt x="5160" y="4003"/>
                  </a:lnTo>
                  <a:lnTo>
                    <a:pt x="5194" y="3969"/>
                  </a:lnTo>
                  <a:lnTo>
                    <a:pt x="5205" y="3935"/>
                  </a:lnTo>
                  <a:lnTo>
                    <a:pt x="5216" y="3901"/>
                  </a:lnTo>
                  <a:lnTo>
                    <a:pt x="5216" y="3867"/>
                  </a:lnTo>
                  <a:lnTo>
                    <a:pt x="5216" y="2120"/>
                  </a:lnTo>
                  <a:lnTo>
                    <a:pt x="5216" y="2120"/>
                  </a:lnTo>
                  <a:lnTo>
                    <a:pt x="5262" y="2120"/>
                  </a:lnTo>
                  <a:lnTo>
                    <a:pt x="5296" y="2109"/>
                  </a:lnTo>
                  <a:lnTo>
                    <a:pt x="5330" y="2086"/>
                  </a:lnTo>
                  <a:lnTo>
                    <a:pt x="5364" y="2064"/>
                  </a:lnTo>
                  <a:lnTo>
                    <a:pt x="5386" y="2041"/>
                  </a:lnTo>
                  <a:lnTo>
                    <a:pt x="5398" y="2007"/>
                  </a:lnTo>
                  <a:lnTo>
                    <a:pt x="5409" y="1973"/>
                  </a:lnTo>
                  <a:lnTo>
                    <a:pt x="5409" y="1928"/>
                  </a:lnTo>
                  <a:lnTo>
                    <a:pt x="5409" y="1156"/>
                  </a:lnTo>
                  <a:lnTo>
                    <a:pt x="5409" y="1156"/>
                  </a:lnTo>
                  <a:lnTo>
                    <a:pt x="5409" y="1111"/>
                  </a:lnTo>
                  <a:lnTo>
                    <a:pt x="5398" y="1077"/>
                  </a:lnTo>
                  <a:lnTo>
                    <a:pt x="5386" y="1043"/>
                  </a:lnTo>
                  <a:lnTo>
                    <a:pt x="5364" y="1020"/>
                  </a:lnTo>
                  <a:lnTo>
                    <a:pt x="5330" y="998"/>
                  </a:lnTo>
                  <a:lnTo>
                    <a:pt x="5296" y="975"/>
                  </a:lnTo>
                  <a:lnTo>
                    <a:pt x="5262" y="964"/>
                  </a:lnTo>
                  <a:lnTo>
                    <a:pt x="5216" y="964"/>
                  </a:lnTo>
                  <a:lnTo>
                    <a:pt x="5216" y="964"/>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3" name="Freeform 347">
              <a:extLst>
                <a:ext uri="{FF2B5EF4-FFF2-40B4-BE49-F238E27FC236}">
                  <a16:creationId xmlns:a16="http://schemas.microsoft.com/office/drawing/2014/main" id="{43BB94DF-EB7D-4E49-9B42-98457FD0D913}"/>
                </a:ext>
              </a:extLst>
            </p:cNvPr>
            <p:cNvSpPr>
              <a:spLocks/>
            </p:cNvSpPr>
            <p:nvPr/>
          </p:nvSpPr>
          <p:spPr bwMode="auto">
            <a:xfrm>
              <a:off x="3062538" y="1587178"/>
              <a:ext cx="196013" cy="48814"/>
            </a:xfrm>
            <a:custGeom>
              <a:avLst/>
              <a:gdLst>
                <a:gd name="T0" fmla="*/ 2325 w 2325"/>
                <a:gd name="T1" fmla="*/ 579 h 579"/>
                <a:gd name="T2" fmla="*/ 1939 w 2325"/>
                <a:gd name="T3" fmla="*/ 579 h 579"/>
                <a:gd name="T4" fmla="*/ 1939 w 2325"/>
                <a:gd name="T5" fmla="*/ 193 h 579"/>
                <a:gd name="T6" fmla="*/ 1939 w 2325"/>
                <a:gd name="T7" fmla="*/ 193 h 579"/>
                <a:gd name="T8" fmla="*/ 1939 w 2325"/>
                <a:gd name="T9" fmla="*/ 148 h 579"/>
                <a:gd name="T10" fmla="*/ 1928 w 2325"/>
                <a:gd name="T11" fmla="*/ 114 h 579"/>
                <a:gd name="T12" fmla="*/ 1905 w 2325"/>
                <a:gd name="T13" fmla="*/ 80 h 579"/>
                <a:gd name="T14" fmla="*/ 1883 w 2325"/>
                <a:gd name="T15" fmla="*/ 57 h 579"/>
                <a:gd name="T16" fmla="*/ 1849 w 2325"/>
                <a:gd name="T17" fmla="*/ 34 h 579"/>
                <a:gd name="T18" fmla="*/ 1815 w 2325"/>
                <a:gd name="T19" fmla="*/ 12 h 579"/>
                <a:gd name="T20" fmla="*/ 1781 w 2325"/>
                <a:gd name="T21" fmla="*/ 0 h 579"/>
                <a:gd name="T22" fmla="*/ 1747 w 2325"/>
                <a:gd name="T23" fmla="*/ 0 h 579"/>
                <a:gd name="T24" fmla="*/ 578 w 2325"/>
                <a:gd name="T25" fmla="*/ 0 h 579"/>
                <a:gd name="T26" fmla="*/ 578 w 2325"/>
                <a:gd name="T27" fmla="*/ 0 h 579"/>
                <a:gd name="T28" fmla="*/ 544 w 2325"/>
                <a:gd name="T29" fmla="*/ 0 h 579"/>
                <a:gd name="T30" fmla="*/ 510 w 2325"/>
                <a:gd name="T31" fmla="*/ 12 h 579"/>
                <a:gd name="T32" fmla="*/ 476 w 2325"/>
                <a:gd name="T33" fmla="*/ 34 h 579"/>
                <a:gd name="T34" fmla="*/ 442 w 2325"/>
                <a:gd name="T35" fmla="*/ 57 h 579"/>
                <a:gd name="T36" fmla="*/ 420 w 2325"/>
                <a:gd name="T37" fmla="*/ 80 h 579"/>
                <a:gd name="T38" fmla="*/ 408 w 2325"/>
                <a:gd name="T39" fmla="*/ 114 h 579"/>
                <a:gd name="T40" fmla="*/ 397 w 2325"/>
                <a:gd name="T41" fmla="*/ 148 h 579"/>
                <a:gd name="T42" fmla="*/ 386 w 2325"/>
                <a:gd name="T43" fmla="*/ 193 h 579"/>
                <a:gd name="T44" fmla="*/ 386 w 2325"/>
                <a:gd name="T45" fmla="*/ 579 h 579"/>
                <a:gd name="T46" fmla="*/ 0 w 2325"/>
                <a:gd name="T47" fmla="*/ 579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25" h="579">
                  <a:moveTo>
                    <a:pt x="2325" y="579"/>
                  </a:moveTo>
                  <a:lnTo>
                    <a:pt x="1939" y="579"/>
                  </a:lnTo>
                  <a:lnTo>
                    <a:pt x="1939" y="193"/>
                  </a:lnTo>
                  <a:lnTo>
                    <a:pt x="1939" y="193"/>
                  </a:lnTo>
                  <a:lnTo>
                    <a:pt x="1939" y="148"/>
                  </a:lnTo>
                  <a:lnTo>
                    <a:pt x="1928" y="114"/>
                  </a:lnTo>
                  <a:lnTo>
                    <a:pt x="1905" y="80"/>
                  </a:lnTo>
                  <a:lnTo>
                    <a:pt x="1883" y="57"/>
                  </a:lnTo>
                  <a:lnTo>
                    <a:pt x="1849" y="34"/>
                  </a:lnTo>
                  <a:lnTo>
                    <a:pt x="1815" y="12"/>
                  </a:lnTo>
                  <a:lnTo>
                    <a:pt x="1781" y="0"/>
                  </a:lnTo>
                  <a:lnTo>
                    <a:pt x="1747" y="0"/>
                  </a:lnTo>
                  <a:lnTo>
                    <a:pt x="578" y="0"/>
                  </a:lnTo>
                  <a:lnTo>
                    <a:pt x="578" y="0"/>
                  </a:lnTo>
                  <a:lnTo>
                    <a:pt x="544" y="0"/>
                  </a:lnTo>
                  <a:lnTo>
                    <a:pt x="510" y="12"/>
                  </a:lnTo>
                  <a:lnTo>
                    <a:pt x="476" y="34"/>
                  </a:lnTo>
                  <a:lnTo>
                    <a:pt x="442" y="57"/>
                  </a:lnTo>
                  <a:lnTo>
                    <a:pt x="420" y="80"/>
                  </a:lnTo>
                  <a:lnTo>
                    <a:pt x="408" y="114"/>
                  </a:lnTo>
                  <a:lnTo>
                    <a:pt x="397" y="148"/>
                  </a:lnTo>
                  <a:lnTo>
                    <a:pt x="386" y="193"/>
                  </a:lnTo>
                  <a:lnTo>
                    <a:pt x="386" y="579"/>
                  </a:lnTo>
                  <a:lnTo>
                    <a:pt x="0" y="579"/>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5" name="Line 348">
              <a:extLst>
                <a:ext uri="{FF2B5EF4-FFF2-40B4-BE49-F238E27FC236}">
                  <a16:creationId xmlns:a16="http://schemas.microsoft.com/office/drawing/2014/main" id="{B9910846-012A-4814-8377-99997630C127}"/>
                </a:ext>
              </a:extLst>
            </p:cNvPr>
            <p:cNvSpPr>
              <a:spLocks noChangeShapeType="1"/>
            </p:cNvSpPr>
            <p:nvPr/>
          </p:nvSpPr>
          <p:spPr bwMode="auto">
            <a:xfrm flipH="1">
              <a:off x="3095081" y="1635992"/>
              <a:ext cx="130928"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46" name="Freeform 349">
              <a:extLst>
                <a:ext uri="{FF2B5EF4-FFF2-40B4-BE49-F238E27FC236}">
                  <a16:creationId xmlns:a16="http://schemas.microsoft.com/office/drawing/2014/main" id="{AC0F68DD-A266-455C-8F02-18AC53FA3A89}"/>
                </a:ext>
              </a:extLst>
            </p:cNvPr>
            <p:cNvSpPr>
              <a:spLocks/>
            </p:cNvSpPr>
            <p:nvPr/>
          </p:nvSpPr>
          <p:spPr bwMode="auto">
            <a:xfrm>
              <a:off x="3140016" y="1755454"/>
              <a:ext cx="41057" cy="44008"/>
            </a:xfrm>
            <a:custGeom>
              <a:avLst/>
              <a:gdLst>
                <a:gd name="T0" fmla="*/ 487 w 487"/>
                <a:gd name="T1" fmla="*/ 0 h 522"/>
                <a:gd name="T2" fmla="*/ 487 w 487"/>
                <a:gd name="T3" fmla="*/ 284 h 522"/>
                <a:gd name="T4" fmla="*/ 487 w 487"/>
                <a:gd name="T5" fmla="*/ 284 h 522"/>
                <a:gd name="T6" fmla="*/ 487 w 487"/>
                <a:gd name="T7" fmla="*/ 329 h 522"/>
                <a:gd name="T8" fmla="*/ 476 w 487"/>
                <a:gd name="T9" fmla="*/ 374 h 522"/>
                <a:gd name="T10" fmla="*/ 453 w 487"/>
                <a:gd name="T11" fmla="*/ 420 h 522"/>
                <a:gd name="T12" fmla="*/ 419 w 487"/>
                <a:gd name="T13" fmla="*/ 454 h 522"/>
                <a:gd name="T14" fmla="*/ 385 w 487"/>
                <a:gd name="T15" fmla="*/ 488 h 522"/>
                <a:gd name="T16" fmla="*/ 340 w 487"/>
                <a:gd name="T17" fmla="*/ 510 h 522"/>
                <a:gd name="T18" fmla="*/ 295 w 487"/>
                <a:gd name="T19" fmla="*/ 522 h 522"/>
                <a:gd name="T20" fmla="*/ 249 w 487"/>
                <a:gd name="T21" fmla="*/ 522 h 522"/>
                <a:gd name="T22" fmla="*/ 249 w 487"/>
                <a:gd name="T23" fmla="*/ 522 h 522"/>
                <a:gd name="T24" fmla="*/ 192 w 487"/>
                <a:gd name="T25" fmla="*/ 522 h 522"/>
                <a:gd name="T26" fmla="*/ 147 w 487"/>
                <a:gd name="T27" fmla="*/ 510 h 522"/>
                <a:gd name="T28" fmla="*/ 113 w 487"/>
                <a:gd name="T29" fmla="*/ 488 h 522"/>
                <a:gd name="T30" fmla="*/ 68 w 487"/>
                <a:gd name="T31" fmla="*/ 454 h 522"/>
                <a:gd name="T32" fmla="*/ 45 w 487"/>
                <a:gd name="T33" fmla="*/ 420 h 522"/>
                <a:gd name="T34" fmla="*/ 22 w 487"/>
                <a:gd name="T35" fmla="*/ 374 h 522"/>
                <a:gd name="T36" fmla="*/ 0 w 487"/>
                <a:gd name="T37" fmla="*/ 329 h 522"/>
                <a:gd name="T38" fmla="*/ 0 w 487"/>
                <a:gd name="T39" fmla="*/ 284 h 522"/>
                <a:gd name="T40" fmla="*/ 0 w 487"/>
                <a:gd name="T41" fmla="*/ 0 h 522"/>
                <a:gd name="T42" fmla="*/ 487 w 487"/>
                <a:gd name="T4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7" h="522">
                  <a:moveTo>
                    <a:pt x="487" y="0"/>
                  </a:moveTo>
                  <a:lnTo>
                    <a:pt x="487" y="284"/>
                  </a:lnTo>
                  <a:lnTo>
                    <a:pt x="487" y="284"/>
                  </a:lnTo>
                  <a:lnTo>
                    <a:pt x="487" y="329"/>
                  </a:lnTo>
                  <a:lnTo>
                    <a:pt x="476" y="374"/>
                  </a:lnTo>
                  <a:lnTo>
                    <a:pt x="453" y="420"/>
                  </a:lnTo>
                  <a:lnTo>
                    <a:pt x="419" y="454"/>
                  </a:lnTo>
                  <a:lnTo>
                    <a:pt x="385" y="488"/>
                  </a:lnTo>
                  <a:lnTo>
                    <a:pt x="340" y="510"/>
                  </a:lnTo>
                  <a:lnTo>
                    <a:pt x="295" y="522"/>
                  </a:lnTo>
                  <a:lnTo>
                    <a:pt x="249" y="522"/>
                  </a:lnTo>
                  <a:lnTo>
                    <a:pt x="249" y="522"/>
                  </a:lnTo>
                  <a:lnTo>
                    <a:pt x="192" y="522"/>
                  </a:lnTo>
                  <a:lnTo>
                    <a:pt x="147" y="510"/>
                  </a:lnTo>
                  <a:lnTo>
                    <a:pt x="113" y="488"/>
                  </a:lnTo>
                  <a:lnTo>
                    <a:pt x="68" y="454"/>
                  </a:lnTo>
                  <a:lnTo>
                    <a:pt x="45" y="420"/>
                  </a:lnTo>
                  <a:lnTo>
                    <a:pt x="22" y="374"/>
                  </a:lnTo>
                  <a:lnTo>
                    <a:pt x="0" y="329"/>
                  </a:lnTo>
                  <a:lnTo>
                    <a:pt x="0" y="284"/>
                  </a:lnTo>
                  <a:lnTo>
                    <a:pt x="0" y="0"/>
                  </a:lnTo>
                  <a:lnTo>
                    <a:pt x="487" y="0"/>
                  </a:lnTo>
                </a:path>
              </a:pathLst>
            </a:custGeom>
            <a:noFill/>
            <a:ln w="12700">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dirty="0"/>
            </a:p>
          </p:txBody>
        </p:sp>
        <p:sp>
          <p:nvSpPr>
            <p:cNvPr id="50" name="Rectangle 350">
              <a:extLst>
                <a:ext uri="{FF2B5EF4-FFF2-40B4-BE49-F238E27FC236}">
                  <a16:creationId xmlns:a16="http://schemas.microsoft.com/office/drawing/2014/main" id="{A5F12326-149B-4FF5-93CC-EE25E51E458A}"/>
                </a:ext>
              </a:extLst>
            </p:cNvPr>
            <p:cNvSpPr>
              <a:spLocks noChangeArrowheads="1"/>
            </p:cNvSpPr>
            <p:nvPr/>
          </p:nvSpPr>
          <p:spPr bwMode="auto">
            <a:xfrm>
              <a:off x="3140016" y="1705797"/>
              <a:ext cx="41057" cy="49657"/>
            </a:xfrm>
            <a:prstGeom prst="rect">
              <a:avLst/>
            </a:prstGeom>
            <a:noFill/>
            <a:ln w="12700">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51" name="Line 351">
              <a:extLst>
                <a:ext uri="{FF2B5EF4-FFF2-40B4-BE49-F238E27FC236}">
                  <a16:creationId xmlns:a16="http://schemas.microsoft.com/office/drawing/2014/main" id="{FB93CC25-3497-4C36-8D76-BFDBB5109C71}"/>
                </a:ext>
              </a:extLst>
            </p:cNvPr>
            <p:cNvSpPr>
              <a:spLocks noChangeShapeType="1"/>
            </p:cNvSpPr>
            <p:nvPr/>
          </p:nvSpPr>
          <p:spPr bwMode="auto">
            <a:xfrm flipH="1">
              <a:off x="2948829" y="1733450"/>
              <a:ext cx="191208"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sp>
          <p:nvSpPr>
            <p:cNvPr id="52" name="Line 352">
              <a:extLst>
                <a:ext uri="{FF2B5EF4-FFF2-40B4-BE49-F238E27FC236}">
                  <a16:creationId xmlns:a16="http://schemas.microsoft.com/office/drawing/2014/main" id="{29D118C2-AEEE-4E51-A89E-F54E86EFD13F}"/>
                </a:ext>
              </a:extLst>
            </p:cNvPr>
            <p:cNvSpPr>
              <a:spLocks noChangeShapeType="1"/>
            </p:cNvSpPr>
            <p:nvPr/>
          </p:nvSpPr>
          <p:spPr bwMode="auto">
            <a:xfrm flipH="1">
              <a:off x="3181073" y="1733450"/>
              <a:ext cx="191207" cy="0"/>
            </a:xfrm>
            <a:prstGeom prst="line">
              <a:avLst/>
            </a:prstGeom>
            <a:noFill/>
            <a:ln w="12700">
              <a:solidFill>
                <a:schemeClr val="tx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rtl="0"/>
              <a:endParaRPr lang="he-IL"/>
            </a:p>
          </p:txBody>
        </p:sp>
      </p:grpSp>
      <p:sp>
        <p:nvSpPr>
          <p:cNvPr id="54" name="Title 1">
            <a:extLst>
              <a:ext uri="{FF2B5EF4-FFF2-40B4-BE49-F238E27FC236}">
                <a16:creationId xmlns:a16="http://schemas.microsoft.com/office/drawing/2014/main" id="{5695D69A-B212-47EF-A0D5-8CAC7CE1866D}"/>
              </a:ext>
            </a:extLst>
          </p:cNvPr>
          <p:cNvSpPr txBox="1">
            <a:spLocks/>
          </p:cNvSpPr>
          <p:nvPr userDrawn="1"/>
        </p:nvSpPr>
        <p:spPr>
          <a:xfrm>
            <a:off x="9618786" y="3888786"/>
            <a:ext cx="1742564" cy="555475"/>
          </a:xfrm>
          <a:prstGeom prst="rect">
            <a:avLst/>
          </a:prstGeom>
        </p:spPr>
        <p:txBody>
          <a:bodyPr vert="horz" lIns="0" tIns="0" rIns="0" bIns="0" rtlCol="1" anchor="ctr" anchorCtr="0">
            <a:noAutofit/>
          </a:bodyPr>
          <a:lst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r>
              <a:rPr lang="he-IL" sz="1800" dirty="0"/>
              <a:t>לקוחות בולטים</a:t>
            </a:r>
          </a:p>
        </p:txBody>
      </p:sp>
      <p:sp>
        <p:nvSpPr>
          <p:cNvPr id="55" name="Text Placeholder 3">
            <a:extLst>
              <a:ext uri="{FF2B5EF4-FFF2-40B4-BE49-F238E27FC236}">
                <a16:creationId xmlns:a16="http://schemas.microsoft.com/office/drawing/2014/main" id="{4E80934C-FB06-4E50-A516-3FF191BC8651}"/>
              </a:ext>
            </a:extLst>
          </p:cNvPr>
          <p:cNvSpPr>
            <a:spLocks noGrp="1"/>
          </p:cNvSpPr>
          <p:nvPr>
            <p:ph type="body" sz="half" idx="25"/>
          </p:nvPr>
        </p:nvSpPr>
        <p:spPr>
          <a:xfrm>
            <a:off x="9402763" y="4450243"/>
            <a:ext cx="2432687" cy="1649295"/>
          </a:xfrm>
        </p:spPr>
        <p:txBody>
          <a:bodyPr>
            <a:normAutofit/>
          </a:bodyPr>
          <a:lstStyle>
            <a:lvl1pPr marL="171450" indent="-171450">
              <a:buFont typeface="Arial" panose="020B0604020202020204" pitchFamily="34" charset="0"/>
              <a:buChar char="•"/>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6" name="Graphic 5" descr="Stars outline">
            <a:extLst>
              <a:ext uri="{FF2B5EF4-FFF2-40B4-BE49-F238E27FC236}">
                <a16:creationId xmlns:a16="http://schemas.microsoft.com/office/drawing/2014/main" id="{98C144D0-5F3A-4ADE-A59F-D76F407D73C8}"/>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5"/>
              </a:ext>
            </a:extLst>
          </a:blip>
          <a:srcRect/>
          <a:stretch/>
        </p:blipFill>
        <p:spPr>
          <a:xfrm>
            <a:off x="8157700" y="4029546"/>
            <a:ext cx="387850" cy="387850"/>
          </a:xfrm>
          <a:prstGeom prst="rect">
            <a:avLst/>
          </a:prstGeom>
        </p:spPr>
      </p:pic>
      <p:pic>
        <p:nvPicPr>
          <p:cNvPr id="8" name="Graphic 7" descr="Employee badge outline">
            <a:extLst>
              <a:ext uri="{FF2B5EF4-FFF2-40B4-BE49-F238E27FC236}">
                <a16:creationId xmlns:a16="http://schemas.microsoft.com/office/drawing/2014/main" id="{DD382721-A9F2-4215-B61A-97278395EDB7}"/>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8087499" y="1232430"/>
            <a:ext cx="432000" cy="432000"/>
          </a:xfrm>
          <a:prstGeom prst="rect">
            <a:avLst/>
          </a:prstGeom>
        </p:spPr>
      </p:pic>
      <p:sp>
        <p:nvSpPr>
          <p:cNvPr id="57" name="Text Placeholder 52">
            <a:extLst>
              <a:ext uri="{FF2B5EF4-FFF2-40B4-BE49-F238E27FC236}">
                <a16:creationId xmlns:a16="http://schemas.microsoft.com/office/drawing/2014/main" id="{F155520B-E86D-458C-B2B3-1D8A66CE2BBE}"/>
              </a:ext>
            </a:extLst>
          </p:cNvPr>
          <p:cNvSpPr>
            <a:spLocks noGrp="1"/>
          </p:cNvSpPr>
          <p:nvPr>
            <p:ph type="body" sz="quarter" idx="26" hasCustomPrompt="1"/>
          </p:nvPr>
        </p:nvSpPr>
        <p:spPr>
          <a:xfrm>
            <a:off x="10002838" y="3383696"/>
            <a:ext cx="821267" cy="230388"/>
          </a:xfrm>
        </p:spPr>
        <p:txBody>
          <a:bodyPr anchor="ctr">
            <a:noAutofit/>
          </a:bodyPr>
          <a:lstStyle>
            <a:lvl1pPr>
              <a:defRPr sz="1600" b="1"/>
            </a:lvl1pPr>
          </a:lstStyle>
          <a:p>
            <a:pPr lvl="0"/>
            <a:r>
              <a:rPr lang="he-IL" dirty="0"/>
              <a:t>15+</a:t>
            </a:r>
          </a:p>
        </p:txBody>
      </p:sp>
      <p:sp>
        <p:nvSpPr>
          <p:cNvPr id="58" name="Text Placeholder 52">
            <a:extLst>
              <a:ext uri="{FF2B5EF4-FFF2-40B4-BE49-F238E27FC236}">
                <a16:creationId xmlns:a16="http://schemas.microsoft.com/office/drawing/2014/main" id="{C31BB4DE-A54C-40CE-9C2B-58AFA7D60695}"/>
              </a:ext>
            </a:extLst>
          </p:cNvPr>
          <p:cNvSpPr>
            <a:spLocks noGrp="1"/>
          </p:cNvSpPr>
          <p:nvPr>
            <p:ph type="body" sz="quarter" idx="27" hasCustomPrompt="1"/>
          </p:nvPr>
        </p:nvSpPr>
        <p:spPr>
          <a:xfrm>
            <a:off x="10002838" y="3700779"/>
            <a:ext cx="821267" cy="230388"/>
          </a:xfrm>
        </p:spPr>
        <p:txBody>
          <a:bodyPr anchor="ctr">
            <a:noAutofit/>
          </a:bodyPr>
          <a:lstStyle>
            <a:lvl1pPr>
              <a:defRPr sz="1600" b="1"/>
            </a:lvl1pPr>
          </a:lstStyle>
          <a:p>
            <a:pPr lvl="0"/>
            <a:r>
              <a:rPr lang="he-IL" dirty="0"/>
              <a:t>10+</a:t>
            </a:r>
          </a:p>
        </p:txBody>
      </p:sp>
    </p:spTree>
    <p:extLst>
      <p:ext uri="{BB962C8B-B14F-4D97-AF65-F5344CB8AC3E}">
        <p14:creationId xmlns:p14="http://schemas.microsoft.com/office/powerpoint/2010/main" val="9157179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w openi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95775" y="1449388"/>
            <a:ext cx="7416516" cy="1325563"/>
          </a:xfrm>
          <a:prstGeom prst="rect">
            <a:avLst/>
          </a:prstGeom>
        </p:spPr>
        <p:txBody>
          <a:bodyPr lIns="0" tIns="0" rIns="0" bIns="0" anchor="b"/>
          <a:lstStyle>
            <a:lvl1pPr>
              <a:lnSpc>
                <a:spcPts val="3700"/>
              </a:lnSpc>
              <a:defRPr sz="3600" b="1" i="0">
                <a:latin typeface="Calibri" panose="020F0502020204030204" pitchFamily="34" charset="0"/>
                <a:ea typeface="Calibri" panose="020F0502020204030204" pitchFamily="34" charset="0"/>
                <a:cs typeface="Calibri" panose="020F0502020204030204" pitchFamily="34" charset="0"/>
              </a:defRPr>
            </a:lvl1pPr>
          </a:lstStyle>
          <a:p>
            <a:r>
              <a:rPr lang="he-IL"/>
              <a:t>כותרת עד עשר מילים</a:t>
            </a:r>
            <a:br>
              <a:rPr lang="he-IL"/>
            </a:br>
            <a:r>
              <a:rPr lang="he-IL"/>
              <a:t>כותרת עד עשר מילים</a:t>
            </a:r>
          </a:p>
        </p:txBody>
      </p:sp>
      <p:cxnSp>
        <p:nvCxnSpPr>
          <p:cNvPr id="4" name="Straight Connector 3"/>
          <p:cNvCxnSpPr/>
          <p:nvPr userDrawn="1"/>
        </p:nvCxnSpPr>
        <p:spPr>
          <a:xfrm>
            <a:off x="10267406" y="2967473"/>
            <a:ext cx="1924594" cy="0"/>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0" hasCustomPrompt="1"/>
          </p:nvPr>
        </p:nvSpPr>
        <p:spPr>
          <a:xfrm>
            <a:off x="4295776" y="3213173"/>
            <a:ext cx="7416800" cy="809625"/>
          </a:xfrm>
          <a:prstGeom prst="rect">
            <a:avLst/>
          </a:prstGeom>
        </p:spPr>
        <p:txBody>
          <a:bodyPr lIns="0" tIns="0" rIns="0" bIns="0"/>
          <a:lstStyle>
            <a:lvl1pPr marL="0" indent="0">
              <a:buNone/>
              <a:defRPr sz="2000" baseline="0">
                <a:latin typeface="Calibri" panose="020F0502020204030204" pitchFamily="34" charset="0"/>
                <a:cs typeface="Calibri" panose="020F0502020204030204" pitchFamily="34" charset="0"/>
              </a:defRPr>
            </a:lvl1pPr>
          </a:lstStyle>
          <a:p>
            <a:pPr lvl="0"/>
            <a:r>
              <a:rPr lang="he-IL"/>
              <a:t>0000 </a:t>
            </a:r>
            <a:r>
              <a:rPr lang="en-US"/>
              <a:t>month</a:t>
            </a:r>
            <a:endParaRPr lang="he-IL"/>
          </a:p>
        </p:txBody>
      </p:sp>
      <p:sp>
        <p:nvSpPr>
          <p:cNvPr id="6" name="Slide Number Placeholder 5"/>
          <p:cNvSpPr>
            <a:spLocks noGrp="1"/>
          </p:cNvSpPr>
          <p:nvPr>
            <p:ph type="sldNum" sz="quarter" idx="13"/>
          </p:nvPr>
        </p:nvSpPr>
        <p:spPr/>
        <p:txBody>
          <a:bodyPr/>
          <a:lstStyle/>
          <a:p>
            <a:fld id="{18F36642-002E-4C98-915B-826072CB88D7}" type="slidenum">
              <a:rPr lang="he-IL" smtClean="0"/>
              <a:pPr/>
              <a:t>‹#›</a:t>
            </a:fld>
            <a:endParaRPr lang="he-IL"/>
          </a:p>
        </p:txBody>
      </p:sp>
      <p:sp>
        <p:nvSpPr>
          <p:cNvPr id="14" name="Date Placeholder 13" hidden="1"/>
          <p:cNvSpPr>
            <a:spLocks noGrp="1"/>
          </p:cNvSpPr>
          <p:nvPr>
            <p:ph type="dt" sz="half" idx="14"/>
          </p:nvPr>
        </p:nvSpPr>
        <p:spPr/>
        <p:txBody>
          <a:bodyPr/>
          <a:lstStyle/>
          <a:p>
            <a:endParaRPr lang="he-IL"/>
          </a:p>
        </p:txBody>
      </p:sp>
    </p:spTree>
    <p:extLst>
      <p:ext uri="{BB962C8B-B14F-4D97-AF65-F5344CB8AC3E}">
        <p14:creationId xmlns:p14="http://schemas.microsoft.com/office/powerpoint/2010/main" val="622757867"/>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1_w opening">
    <p:bg>
      <p:bgRef idx="1001">
        <a:schemeClr val="bg1"/>
      </p:bgRef>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615BE46-6882-4AD9-9B52-46F831E81975}"/>
              </a:ext>
            </a:extLst>
          </p:cNvPr>
          <p:cNvSpPr>
            <a:spLocks noGrp="1"/>
          </p:cNvSpPr>
          <p:nvPr>
            <p:ph type="sldNum" sz="quarter" idx="12"/>
          </p:nvPr>
        </p:nvSpPr>
        <p:spPr>
          <a:xfrm>
            <a:off x="0" y="9389"/>
            <a:ext cx="490393" cy="365125"/>
          </a:xfr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3636144826"/>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32223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white simple">
    <p:spTree>
      <p:nvGrpSpPr>
        <p:cNvPr id="1" name=""/>
        <p:cNvGrpSpPr/>
        <p:nvPr/>
      </p:nvGrpSpPr>
      <p:grpSpPr>
        <a:xfrm>
          <a:off x="0" y="0"/>
          <a:ext cx="0" cy="0"/>
          <a:chOff x="0" y="0"/>
          <a:chExt cx="0" cy="0"/>
        </a:xfrm>
      </p:grpSpPr>
      <p:sp>
        <p:nvSpPr>
          <p:cNvPr id="6" name="Flowchart: Document 3">
            <a:extLst>
              <a:ext uri="{FF2B5EF4-FFF2-40B4-BE49-F238E27FC236}">
                <a16:creationId xmlns:a16="http://schemas.microsoft.com/office/drawing/2014/main" id="{0CF900A2-450B-4859-B1E4-2EBD7340141E}"/>
              </a:ext>
            </a:extLst>
          </p:cNvPr>
          <p:cNvSpPr/>
          <p:nvPr userDrawn="1"/>
        </p:nvSpPr>
        <p:spPr>
          <a:xfrm flipV="1">
            <a:off x="0" y="3530600"/>
            <a:ext cx="12427938" cy="3456940"/>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2018"/>
              <a:gd name="connsiteY0" fmla="*/ 816 h 21402"/>
              <a:gd name="connsiteX1" fmla="*/ 21600 w 22018"/>
              <a:gd name="connsiteY1" fmla="*/ 816 h 21402"/>
              <a:gd name="connsiteX2" fmla="*/ 22018 w 22018"/>
              <a:gd name="connsiteY2" fmla="*/ 1787 h 21402"/>
              <a:gd name="connsiteX3" fmla="*/ 0 w 22018"/>
              <a:gd name="connsiteY3" fmla="*/ 20988 h 21402"/>
              <a:gd name="connsiteX4" fmla="*/ 0 w 22018"/>
              <a:gd name="connsiteY4" fmla="*/ 816 h 2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8" h="21402">
                <a:moveTo>
                  <a:pt x="0" y="816"/>
                </a:moveTo>
                <a:lnTo>
                  <a:pt x="21600" y="816"/>
                </a:lnTo>
                <a:cubicBezTo>
                  <a:pt x="21600" y="6590"/>
                  <a:pt x="22018" y="-3987"/>
                  <a:pt x="22018" y="1787"/>
                </a:cubicBezTo>
                <a:cubicBezTo>
                  <a:pt x="11218" y="1787"/>
                  <a:pt x="10800" y="24738"/>
                  <a:pt x="0" y="20988"/>
                </a:cubicBezTo>
                <a:lnTo>
                  <a:pt x="0" y="81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Logo dark">
            <a:extLst>
              <a:ext uri="{FF2B5EF4-FFF2-40B4-BE49-F238E27FC236}">
                <a16:creationId xmlns:a16="http://schemas.microsoft.com/office/drawing/2014/main" id="{965D31AB-B18E-4A64-8C73-6D8E5207903D}"/>
              </a:ext>
            </a:extLst>
          </p:cNvPr>
          <p:cNvGrpSpPr>
            <a:grpSpLocks/>
          </p:cNvGrpSpPr>
          <p:nvPr userDrawn="1"/>
        </p:nvGrpSpPr>
        <p:grpSpPr>
          <a:xfrm>
            <a:off x="498087" y="6262651"/>
            <a:ext cx="297799" cy="307373"/>
            <a:chOff x="479425" y="6113075"/>
            <a:chExt cx="297799" cy="307373"/>
          </a:xfrm>
        </p:grpSpPr>
        <p:sp>
          <p:nvSpPr>
            <p:cNvPr id="8" name="E">
              <a:extLst>
                <a:ext uri="{FF2B5EF4-FFF2-40B4-BE49-F238E27FC236}">
                  <a16:creationId xmlns:a16="http://schemas.microsoft.com/office/drawing/2014/main" id="{8F882611-589C-4DDA-9271-38FD7AD3B6DE}"/>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9" name="Y">
              <a:extLst>
                <a:ext uri="{FF2B5EF4-FFF2-40B4-BE49-F238E27FC236}">
                  <a16:creationId xmlns:a16="http://schemas.microsoft.com/office/drawing/2014/main" id="{C65CA2F2-CD11-4009-95A6-5D2A1DE7F5A2}"/>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ellow">
              <a:extLst>
                <a:ext uri="{FF2B5EF4-FFF2-40B4-BE49-F238E27FC236}">
                  <a16:creationId xmlns:a16="http://schemas.microsoft.com/office/drawing/2014/main" id="{3355CED1-B7B8-4D3C-B460-411307D9A484}"/>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5183262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76610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302893135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white chapte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11" name="Slide Number Placeholder 10"/>
          <p:cNvSpPr>
            <a:spLocks noGrp="1"/>
          </p:cNvSpPr>
          <p:nvPr>
            <p:ph type="sldNum" sz="quarter" idx="11"/>
          </p:nvPr>
        </p:nvSpPr>
        <p:spPr/>
        <p:txBody>
          <a:bodyPr/>
          <a:lstStyle/>
          <a:p>
            <a:fld id="{18F36642-002E-4C98-915B-826072CB88D7}" type="slidenum">
              <a:rPr lang="he-IL" smtClean="0"/>
              <a:pPr/>
              <a:t>‹#›</a:t>
            </a:fld>
            <a:endParaRPr lang="he-IL"/>
          </a:p>
        </p:txBody>
      </p:sp>
    </p:spTree>
    <p:extLst>
      <p:ext uri="{BB962C8B-B14F-4D97-AF65-F5344CB8AC3E}">
        <p14:creationId xmlns:p14="http://schemas.microsoft.com/office/powerpoint/2010/main" val="5809128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1_white chapter">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solidFill>
                  <a:schemeClr val="bg1">
                    <a:lumMod val="100000"/>
                  </a:schemeClr>
                </a:solidFill>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solidFill>
                  <a:schemeClr val="bg1">
                    <a:lumMod val="10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6" name="Slide Number Placeholder 5"/>
          <p:cNvSpPr>
            <a:spLocks noGrp="1"/>
          </p:cNvSpPr>
          <p:nvPr>
            <p:ph type="sldNum" sz="quarter" idx="12"/>
          </p:nvPr>
        </p:nvSpPr>
        <p:spPr/>
        <p:txBody>
          <a:bodyPr/>
          <a:lstStyle>
            <a:lvl1pPr>
              <a:defRPr>
                <a:solidFill>
                  <a:schemeClr val="bg1">
                    <a:lumMod val="100000"/>
                  </a:schemeClr>
                </a:solidFill>
              </a:defRPr>
            </a:lvl1pPr>
          </a:lstStyle>
          <a:p>
            <a:fld id="{18F36642-002E-4C98-915B-826072CB88D7}" type="slidenum">
              <a:rPr lang="he-IL" smtClean="0"/>
              <a:pPr/>
              <a:t>‹#›</a:t>
            </a:fld>
            <a:endParaRPr lang="he-IL"/>
          </a:p>
        </p:txBody>
      </p:sp>
      <p:grpSp>
        <p:nvGrpSpPr>
          <p:cNvPr id="7" name="Logo dark"/>
          <p:cNvGrpSpPr>
            <a:grpSpLocks/>
          </p:cNvGrpSpPr>
          <p:nvPr userDrawn="1"/>
        </p:nvGrpSpPr>
        <p:grpSpPr>
          <a:xfrm>
            <a:off x="498087" y="6262651"/>
            <a:ext cx="297799" cy="307373"/>
            <a:chOff x="479425" y="6113075"/>
            <a:chExt cx="297799" cy="307373"/>
          </a:xfrm>
        </p:grpSpPr>
        <p:sp>
          <p:nvSpPr>
            <p:cNvPr id="8"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2"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40780401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8" name="Rectangle 7"/>
          <p:cNvSpPr/>
          <p:nvPr userDrawn="1"/>
        </p:nvSpPr>
        <p:spPr>
          <a:xfrm>
            <a:off x="6096001" y="0"/>
            <a:ext cx="6096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6525434" y="397025"/>
            <a:ext cx="5189880" cy="1719451"/>
          </a:xfrm>
        </p:spPr>
        <p:txBody>
          <a:bodyPr/>
          <a:lstStyle>
            <a:lvl1pPr>
              <a:defRPr>
                <a:solidFill>
                  <a:schemeClr val="bg1"/>
                </a:solidFill>
              </a:defRPr>
            </a:lvl1pPr>
          </a:lstStyle>
          <a:p>
            <a:r>
              <a:rPr lang="en-US"/>
              <a:t>Click to edit Master title style</a:t>
            </a:r>
            <a:endParaRPr lang="he-IL"/>
          </a:p>
        </p:txBody>
      </p:sp>
      <p:sp>
        <p:nvSpPr>
          <p:cNvPr id="9" name="Date Placeholder 8"/>
          <p:cNvSpPr>
            <a:spLocks noGrp="1"/>
          </p:cNvSpPr>
          <p:nvPr>
            <p:ph type="dt" sz="half" idx="21"/>
          </p:nvPr>
        </p:nvSpPr>
        <p:spPr/>
        <p:txBody>
          <a:bodyPr/>
          <a:lstStyle/>
          <a:p>
            <a:endParaRPr lang="he-IL"/>
          </a:p>
        </p:txBody>
      </p:sp>
      <p:sp>
        <p:nvSpPr>
          <p:cNvPr id="10" name="Slide Number Placeholder 9"/>
          <p:cNvSpPr>
            <a:spLocks noGrp="1"/>
          </p:cNvSpPr>
          <p:nvPr>
            <p:ph type="sldNum" sz="quarter" idx="22"/>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660283"/>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7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grpSp>
        <p:nvGrpSpPr>
          <p:cNvPr id="6" name="Logo dark"/>
          <p:cNvGrpSpPr>
            <a:grpSpLocks/>
          </p:cNvGrpSpPr>
          <p:nvPr userDrawn="1"/>
        </p:nvGrpSpPr>
        <p:grpSpPr>
          <a:xfrm>
            <a:off x="498087" y="6262651"/>
            <a:ext cx="297799" cy="307373"/>
            <a:chOff x="479425" y="6113075"/>
            <a:chExt cx="297799" cy="307373"/>
          </a:xfrm>
        </p:grpSpPr>
        <p:sp>
          <p:nvSpPr>
            <p:cNvPr id="7"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8"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9"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2044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white chapter">
    <p:spTree>
      <p:nvGrpSpPr>
        <p:cNvPr id="1" name=""/>
        <p:cNvGrpSpPr/>
        <p:nvPr/>
      </p:nvGrpSpPr>
      <p:grpSpPr>
        <a:xfrm>
          <a:off x="0" y="0"/>
          <a:ext cx="0" cy="0"/>
          <a:chOff x="0" y="0"/>
          <a:chExt cx="0" cy="0"/>
        </a:xfrm>
      </p:grpSpPr>
      <p:sp>
        <p:nvSpPr>
          <p:cNvPr id="5" name="Rectangle 4"/>
          <p:cNvSpPr/>
          <p:nvPr userDrawn="1"/>
        </p:nvSpPr>
        <p:spPr>
          <a:xfrm>
            <a:off x="0" y="0"/>
            <a:ext cx="12192000" cy="2285426"/>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476251"/>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0419685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white chapter">
    <p:spTree>
      <p:nvGrpSpPr>
        <p:cNvPr id="1" name=""/>
        <p:cNvGrpSpPr/>
        <p:nvPr/>
      </p:nvGrpSpPr>
      <p:grpSpPr>
        <a:xfrm>
          <a:off x="0" y="0"/>
          <a:ext cx="0" cy="0"/>
          <a:chOff x="0" y="0"/>
          <a:chExt cx="0" cy="0"/>
        </a:xfrm>
      </p:grpSpPr>
      <p:sp>
        <p:nvSpPr>
          <p:cNvPr id="5" name="Rectangle 4"/>
          <p:cNvSpPr/>
          <p:nvPr userDrawn="1"/>
        </p:nvSpPr>
        <p:spPr>
          <a:xfrm>
            <a:off x="0" y="0"/>
            <a:ext cx="12192000" cy="1449389"/>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68485"/>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1622475346"/>
      </p:ext>
    </p:extLst>
  </p:cSld>
  <p:clrMapOvr>
    <a:masterClrMapping/>
  </p:clrMapOvr>
  <p:extLst>
    <p:ext uri="{DCECCB84-F9BA-43D5-87BE-67443E8EF086}">
      <p15:sldGuideLst xmlns:p15="http://schemas.microsoft.com/office/powerpoint/2012/main">
        <p15:guide id="1" pos="3840">
          <p15:clr>
            <a:srgbClr val="FBAE40"/>
          </p15:clr>
        </p15:guide>
        <p15:guide id="2" orient="horz" pos="709">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D138-B202-493B-B9E5-A1D41BE9E24E}"/>
              </a:ext>
            </a:extLst>
          </p:cNvPr>
          <p:cNvSpPr>
            <a:spLocks noGrp="1"/>
          </p:cNvSpPr>
          <p:nvPr>
            <p:ph type="title"/>
          </p:nvPr>
        </p:nvSpPr>
        <p:spPr>
          <a:xfrm>
            <a:off x="1542614" y="397025"/>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lide Number Placeholder 2">
            <a:extLst>
              <a:ext uri="{FF2B5EF4-FFF2-40B4-BE49-F238E27FC236}">
                <a16:creationId xmlns:a16="http://schemas.microsoft.com/office/drawing/2014/main" id="{BAC8DA04-EB70-4ACE-9892-0F159C73455F}"/>
              </a:ext>
            </a:extLst>
          </p:cNvPr>
          <p:cNvSpPr>
            <a:spLocks noGrp="1"/>
          </p:cNvSpPr>
          <p:nvPr>
            <p:ph type="sldNum" sz="quarter" idx="10"/>
          </p:nvPr>
        </p:nvSpPr>
        <p:spPr/>
        <p:txBody>
          <a:bodyPr/>
          <a:lstStyle/>
          <a:p>
            <a:fld id="{18F36642-002E-4C98-915B-826072CB88D7}" type="slidenum">
              <a:rPr lang="he-IL" smtClean="0"/>
              <a:pPr/>
              <a:t>‹#›</a:t>
            </a:fld>
            <a:endParaRPr lang="he-IL"/>
          </a:p>
        </p:txBody>
      </p:sp>
      <p:sp>
        <p:nvSpPr>
          <p:cNvPr id="4" name="Date Placeholder 3">
            <a:extLst>
              <a:ext uri="{FF2B5EF4-FFF2-40B4-BE49-F238E27FC236}">
                <a16:creationId xmlns:a16="http://schemas.microsoft.com/office/drawing/2014/main" id="{028E404C-FCE0-49B8-ACE8-F596D72E5CDB}"/>
              </a:ext>
            </a:extLst>
          </p:cNvPr>
          <p:cNvSpPr>
            <a:spLocks noGrp="1"/>
          </p:cNvSpPr>
          <p:nvPr>
            <p:ph type="dt" sz="half" idx="11"/>
          </p:nvPr>
        </p:nvSpPr>
        <p:spPr/>
        <p:txBody>
          <a:bodyPr/>
          <a:lstStyle/>
          <a:p>
            <a:endParaRPr lang="he-IL"/>
          </a:p>
        </p:txBody>
      </p:sp>
      <p:cxnSp>
        <p:nvCxnSpPr>
          <p:cNvPr id="6" name="Straight Connector 5">
            <a:extLst>
              <a:ext uri="{FF2B5EF4-FFF2-40B4-BE49-F238E27FC236}">
                <a16:creationId xmlns:a16="http://schemas.microsoft.com/office/drawing/2014/main" id="{B446F218-49E2-4753-9724-6A0E316E26AE}"/>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0851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9488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he-IL"/>
          </a:p>
        </p:txBody>
      </p:sp>
      <p:sp>
        <p:nvSpPr>
          <p:cNvPr id="5" name="Footer Placeholder 4"/>
          <p:cNvSpPr>
            <a:spLocks noGrp="1"/>
          </p:cNvSpPr>
          <p:nvPr>
            <p:ph type="ftr" sz="quarter" idx="11"/>
          </p:nvPr>
        </p:nvSpPr>
        <p:spPr/>
        <p:txBody>
          <a:bodyPr/>
          <a:lstStyle>
            <a:lvl1pPr>
              <a:defRPr>
                <a:latin typeface="Calibri" panose="020F0502020204030204" pitchFamily="34" charset="0"/>
                <a:cs typeface="Calibri" panose="020F0502020204030204" pitchFamily="34" charset="0"/>
              </a:defRPr>
            </a:lvl1pPr>
          </a:lstStyle>
          <a:p>
            <a:endParaRPr lang="he-IL"/>
          </a:p>
        </p:txBody>
      </p:sp>
      <p:sp>
        <p:nvSpPr>
          <p:cNvPr id="6" name="Slide Number Placeholder 5"/>
          <p:cNvSpPr>
            <a:spLocks noGrp="1"/>
          </p:cNvSpPr>
          <p:nvPr>
            <p:ph type="sldNum" sz="quarter" idx="12"/>
          </p:nvPr>
        </p:nvSpPr>
        <p:spPr/>
        <p:txBody>
          <a:bodyPr/>
          <a:lstStyle/>
          <a:p>
            <a:fld id="{1874ECA3-6FB8-4AD6-9CD3-DDFF8FB44155}" type="slidenum">
              <a:rPr lang="he-IL" smtClean="0"/>
              <a:t>‹#›</a:t>
            </a:fld>
            <a:endParaRPr lang="he-IL"/>
          </a:p>
        </p:txBody>
      </p:sp>
    </p:spTree>
    <p:extLst>
      <p:ext uri="{BB962C8B-B14F-4D97-AF65-F5344CB8AC3E}">
        <p14:creationId xmlns:p14="http://schemas.microsoft.com/office/powerpoint/2010/main" val="11564689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w opening">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95775" y="1449388"/>
            <a:ext cx="7416516" cy="1325563"/>
          </a:xfrm>
          <a:prstGeom prst="rect">
            <a:avLst/>
          </a:prstGeom>
        </p:spPr>
        <p:txBody>
          <a:bodyPr lIns="0" tIns="0" rIns="0" bIns="0" anchor="b"/>
          <a:lstStyle>
            <a:lvl1pPr>
              <a:lnSpc>
                <a:spcPts val="3700"/>
              </a:lnSpc>
              <a:defRPr sz="3600" b="1" i="0">
                <a:latin typeface="Calibri" panose="020F0502020204030204" pitchFamily="34" charset="0"/>
                <a:ea typeface="Calibri" panose="020F0502020204030204" pitchFamily="34" charset="0"/>
                <a:cs typeface="Calibri" panose="020F0502020204030204" pitchFamily="34" charset="0"/>
              </a:defRPr>
            </a:lvl1pPr>
          </a:lstStyle>
          <a:p>
            <a:r>
              <a:rPr lang="he-IL"/>
              <a:t>כותרת עד עשר מילים</a:t>
            </a:r>
            <a:br>
              <a:rPr lang="he-IL"/>
            </a:br>
            <a:r>
              <a:rPr lang="he-IL"/>
              <a:t>כותרת עד עשר מילים</a:t>
            </a:r>
          </a:p>
        </p:txBody>
      </p:sp>
      <p:cxnSp>
        <p:nvCxnSpPr>
          <p:cNvPr id="4" name="Straight Connector 3"/>
          <p:cNvCxnSpPr/>
          <p:nvPr userDrawn="1"/>
        </p:nvCxnSpPr>
        <p:spPr>
          <a:xfrm>
            <a:off x="10267406" y="2967473"/>
            <a:ext cx="1924594" cy="0"/>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0" hasCustomPrompt="1"/>
          </p:nvPr>
        </p:nvSpPr>
        <p:spPr>
          <a:xfrm>
            <a:off x="4295776" y="3213173"/>
            <a:ext cx="7416800" cy="809625"/>
          </a:xfrm>
          <a:prstGeom prst="rect">
            <a:avLst/>
          </a:prstGeom>
        </p:spPr>
        <p:txBody>
          <a:bodyPr lIns="0" tIns="0" rIns="0" bIns="0"/>
          <a:lstStyle>
            <a:lvl1pPr marL="0" indent="0">
              <a:buNone/>
              <a:defRPr sz="2000" baseline="0">
                <a:latin typeface="Calibri" panose="020F0502020204030204" pitchFamily="34" charset="0"/>
                <a:cs typeface="Calibri" panose="020F0502020204030204" pitchFamily="34" charset="0"/>
              </a:defRPr>
            </a:lvl1pPr>
          </a:lstStyle>
          <a:p>
            <a:pPr lvl="0"/>
            <a:r>
              <a:rPr lang="he-IL" dirty="0"/>
              <a:t>0000 </a:t>
            </a:r>
            <a:r>
              <a:rPr lang="en-US" dirty="0"/>
              <a:t>month</a:t>
            </a:r>
            <a:endParaRPr lang="he-IL" dirty="0"/>
          </a:p>
        </p:txBody>
      </p:sp>
      <p:sp>
        <p:nvSpPr>
          <p:cNvPr id="6" name="Slide Number Placeholder 5"/>
          <p:cNvSpPr>
            <a:spLocks noGrp="1"/>
          </p:cNvSpPr>
          <p:nvPr>
            <p:ph type="sldNum" sz="quarter" idx="13"/>
          </p:nvPr>
        </p:nvSpPr>
        <p:spPr>
          <a:xfrm>
            <a:off x="0" y="67580"/>
            <a:ext cx="490393" cy="365125"/>
          </a:xfrm>
          <a:prstGeom prst="rect">
            <a:avLst/>
          </a:prstGeom>
        </p:spPr>
        <p:txBody>
          <a:bodyPr/>
          <a:lstStyle/>
          <a:p>
            <a:fld id="{18F36642-002E-4C98-915B-826072CB88D7}" type="slidenum">
              <a:rPr lang="he-IL" smtClean="0"/>
              <a:pPr/>
              <a:t>‹#›</a:t>
            </a:fld>
            <a:endParaRPr lang="he-IL"/>
          </a:p>
        </p:txBody>
      </p:sp>
      <p:sp>
        <p:nvSpPr>
          <p:cNvPr id="14" name="Date Placeholder 13" hidden="1"/>
          <p:cNvSpPr>
            <a:spLocks noGrp="1"/>
          </p:cNvSpPr>
          <p:nvPr>
            <p:ph type="dt" sz="half" idx="14"/>
          </p:nvPr>
        </p:nvSpPr>
        <p:spPr/>
        <p:txBody>
          <a:bodyPr/>
          <a:lstStyle/>
          <a:p>
            <a:endParaRPr lang="he-IL"/>
          </a:p>
        </p:txBody>
      </p:sp>
    </p:spTree>
    <p:extLst>
      <p:ext uri="{BB962C8B-B14F-4D97-AF65-F5344CB8AC3E}">
        <p14:creationId xmlns:p14="http://schemas.microsoft.com/office/powerpoint/2010/main" val="136596151"/>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1_w opening">
    <p:bg>
      <p:bgRef idx="1001">
        <a:schemeClr val="bg1"/>
      </p:bgRef>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615BE46-6882-4AD9-9B52-46F831E81975}"/>
              </a:ext>
            </a:extLst>
          </p:cNvPr>
          <p:cNvSpPr>
            <a:spLocks noGrp="1"/>
          </p:cNvSpPr>
          <p:nvPr>
            <p:ph type="sldNum" sz="quarter" idx="12"/>
          </p:nvPr>
        </p:nvSpPr>
        <p:spPr>
          <a:xfrm>
            <a:off x="0" y="9389"/>
            <a:ext cx="490393" cy="365125"/>
          </a:xfrm>
          <a:prstGeom prst="rect">
            <a:avLst/>
          </a:prstGeo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112676975"/>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a:xfrm>
            <a:off x="0" y="67580"/>
            <a:ext cx="490393" cy="365125"/>
          </a:xfrm>
          <a:prstGeom prst="rect">
            <a:avLst/>
          </a:prstGeom>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10921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מציין מיקום של מספר שקופית 4">
            <a:extLst>
              <a:ext uri="{FF2B5EF4-FFF2-40B4-BE49-F238E27FC236}">
                <a16:creationId xmlns:a16="http://schemas.microsoft.com/office/drawing/2014/main" id="{5D6BFAF6-57EA-4B00-A192-0FE34B52324C}"/>
              </a:ext>
            </a:extLst>
          </p:cNvPr>
          <p:cNvSpPr txBox="1">
            <a:spLocks/>
          </p:cNvSpPr>
          <p:nvPr userDrawn="1"/>
        </p:nvSpPr>
        <p:spPr>
          <a:xfrm>
            <a:off x="319859" y="6356352"/>
            <a:ext cx="457267" cy="365125"/>
          </a:xfrm>
          <a:prstGeom prst="rect">
            <a:avLst/>
          </a:prstGeom>
        </p:spPr>
        <p:txBody>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90BAB6C6-5707-44BC-AB11-1F797F972D15}" type="slidenum">
              <a:rPr lang="he-IL" smtClean="0"/>
              <a:pPr/>
              <a:t>‹#›</a:t>
            </a:fld>
            <a:endParaRPr lang="he-IL"/>
          </a:p>
        </p:txBody>
      </p:sp>
      <p:grpSp>
        <p:nvGrpSpPr>
          <p:cNvPr id="7" name="Logo dark">
            <a:extLst>
              <a:ext uri="{FF2B5EF4-FFF2-40B4-BE49-F238E27FC236}">
                <a16:creationId xmlns:a16="http://schemas.microsoft.com/office/drawing/2014/main" id="{F3F9F67A-075D-406F-8137-52F8666A6389}"/>
              </a:ext>
            </a:extLst>
          </p:cNvPr>
          <p:cNvGrpSpPr>
            <a:grpSpLocks/>
          </p:cNvGrpSpPr>
          <p:nvPr userDrawn="1"/>
        </p:nvGrpSpPr>
        <p:grpSpPr>
          <a:xfrm>
            <a:off x="290467" y="169403"/>
            <a:ext cx="297799" cy="307373"/>
            <a:chOff x="479425" y="6113075"/>
            <a:chExt cx="297799" cy="307373"/>
          </a:xfrm>
        </p:grpSpPr>
        <p:sp>
          <p:nvSpPr>
            <p:cNvPr id="8" name="E">
              <a:extLst>
                <a:ext uri="{FF2B5EF4-FFF2-40B4-BE49-F238E27FC236}">
                  <a16:creationId xmlns:a16="http://schemas.microsoft.com/office/drawing/2014/main" id="{FF60E359-30B8-478D-951E-D104C53DE6E2}"/>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rgbClr val="282828">
                <a:lumMod val="100000"/>
              </a:srgbClr>
            </a:solidFill>
            <a:ln w="12700" cap="flat" cmpd="sng" algn="ctr">
              <a:no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0" name="Y">
              <a:extLst>
                <a:ext uri="{FF2B5EF4-FFF2-40B4-BE49-F238E27FC236}">
                  <a16:creationId xmlns:a16="http://schemas.microsoft.com/office/drawing/2014/main" id="{19BE3795-87D7-45AA-BE54-29B43C278A5E}"/>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rgbClr val="282828">
                <a:lumMod val="100000"/>
              </a:srgbClr>
            </a:solidFill>
            <a:ln w="12700" cap="flat" cmpd="sng" algn="ctr">
              <a:no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1" name="yellow">
              <a:extLst>
                <a:ext uri="{FF2B5EF4-FFF2-40B4-BE49-F238E27FC236}">
                  <a16:creationId xmlns:a16="http://schemas.microsoft.com/office/drawing/2014/main" id="{66E0CC80-1836-4D68-BB2B-6EF975E68C58}"/>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solidFill>
              <a:srgbClr val="FAC300"/>
            </a:solidFill>
            <a:ln w="12700" cap="flat" cmpd="sng" algn="ctr">
              <a:no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grpSp>
    </p:spTree>
    <p:extLst>
      <p:ext uri="{BB962C8B-B14F-4D97-AF65-F5344CB8AC3E}">
        <p14:creationId xmlns:p14="http://schemas.microsoft.com/office/powerpoint/2010/main" val="155152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63461322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white chapte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11" name="Slide Number Placeholder 10"/>
          <p:cNvSpPr>
            <a:spLocks noGrp="1"/>
          </p:cNvSpPr>
          <p:nvPr>
            <p:ph type="sldNum" sz="quarter" idx="11"/>
          </p:nvPr>
        </p:nvSpPr>
        <p:spPr>
          <a:xfrm>
            <a:off x="0" y="67580"/>
            <a:ext cx="490393" cy="365125"/>
          </a:xfrm>
          <a:prstGeom prst="rect">
            <a:avLst/>
          </a:prstGeom>
        </p:spPr>
        <p:txBody>
          <a:bodyPr/>
          <a:lstStyle/>
          <a:p>
            <a:fld id="{18F36642-002E-4C98-915B-826072CB88D7}" type="slidenum">
              <a:rPr lang="he-IL" smtClean="0"/>
              <a:pPr/>
              <a:t>‹#›</a:t>
            </a:fld>
            <a:endParaRPr lang="he-IL"/>
          </a:p>
        </p:txBody>
      </p:sp>
    </p:spTree>
    <p:extLst>
      <p:ext uri="{BB962C8B-B14F-4D97-AF65-F5344CB8AC3E}">
        <p14:creationId xmlns:p14="http://schemas.microsoft.com/office/powerpoint/2010/main" val="38202535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1_white chapter">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solidFill>
                  <a:schemeClr val="bg1">
                    <a:lumMod val="100000"/>
                  </a:schemeClr>
                </a:solidFill>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solidFill>
                  <a:schemeClr val="bg1">
                    <a:lumMod val="10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6" name="Slide Number Placeholder 5"/>
          <p:cNvSpPr>
            <a:spLocks noGrp="1"/>
          </p:cNvSpPr>
          <p:nvPr>
            <p:ph type="sldNum" sz="quarter" idx="12"/>
          </p:nvPr>
        </p:nvSpPr>
        <p:spPr>
          <a:xfrm>
            <a:off x="0" y="67580"/>
            <a:ext cx="490393" cy="365125"/>
          </a:xfrm>
          <a:prstGeom prst="rect">
            <a:avLst/>
          </a:prstGeom>
        </p:spPr>
        <p:txBody>
          <a:bodyPr/>
          <a:lstStyle>
            <a:lvl1pPr>
              <a:defRPr>
                <a:solidFill>
                  <a:schemeClr val="bg1">
                    <a:lumMod val="100000"/>
                  </a:schemeClr>
                </a:solidFill>
              </a:defRPr>
            </a:lvl1pPr>
          </a:lstStyle>
          <a:p>
            <a:fld id="{18F36642-002E-4C98-915B-826072CB88D7}" type="slidenum">
              <a:rPr lang="he-IL" smtClean="0"/>
              <a:pPr/>
              <a:t>‹#›</a:t>
            </a:fld>
            <a:endParaRPr lang="he-IL"/>
          </a:p>
        </p:txBody>
      </p:sp>
      <p:grpSp>
        <p:nvGrpSpPr>
          <p:cNvPr id="7" name="Logo dark"/>
          <p:cNvGrpSpPr>
            <a:grpSpLocks/>
          </p:cNvGrpSpPr>
          <p:nvPr userDrawn="1"/>
        </p:nvGrpSpPr>
        <p:grpSpPr>
          <a:xfrm>
            <a:off x="498087" y="6262651"/>
            <a:ext cx="297799" cy="307373"/>
            <a:chOff x="479425" y="6113075"/>
            <a:chExt cx="297799" cy="307373"/>
          </a:xfrm>
        </p:grpSpPr>
        <p:sp>
          <p:nvSpPr>
            <p:cNvPr id="8"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2"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8194343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6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8148638" y="0"/>
            <a:ext cx="4043362" cy="6858000"/>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8589523" y="391187"/>
            <a:ext cx="3122768" cy="1917448"/>
          </a:xfrm>
          <a:prstGeom prst="rect">
            <a:avLst/>
          </a:prstGeom>
        </p:spPr>
        <p:txBody>
          <a:bodyPr lIns="0" tIns="0" rIns="0" bIns="0">
            <a:noAutofit/>
          </a:bodyPr>
          <a:lstStyle>
            <a:lvl1pPr>
              <a:defRPr sz="3200" baseline="0">
                <a:solidFill>
                  <a:schemeClr val="bg1"/>
                </a:solidFill>
              </a:defRPr>
            </a:lvl1pPr>
          </a:lstStyle>
          <a:p>
            <a:r>
              <a:rPr lang="he-IL"/>
              <a:t>כותרת עד עשר מילים</a:t>
            </a:r>
          </a:p>
        </p:txBody>
      </p:sp>
      <p:sp>
        <p:nvSpPr>
          <p:cNvPr id="25" name="Slide Number Placeholder 24"/>
          <p:cNvSpPr>
            <a:spLocks noGrp="1"/>
          </p:cNvSpPr>
          <p:nvPr>
            <p:ph type="sldNum" sz="quarter" idx="11"/>
          </p:nvPr>
        </p:nvSpPr>
        <p:spPr>
          <a:xfrm>
            <a:off x="0" y="67580"/>
            <a:ext cx="490393" cy="365125"/>
          </a:xfrm>
          <a:prstGeom prst="rect">
            <a:avLst/>
          </a:prstGeom>
        </p:spPr>
        <p:txBody>
          <a:bodyPr/>
          <a:lstStyle/>
          <a:p>
            <a:fld id="{18F36642-002E-4C98-915B-826072CB88D7}" type="slidenum">
              <a:rPr lang="he-IL" smtClean="0"/>
              <a:pPr/>
              <a:t>‹#›</a:t>
            </a:fld>
            <a:endParaRPr lang="he-IL"/>
          </a:p>
        </p:txBody>
      </p:sp>
      <p:cxnSp>
        <p:nvCxnSpPr>
          <p:cNvPr id="8" name="Straight Connector 7"/>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9426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33">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8" name="Rectangle 7"/>
          <p:cNvSpPr/>
          <p:nvPr userDrawn="1"/>
        </p:nvSpPr>
        <p:spPr>
          <a:xfrm>
            <a:off x="6096001" y="0"/>
            <a:ext cx="6096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6525434" y="397025"/>
            <a:ext cx="5189880" cy="1719451"/>
          </a:xfrm>
        </p:spPr>
        <p:txBody>
          <a:bodyPr/>
          <a:lstStyle>
            <a:lvl1pPr>
              <a:defRPr>
                <a:solidFill>
                  <a:schemeClr val="bg1"/>
                </a:solidFill>
              </a:defRPr>
            </a:lvl1pPr>
          </a:lstStyle>
          <a:p>
            <a:r>
              <a:rPr lang="en-US"/>
              <a:t>Click to edit Master title style</a:t>
            </a:r>
            <a:endParaRPr lang="he-IL"/>
          </a:p>
        </p:txBody>
      </p:sp>
      <p:sp>
        <p:nvSpPr>
          <p:cNvPr id="9" name="Date Placeholder 8"/>
          <p:cNvSpPr>
            <a:spLocks noGrp="1"/>
          </p:cNvSpPr>
          <p:nvPr>
            <p:ph type="dt" sz="half" idx="21"/>
          </p:nvPr>
        </p:nvSpPr>
        <p:spPr/>
        <p:txBody>
          <a:bodyPr/>
          <a:lstStyle/>
          <a:p>
            <a:endParaRPr lang="he-IL"/>
          </a:p>
        </p:txBody>
      </p:sp>
      <p:sp>
        <p:nvSpPr>
          <p:cNvPr id="10" name="Slide Number Placeholder 9"/>
          <p:cNvSpPr>
            <a:spLocks noGrp="1"/>
          </p:cNvSpPr>
          <p:nvPr>
            <p:ph type="sldNum" sz="quarter" idx="22"/>
          </p:nvPr>
        </p:nvSpPr>
        <p:spPr>
          <a:xfrm>
            <a:off x="0" y="67580"/>
            <a:ext cx="490393" cy="365125"/>
          </a:xfrm>
          <a:prstGeom prst="rect">
            <a:avLst/>
          </a:prstGeom>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542219"/>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7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a:xfrm>
            <a:off x="0" y="67580"/>
            <a:ext cx="490393" cy="365125"/>
          </a:xfrm>
          <a:prstGeom prst="rect">
            <a:avLst/>
          </a:prstGeom>
        </p:spPr>
        <p:txBody>
          <a:bodyPr/>
          <a:lstStyle/>
          <a:p>
            <a:fld id="{18F36642-002E-4C98-915B-826072CB88D7}" type="slidenum">
              <a:rPr lang="he-IL" smtClean="0"/>
              <a:pPr/>
              <a:t>‹#›</a:t>
            </a:fld>
            <a:endParaRPr lang="he-IL"/>
          </a:p>
        </p:txBody>
      </p:sp>
      <p:grpSp>
        <p:nvGrpSpPr>
          <p:cNvPr id="6" name="Logo dark"/>
          <p:cNvGrpSpPr>
            <a:grpSpLocks/>
          </p:cNvGrpSpPr>
          <p:nvPr userDrawn="1"/>
        </p:nvGrpSpPr>
        <p:grpSpPr>
          <a:xfrm>
            <a:off x="498087" y="6262651"/>
            <a:ext cx="297799" cy="307373"/>
            <a:chOff x="479425" y="6113075"/>
            <a:chExt cx="297799" cy="307373"/>
          </a:xfrm>
        </p:grpSpPr>
        <p:sp>
          <p:nvSpPr>
            <p:cNvPr id="7"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8"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9"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03979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white chapter">
    <p:spTree>
      <p:nvGrpSpPr>
        <p:cNvPr id="1" name=""/>
        <p:cNvGrpSpPr/>
        <p:nvPr/>
      </p:nvGrpSpPr>
      <p:grpSpPr>
        <a:xfrm>
          <a:off x="0" y="0"/>
          <a:ext cx="0" cy="0"/>
          <a:chOff x="0" y="0"/>
          <a:chExt cx="0" cy="0"/>
        </a:xfrm>
      </p:grpSpPr>
      <p:sp>
        <p:nvSpPr>
          <p:cNvPr id="5" name="Rectangle 4"/>
          <p:cNvSpPr/>
          <p:nvPr userDrawn="1"/>
        </p:nvSpPr>
        <p:spPr>
          <a:xfrm>
            <a:off x="0" y="0"/>
            <a:ext cx="12192000" cy="2285426"/>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476251"/>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a:prstGeom prst="rect">
            <a:avLst/>
          </a:prstGeo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148831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white chapter">
    <p:spTree>
      <p:nvGrpSpPr>
        <p:cNvPr id="1" name=""/>
        <p:cNvGrpSpPr/>
        <p:nvPr/>
      </p:nvGrpSpPr>
      <p:grpSpPr>
        <a:xfrm>
          <a:off x="0" y="0"/>
          <a:ext cx="0" cy="0"/>
          <a:chOff x="0" y="0"/>
          <a:chExt cx="0" cy="0"/>
        </a:xfrm>
      </p:grpSpPr>
      <p:sp>
        <p:nvSpPr>
          <p:cNvPr id="5" name="Rectangle 4"/>
          <p:cNvSpPr/>
          <p:nvPr userDrawn="1"/>
        </p:nvSpPr>
        <p:spPr>
          <a:xfrm>
            <a:off x="0" y="0"/>
            <a:ext cx="12192000" cy="1449389"/>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68485"/>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a:prstGeom prst="rect">
            <a:avLst/>
          </a:prstGeo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3823078450"/>
      </p:ext>
    </p:extLst>
  </p:cSld>
  <p:clrMapOvr>
    <a:masterClrMapping/>
  </p:clrMapOvr>
  <p:extLst>
    <p:ext uri="{DCECCB84-F9BA-43D5-87BE-67443E8EF086}">
      <p15:sldGuideLst xmlns:p15="http://schemas.microsoft.com/office/powerpoint/2012/main">
        <p15:guide id="1" pos="3840">
          <p15:clr>
            <a:srgbClr val="FBAE40"/>
          </p15:clr>
        </p15:guide>
        <p15:guide id="2" orient="horz" pos="709">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D138-B202-493B-B9E5-A1D41BE9E24E}"/>
              </a:ext>
            </a:extLst>
          </p:cNvPr>
          <p:cNvSpPr>
            <a:spLocks noGrp="1"/>
          </p:cNvSpPr>
          <p:nvPr>
            <p:ph type="title"/>
          </p:nvPr>
        </p:nvSpPr>
        <p:spPr>
          <a:xfrm>
            <a:off x="1542614" y="397025"/>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lide Number Placeholder 2">
            <a:extLst>
              <a:ext uri="{FF2B5EF4-FFF2-40B4-BE49-F238E27FC236}">
                <a16:creationId xmlns:a16="http://schemas.microsoft.com/office/drawing/2014/main" id="{BAC8DA04-EB70-4ACE-9892-0F159C73455F}"/>
              </a:ext>
            </a:extLst>
          </p:cNvPr>
          <p:cNvSpPr>
            <a:spLocks noGrp="1"/>
          </p:cNvSpPr>
          <p:nvPr>
            <p:ph type="sldNum" sz="quarter" idx="10"/>
          </p:nvPr>
        </p:nvSpPr>
        <p:spPr>
          <a:xfrm>
            <a:off x="0" y="67580"/>
            <a:ext cx="490393" cy="365125"/>
          </a:xfrm>
          <a:prstGeom prst="rect">
            <a:avLst/>
          </a:prstGeom>
        </p:spPr>
        <p:txBody>
          <a:bodyPr/>
          <a:lstStyle/>
          <a:p>
            <a:fld id="{18F36642-002E-4C98-915B-826072CB88D7}" type="slidenum">
              <a:rPr lang="he-IL" smtClean="0"/>
              <a:pPr/>
              <a:t>‹#›</a:t>
            </a:fld>
            <a:endParaRPr lang="he-IL"/>
          </a:p>
        </p:txBody>
      </p:sp>
      <p:sp>
        <p:nvSpPr>
          <p:cNvPr id="4" name="Date Placeholder 3">
            <a:extLst>
              <a:ext uri="{FF2B5EF4-FFF2-40B4-BE49-F238E27FC236}">
                <a16:creationId xmlns:a16="http://schemas.microsoft.com/office/drawing/2014/main" id="{028E404C-FCE0-49B8-ACE8-F596D72E5CDB}"/>
              </a:ext>
            </a:extLst>
          </p:cNvPr>
          <p:cNvSpPr>
            <a:spLocks noGrp="1"/>
          </p:cNvSpPr>
          <p:nvPr>
            <p:ph type="dt" sz="half" idx="11"/>
          </p:nvPr>
        </p:nvSpPr>
        <p:spPr/>
        <p:txBody>
          <a:bodyPr/>
          <a:lstStyle/>
          <a:p>
            <a:endParaRPr lang="he-IL"/>
          </a:p>
        </p:txBody>
      </p:sp>
      <p:cxnSp>
        <p:nvCxnSpPr>
          <p:cNvPr id="6" name="Straight Connector 5">
            <a:extLst>
              <a:ext uri="{FF2B5EF4-FFF2-40B4-BE49-F238E27FC236}">
                <a16:creationId xmlns:a16="http://schemas.microsoft.com/office/drawing/2014/main" id="{B446F218-49E2-4753-9724-6A0E316E26AE}"/>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9319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p>
            <a:r>
              <a:rPr lang="en-US"/>
              <a:t>Click to edit Master title style</a:t>
            </a:r>
            <a:endParaRPr lang="he-IL"/>
          </a:p>
        </p:txBody>
      </p:sp>
      <p:sp>
        <p:nvSpPr>
          <p:cNvPr id="5" name="Slide Number Placeholder 4"/>
          <p:cNvSpPr>
            <a:spLocks noGrp="1"/>
          </p:cNvSpPr>
          <p:nvPr>
            <p:ph type="sldNum" sz="quarter" idx="12"/>
          </p:nvPr>
        </p:nvSpPr>
        <p:spPr>
          <a:xfrm>
            <a:off x="0" y="67580"/>
            <a:ext cx="490393" cy="365125"/>
          </a:xfrm>
          <a:prstGeom prst="rect">
            <a:avLst/>
          </a:prstGeom>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07625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389491" y="374188"/>
            <a:ext cx="10515600" cy="555475"/>
          </a:xfrm>
        </p:spPr>
        <p:txBody>
          <a:bodyPr anchor="ct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10" name="Straight Connector 9"/>
          <p:cNvCxnSpPr>
            <a:cxnSpLocks/>
          </p:cNvCxnSpPr>
          <p:nvPr userDrawn="1"/>
        </p:nvCxnSpPr>
        <p:spPr>
          <a:xfrm>
            <a:off x="12128248" y="297550"/>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69343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389491" y="377437"/>
            <a:ext cx="10515600" cy="555475"/>
          </a:xfrm>
        </p:spPr>
        <p:txBody>
          <a:bodyPr anchor="ct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
        <p:nvSpPr>
          <p:cNvPr id="3" name="Flowchart: Document 2">
            <a:extLst>
              <a:ext uri="{FF2B5EF4-FFF2-40B4-BE49-F238E27FC236}">
                <a16:creationId xmlns:a16="http://schemas.microsoft.com/office/drawing/2014/main" id="{BAADECDF-40AC-4B02-91BF-AA5E2EE8FE18}"/>
              </a:ext>
            </a:extLst>
          </p:cNvPr>
          <p:cNvSpPr/>
          <p:nvPr userDrawn="1"/>
        </p:nvSpPr>
        <p:spPr>
          <a:xfrm flipV="1">
            <a:off x="0" y="4254908"/>
            <a:ext cx="12192000" cy="2603092"/>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0 h 20862"/>
              <a:gd name="connsiteX1" fmla="*/ 21600 w 21600"/>
              <a:gd name="connsiteY1" fmla="*/ 0 h 20862"/>
              <a:gd name="connsiteX2" fmla="*/ 21600 w 21600"/>
              <a:gd name="connsiteY2" fmla="*/ 11182 h 20862"/>
              <a:gd name="connsiteX3" fmla="*/ 0 w 21600"/>
              <a:gd name="connsiteY3" fmla="*/ 20172 h 20862"/>
              <a:gd name="connsiteX4" fmla="*/ 0 w 21600"/>
              <a:gd name="connsiteY4" fmla="*/ 0 h 20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 h="20862">
                <a:moveTo>
                  <a:pt x="0" y="0"/>
                </a:moveTo>
                <a:lnTo>
                  <a:pt x="21600" y="0"/>
                </a:lnTo>
                <a:lnTo>
                  <a:pt x="21600" y="11182"/>
                </a:lnTo>
                <a:cubicBezTo>
                  <a:pt x="10800" y="11182"/>
                  <a:pt x="10800" y="23922"/>
                  <a:pt x="0" y="20172"/>
                </a:cubicBezTo>
                <a:lnTo>
                  <a:pt x="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14" name="Straight Connector 13">
            <a:extLst>
              <a:ext uri="{FF2B5EF4-FFF2-40B4-BE49-F238E27FC236}">
                <a16:creationId xmlns:a16="http://schemas.microsoft.com/office/drawing/2014/main" id="{1E9C0BCD-EF5E-4837-99E8-0ED54936F49A}"/>
              </a:ext>
            </a:extLst>
          </p:cNvPr>
          <p:cNvCxnSpPr/>
          <p:nvPr userDrawn="1"/>
        </p:nvCxnSpPr>
        <p:spPr>
          <a:xfrm>
            <a:off x="12128248" y="297550"/>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Logo dark">
            <a:extLst>
              <a:ext uri="{FF2B5EF4-FFF2-40B4-BE49-F238E27FC236}">
                <a16:creationId xmlns:a16="http://schemas.microsoft.com/office/drawing/2014/main" id="{331E6345-10E7-4855-AA0A-F019D66FA62B}"/>
              </a:ext>
            </a:extLst>
          </p:cNvPr>
          <p:cNvGrpSpPr>
            <a:grpSpLocks/>
          </p:cNvGrpSpPr>
          <p:nvPr userDrawn="1"/>
        </p:nvGrpSpPr>
        <p:grpSpPr>
          <a:xfrm>
            <a:off x="434339" y="6287381"/>
            <a:ext cx="315304" cy="365124"/>
            <a:chOff x="479425" y="6113075"/>
            <a:chExt cx="297799" cy="307373"/>
          </a:xfrm>
        </p:grpSpPr>
        <p:sp>
          <p:nvSpPr>
            <p:cNvPr id="13" name="E">
              <a:extLst>
                <a:ext uri="{FF2B5EF4-FFF2-40B4-BE49-F238E27FC236}">
                  <a16:creationId xmlns:a16="http://schemas.microsoft.com/office/drawing/2014/main" id="{B7AE7ECD-BF70-4DF2-95C5-0E4325311ACC}"/>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19" name="Y">
              <a:extLst>
                <a:ext uri="{FF2B5EF4-FFF2-40B4-BE49-F238E27FC236}">
                  <a16:creationId xmlns:a16="http://schemas.microsoft.com/office/drawing/2014/main" id="{3F0798A8-EF66-484B-A448-81A434C3B0EA}"/>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20" name="yellow">
              <a:extLst>
                <a:ext uri="{FF2B5EF4-FFF2-40B4-BE49-F238E27FC236}">
                  <a16:creationId xmlns:a16="http://schemas.microsoft.com/office/drawing/2014/main" id="{B71C1529-2990-4DD0-B65D-94E28420E382}"/>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grpSp>
      <p:pic>
        <p:nvPicPr>
          <p:cNvPr id="21" name="Picture 2" descr="משרד ראש הממשלה – ויקיפדיה">
            <a:extLst>
              <a:ext uri="{FF2B5EF4-FFF2-40B4-BE49-F238E27FC236}">
                <a16:creationId xmlns:a16="http://schemas.microsoft.com/office/drawing/2014/main" id="{0A2E9991-0AC6-4015-B2BF-1A73D4816F7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3245" y="6268996"/>
            <a:ext cx="427322" cy="41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2259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352114" y="450932"/>
            <a:ext cx="10515600" cy="555475"/>
          </a:xfrm>
        </p:spPr>
        <p:txBody>
          <a:bodyPr anchor="ct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3643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16057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_white simple">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52114" y="450932"/>
            <a:ext cx="10515600" cy="555475"/>
          </a:xfrm>
        </p:spPr>
        <p:txBody>
          <a:bodyPr anchor="ct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3643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06082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3891982218"/>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white chapte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11" name="Slide Number Placeholder 10"/>
          <p:cNvSpPr>
            <a:spLocks noGrp="1"/>
          </p:cNvSpPr>
          <p:nvPr>
            <p:ph type="sldNum" sz="quarter" idx="11"/>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5" name="Straight Connector 4">
            <a:extLst>
              <a:ext uri="{FF2B5EF4-FFF2-40B4-BE49-F238E27FC236}">
                <a16:creationId xmlns:a16="http://schemas.microsoft.com/office/drawing/2014/main" id="{0233670A-CFD5-4596-A87A-BDA61C98674E}"/>
              </a:ext>
            </a:extLst>
          </p:cNvPr>
          <p:cNvCxnSpPr>
            <a:cxnSpLocks/>
          </p:cNvCxnSpPr>
          <p:nvPr userDrawn="1"/>
        </p:nvCxnSpPr>
        <p:spPr>
          <a:xfrm>
            <a:off x="5377785" y="2666382"/>
            <a:ext cx="1436430" cy="0"/>
          </a:xfrm>
          <a:prstGeom prst="line">
            <a:avLst/>
          </a:prstGeom>
          <a:ln w="1270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80059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1_white chapter">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solidFill>
                  <a:schemeClr val="tx1"/>
                </a:solidFill>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6" name="Slide Number Placeholder 5"/>
          <p:cNvSpPr>
            <a:spLocks noGrp="1"/>
          </p:cNvSpPr>
          <p:nvPr>
            <p:ph type="sldNum" sz="quarter" idx="12"/>
          </p:nvPr>
        </p:nvSpPr>
        <p:spPr/>
        <p:txBody>
          <a:bodyPr/>
          <a:lstStyle>
            <a:lvl1pPr>
              <a:defRPr>
                <a:solidFill>
                  <a:schemeClr val="bg1">
                    <a:lumMod val="100000"/>
                  </a:schemeClr>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grpSp>
        <p:nvGrpSpPr>
          <p:cNvPr id="5" name="Logo dark">
            <a:extLst>
              <a:ext uri="{FF2B5EF4-FFF2-40B4-BE49-F238E27FC236}">
                <a16:creationId xmlns:a16="http://schemas.microsoft.com/office/drawing/2014/main" id="{E14BCF88-9B02-49F8-9443-6F21B5B8EE57}"/>
              </a:ext>
            </a:extLst>
          </p:cNvPr>
          <p:cNvGrpSpPr>
            <a:grpSpLocks/>
          </p:cNvGrpSpPr>
          <p:nvPr userDrawn="1"/>
        </p:nvGrpSpPr>
        <p:grpSpPr>
          <a:xfrm>
            <a:off x="498087" y="6262651"/>
            <a:ext cx="297799" cy="307373"/>
            <a:chOff x="479425" y="6113075"/>
            <a:chExt cx="297799" cy="307373"/>
          </a:xfrm>
        </p:grpSpPr>
        <p:sp>
          <p:nvSpPr>
            <p:cNvPr id="7" name="E">
              <a:extLst>
                <a:ext uri="{FF2B5EF4-FFF2-40B4-BE49-F238E27FC236}">
                  <a16:creationId xmlns:a16="http://schemas.microsoft.com/office/drawing/2014/main" id="{4004475F-CFD8-4276-A658-841E29F474FE}"/>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bg1"/>
                </a:solidFill>
                <a:latin typeface="Calibri" panose="020F0502020204030204" pitchFamily="34" charset="0"/>
                <a:cs typeface="Calibri" panose="020F0502020204030204" pitchFamily="34" charset="0"/>
              </a:endParaRPr>
            </a:p>
          </p:txBody>
        </p:sp>
        <p:sp>
          <p:nvSpPr>
            <p:cNvPr id="8" name="Y">
              <a:extLst>
                <a:ext uri="{FF2B5EF4-FFF2-40B4-BE49-F238E27FC236}">
                  <a16:creationId xmlns:a16="http://schemas.microsoft.com/office/drawing/2014/main" id="{9CC99176-00EC-4910-8B96-36611CE6BA89}"/>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bg1"/>
                </a:solidFill>
                <a:latin typeface="Calibri" panose="020F0502020204030204" pitchFamily="34" charset="0"/>
                <a:cs typeface="Calibri" panose="020F0502020204030204" pitchFamily="34" charset="0"/>
              </a:endParaRPr>
            </a:p>
          </p:txBody>
        </p:sp>
        <p:sp>
          <p:nvSpPr>
            <p:cNvPr id="9" name="yellow">
              <a:extLst>
                <a:ext uri="{FF2B5EF4-FFF2-40B4-BE49-F238E27FC236}">
                  <a16:creationId xmlns:a16="http://schemas.microsoft.com/office/drawing/2014/main" id="{ED1C17D3-3AD5-407C-B3A9-7C1BC3541EB9}"/>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cxnSp>
        <p:nvCxnSpPr>
          <p:cNvPr id="11" name="Straight Connector 10">
            <a:extLst>
              <a:ext uri="{FF2B5EF4-FFF2-40B4-BE49-F238E27FC236}">
                <a16:creationId xmlns:a16="http://schemas.microsoft.com/office/drawing/2014/main" id="{34915B99-DF8F-413C-985E-1EDE8790B0E9}"/>
              </a:ext>
            </a:extLst>
          </p:cNvPr>
          <p:cNvCxnSpPr>
            <a:cxnSpLocks/>
          </p:cNvCxnSpPr>
          <p:nvPr userDrawn="1"/>
        </p:nvCxnSpPr>
        <p:spPr>
          <a:xfrm>
            <a:off x="5377785" y="2666382"/>
            <a:ext cx="1436430" cy="0"/>
          </a:xfrm>
          <a:prstGeom prst="line">
            <a:avLst/>
          </a:prstGeom>
          <a:ln w="1270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316867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6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8148638"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itle 1"/>
          <p:cNvSpPr>
            <a:spLocks noGrp="1"/>
          </p:cNvSpPr>
          <p:nvPr>
            <p:ph type="title" hasCustomPrompt="1"/>
          </p:nvPr>
        </p:nvSpPr>
        <p:spPr>
          <a:xfrm>
            <a:off x="8429626" y="467387"/>
            <a:ext cx="3425540" cy="708751"/>
          </a:xfrm>
          <a:prstGeom prst="rect">
            <a:avLst/>
          </a:prstGeom>
        </p:spPr>
        <p:txBody>
          <a:bodyPr lIns="0" tIns="0" rIns="0" bIns="0" anchor="ctr">
            <a:noAutofit/>
          </a:bodyPr>
          <a:lstStyle>
            <a:lvl1pPr>
              <a:defRPr sz="3200" baseline="0">
                <a:solidFill>
                  <a:schemeClr val="tx1"/>
                </a:solidFill>
                <a:latin typeface="Calibri" panose="020F0502020204030204" pitchFamily="34" charset="0"/>
                <a:cs typeface="Calibri" panose="020F0502020204030204" pitchFamily="34" charset="0"/>
              </a:defRPr>
            </a:lvl1pPr>
          </a:lstStyle>
          <a:p>
            <a:r>
              <a:rPr lang="he-IL"/>
              <a:t>כותרת עד עשר מילים</a:t>
            </a:r>
          </a:p>
        </p:txBody>
      </p:sp>
      <p:sp>
        <p:nvSpPr>
          <p:cNvPr id="25" name="Slide Number Placeholder 24"/>
          <p:cNvSpPr>
            <a:spLocks noGrp="1"/>
          </p:cNvSpPr>
          <p:nvPr>
            <p:ph type="sldNum" sz="quarter" idx="11"/>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8" name="Straight Connector 7"/>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 Placeholder 3">
            <a:extLst>
              <a:ext uri="{FF2B5EF4-FFF2-40B4-BE49-F238E27FC236}">
                <a16:creationId xmlns:a16="http://schemas.microsoft.com/office/drawing/2014/main" id="{BB26405E-7E64-46C0-B9AA-4A4F7E306CE1}"/>
              </a:ext>
            </a:extLst>
          </p:cNvPr>
          <p:cNvSpPr>
            <a:spLocks noGrp="1"/>
          </p:cNvSpPr>
          <p:nvPr>
            <p:ph idx="1" hasCustomPrompt="1"/>
          </p:nvPr>
        </p:nvSpPr>
        <p:spPr>
          <a:xfrm>
            <a:off x="6525434" y="1825625"/>
            <a:ext cx="5189880" cy="4186292"/>
          </a:xfrm>
          <a:prstGeom prst="rect">
            <a:avLst/>
          </a:prstGeom>
        </p:spPr>
        <p:txBody>
          <a:bodyPr vert="horz" lIns="91440" tIns="45720" rIns="0" bIns="45720" rtlCol="0">
            <a:noAutofit/>
          </a:bodyPr>
          <a:lstStyle>
            <a:lvl1pPr>
              <a:defRPr sz="2000"/>
            </a:lvl1pPr>
          </a:lstStyle>
          <a:p>
            <a:pPr lvl="0"/>
            <a:r>
              <a:rPr lang="en-US"/>
              <a:t>Edit Master text styles</a:t>
            </a:r>
          </a:p>
        </p:txBody>
      </p:sp>
    </p:spTree>
    <p:extLst>
      <p:ext uri="{BB962C8B-B14F-4D97-AF65-F5344CB8AC3E}">
        <p14:creationId xmlns:p14="http://schemas.microsoft.com/office/powerpoint/2010/main" val="711558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3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0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itle 1"/>
          <p:cNvSpPr>
            <a:spLocks noGrp="1"/>
          </p:cNvSpPr>
          <p:nvPr>
            <p:ph type="title" hasCustomPrompt="1"/>
          </p:nvPr>
        </p:nvSpPr>
        <p:spPr>
          <a:xfrm>
            <a:off x="8429626" y="467387"/>
            <a:ext cx="3425540" cy="708751"/>
          </a:xfrm>
          <a:prstGeom prst="rect">
            <a:avLst/>
          </a:prstGeom>
        </p:spPr>
        <p:txBody>
          <a:bodyPr lIns="0" tIns="0" rIns="0" bIns="0" anchor="ctr">
            <a:noAutofit/>
          </a:bodyPr>
          <a:lstStyle>
            <a:lvl1pPr>
              <a:defRPr sz="3200" baseline="0">
                <a:solidFill>
                  <a:schemeClr val="tx1"/>
                </a:solidFill>
                <a:latin typeface="Calibri" panose="020F0502020204030204" pitchFamily="34" charset="0"/>
                <a:cs typeface="Calibri" panose="020F0502020204030204" pitchFamily="34" charset="0"/>
              </a:defRPr>
            </a:lvl1pPr>
          </a:lstStyle>
          <a:p>
            <a:r>
              <a:rPr lang="he-IL"/>
              <a:t>כותרת עד עשר מילים</a:t>
            </a:r>
          </a:p>
        </p:txBody>
      </p:sp>
      <p:sp>
        <p:nvSpPr>
          <p:cNvPr id="25" name="Slide Number Placeholder 24"/>
          <p:cNvSpPr>
            <a:spLocks noGrp="1"/>
          </p:cNvSpPr>
          <p:nvPr>
            <p:ph type="sldNum" sz="quarter" idx="11"/>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8" name="Straight Connector 7"/>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Logo dark">
            <a:extLst>
              <a:ext uri="{FF2B5EF4-FFF2-40B4-BE49-F238E27FC236}">
                <a16:creationId xmlns:a16="http://schemas.microsoft.com/office/drawing/2014/main" id="{F4E303A8-2AC9-4E75-9339-A762D67CE2D9}"/>
              </a:ext>
            </a:extLst>
          </p:cNvPr>
          <p:cNvGrpSpPr>
            <a:grpSpLocks/>
          </p:cNvGrpSpPr>
          <p:nvPr userDrawn="1"/>
        </p:nvGrpSpPr>
        <p:grpSpPr>
          <a:xfrm>
            <a:off x="434339" y="6287381"/>
            <a:ext cx="315304" cy="365124"/>
            <a:chOff x="479425" y="6113075"/>
            <a:chExt cx="297799" cy="307373"/>
          </a:xfrm>
        </p:grpSpPr>
        <p:sp>
          <p:nvSpPr>
            <p:cNvPr id="9" name="E">
              <a:extLst>
                <a:ext uri="{FF2B5EF4-FFF2-40B4-BE49-F238E27FC236}">
                  <a16:creationId xmlns:a16="http://schemas.microsoft.com/office/drawing/2014/main" id="{C10649CC-7E92-48ED-B88B-59AD8E6BF8B0}"/>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10" name="Y">
              <a:extLst>
                <a:ext uri="{FF2B5EF4-FFF2-40B4-BE49-F238E27FC236}">
                  <a16:creationId xmlns:a16="http://schemas.microsoft.com/office/drawing/2014/main" id="{C94BC805-D6E6-462A-8A88-BFFD945547E8}"/>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11" name="yellow">
              <a:extLst>
                <a:ext uri="{FF2B5EF4-FFF2-40B4-BE49-F238E27FC236}">
                  <a16:creationId xmlns:a16="http://schemas.microsoft.com/office/drawing/2014/main" id="{CEC65147-BD3E-44E0-81BD-DA00E10F5CF4}"/>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grpSp>
      <p:pic>
        <p:nvPicPr>
          <p:cNvPr id="12" name="Picture 2" descr="משרד ראש הממשלה – ויקיפדיה">
            <a:extLst>
              <a:ext uri="{FF2B5EF4-FFF2-40B4-BE49-F238E27FC236}">
                <a16:creationId xmlns:a16="http://schemas.microsoft.com/office/drawing/2014/main" id="{935E10EB-D12D-4C22-94FB-617F75859FA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3245" y="6268996"/>
            <a:ext cx="427322" cy="41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65484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33">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8" name="Rectangle 7"/>
          <p:cNvSpPr/>
          <p:nvPr userDrawn="1"/>
        </p:nvSpPr>
        <p:spPr>
          <a:xfrm>
            <a:off x="6096001" y="0"/>
            <a:ext cx="6096000"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10" name="Slide Number Placeholder 9"/>
          <p:cNvSpPr>
            <a:spLocks noGrp="1"/>
          </p:cNvSpPr>
          <p:nvPr>
            <p:ph type="sldNum" sz="quarter" idx="22"/>
          </p:nvPr>
        </p:nvSpPr>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317795D7-D6A3-4586-A0B1-E994335BBB66}"/>
              </a:ext>
            </a:extLst>
          </p:cNvPr>
          <p:cNvSpPr>
            <a:spLocks noGrp="1"/>
          </p:cNvSpPr>
          <p:nvPr>
            <p:ph idx="1" hasCustomPrompt="1"/>
          </p:nvPr>
        </p:nvSpPr>
        <p:spPr>
          <a:xfrm>
            <a:off x="6322979" y="1825625"/>
            <a:ext cx="5392335" cy="4186292"/>
          </a:xfrm>
          <a:prstGeom prst="rect">
            <a:avLst/>
          </a:prstGeom>
        </p:spPr>
        <p:txBody>
          <a:bodyPr vert="horz" lIns="91440" tIns="45720" rIns="0" bIns="45720" rtlCol="0">
            <a:noAutofit/>
          </a:bodyPr>
          <a:lstStyle>
            <a:lvl1pPr>
              <a:defRPr sz="2000"/>
            </a:lvl1pPr>
          </a:lstStyle>
          <a:p>
            <a:pPr lvl="0"/>
            <a:r>
              <a:rPr lang="en-US"/>
              <a:t>Edit Master text styles</a:t>
            </a:r>
          </a:p>
        </p:txBody>
      </p:sp>
      <p:sp>
        <p:nvSpPr>
          <p:cNvPr id="14" name="Title 1">
            <a:extLst>
              <a:ext uri="{FF2B5EF4-FFF2-40B4-BE49-F238E27FC236}">
                <a16:creationId xmlns:a16="http://schemas.microsoft.com/office/drawing/2014/main" id="{134611FB-C252-47BC-B040-CB448895B436}"/>
              </a:ext>
            </a:extLst>
          </p:cNvPr>
          <p:cNvSpPr>
            <a:spLocks noGrp="1"/>
          </p:cNvSpPr>
          <p:nvPr>
            <p:ph type="title" hasCustomPrompt="1"/>
          </p:nvPr>
        </p:nvSpPr>
        <p:spPr>
          <a:xfrm>
            <a:off x="6322979" y="391187"/>
            <a:ext cx="5389312" cy="1058201"/>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Tree>
    <p:extLst>
      <p:ext uri="{BB962C8B-B14F-4D97-AF65-F5344CB8AC3E}">
        <p14:creationId xmlns:p14="http://schemas.microsoft.com/office/powerpoint/2010/main" val="170650376"/>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7_Custom Layout">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727865B-86BA-452C-9BFE-2A93C4C858AB}"/>
              </a:ext>
            </a:extLst>
          </p:cNvPr>
          <p:cNvSpPr>
            <a:spLocks noGrp="1"/>
          </p:cNvSpPr>
          <p:nvPr>
            <p:ph type="pic" sz="quarter" idx="12"/>
          </p:nvPr>
        </p:nvSpPr>
        <p:spPr>
          <a:xfrm>
            <a:off x="-1" y="0"/>
            <a:ext cx="4043361" cy="6858000"/>
          </a:xfrm>
        </p:spPr>
        <p:txBody>
          <a:bodyPr/>
          <a:lstStyle/>
          <a:p>
            <a:endParaRPr lang="he-IL"/>
          </a:p>
        </p:txBody>
      </p:sp>
      <p:sp>
        <p:nvSpPr>
          <p:cNvPr id="2" name="Title 1"/>
          <p:cNvSpPr>
            <a:spLocks noGrp="1"/>
          </p:cNvSpPr>
          <p:nvPr>
            <p:ph type="title" hasCustomPrompt="1"/>
          </p:nvPr>
        </p:nvSpPr>
        <p:spPr>
          <a:xfrm>
            <a:off x="5619750" y="543587"/>
            <a:ext cx="6225891" cy="561313"/>
          </a:xfrm>
          <a:prstGeom prst="rect">
            <a:avLst/>
          </a:prstGeom>
        </p:spPr>
        <p:txBody>
          <a:bodyPr lIns="0" tIns="0" rIns="0" bIns="0" anchor="ctr">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7593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white chapter">
    <p:spTree>
      <p:nvGrpSpPr>
        <p:cNvPr id="1" name=""/>
        <p:cNvGrpSpPr/>
        <p:nvPr/>
      </p:nvGrpSpPr>
      <p:grpSpPr>
        <a:xfrm>
          <a:off x="0" y="0"/>
          <a:ext cx="0" cy="0"/>
          <a:chOff x="0" y="0"/>
          <a:chExt cx="0" cy="0"/>
        </a:xfrm>
      </p:grpSpPr>
      <p:sp>
        <p:nvSpPr>
          <p:cNvPr id="5" name="Rectangle 4"/>
          <p:cNvSpPr/>
          <p:nvPr userDrawn="1"/>
        </p:nvSpPr>
        <p:spPr>
          <a:xfrm>
            <a:off x="0" y="0"/>
            <a:ext cx="12192000" cy="1713186"/>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476251"/>
            <a:ext cx="9144000" cy="973138"/>
          </a:xfrm>
        </p:spPr>
        <p:txBody>
          <a:bodyPr anchor="b">
            <a:normAutofit/>
          </a:bodyPr>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tx1"/>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85605986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2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7581900" y="397025"/>
            <a:ext cx="4133414" cy="3616175"/>
          </a:xfrm>
        </p:spPr>
        <p:txBody>
          <a:bodyPr/>
          <a:lstStyle>
            <a:lvl1pPr>
              <a:defRPr sz="4400">
                <a:solidFill>
                  <a:schemeClr val="bg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cxnSp>
        <p:nvCxnSpPr>
          <p:cNvPr id="6" name="Straight Connector 5"/>
          <p:cNvCxnSpPr/>
          <p:nvPr userDrawn="1"/>
        </p:nvCxnSpPr>
        <p:spPr>
          <a:xfrm>
            <a:off x="12131042" y="432705"/>
            <a:ext cx="0" cy="783252"/>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5" name="Slide Numbe">
            <a:extLst>
              <a:ext uri="{FF2B5EF4-FFF2-40B4-BE49-F238E27FC236}">
                <a16:creationId xmlns:a16="http://schemas.microsoft.com/office/drawing/2014/main" id="{7BCC07D1-B6BA-4770-B926-DC6FA0B3C038}"/>
              </a:ext>
            </a:extLst>
          </p:cNvPr>
          <p:cNvSpPr>
            <a:spLocks noGrp="1"/>
          </p:cNvSpPr>
          <p:nvPr>
            <p:ph type="sldNum" sz="quarter" idx="4"/>
          </p:nvPr>
        </p:nvSpPr>
        <p:spPr>
          <a:xfrm>
            <a:off x="0" y="67580"/>
            <a:ext cx="490393" cy="365125"/>
          </a:xfrm>
          <a:prstGeom prst="rect">
            <a:avLst/>
          </a:prstGeom>
        </p:spPr>
        <p:txBody>
          <a:bodyPr vert="horz" lIns="0" tIns="0" rIns="0" bIns="0" rtlCol="1" anchor="ctr" anchorCtr="0"/>
          <a:lstStyle>
            <a:lvl1pPr algn="ctr">
              <a:defRPr sz="900">
                <a:solidFill>
                  <a:schemeClr val="tx1"/>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10848945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4A56F32D-D330-40B0-9A6F-9D7D4196FCD9}"/>
              </a:ext>
            </a:extLst>
          </p:cNvPr>
          <p:cNvSpPr>
            <a:spLocks noGrp="1"/>
          </p:cNvSpPr>
          <p:nvPr>
            <p:ph type="sldNum" sz="quarter" idx="12"/>
          </p:nvPr>
        </p:nvSpPr>
        <p:spPr>
          <a:xfrm>
            <a:off x="25400" y="137430"/>
            <a:ext cx="490393" cy="365125"/>
          </a:xfrm>
          <a:prstGeom prst="rect">
            <a:avLst/>
          </a:prstGeom>
        </p:spPr>
        <p:txBody>
          <a:bodyPr/>
          <a:lstStyle>
            <a:lvl1pPr algn="ctr">
              <a:defRPr sz="1100">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
        <p:nvSpPr>
          <p:cNvPr id="4" name="Title 4">
            <a:extLst>
              <a:ext uri="{FF2B5EF4-FFF2-40B4-BE49-F238E27FC236}">
                <a16:creationId xmlns:a16="http://schemas.microsoft.com/office/drawing/2014/main" id="{9A35E23F-F31C-401C-BEC2-08DC2DF8ED70}"/>
              </a:ext>
            </a:extLst>
          </p:cNvPr>
          <p:cNvSpPr>
            <a:spLocks noGrp="1"/>
          </p:cNvSpPr>
          <p:nvPr>
            <p:ph type="title"/>
          </p:nvPr>
        </p:nvSpPr>
        <p:spPr>
          <a:xfrm>
            <a:off x="2457450" y="441326"/>
            <a:ext cx="9291638" cy="527200"/>
          </a:xfrm>
          <a:prstGeom prst="rect">
            <a:avLst/>
          </a:prstGeom>
        </p:spPr>
        <p:txBody>
          <a:bodyPr tIns="0" rIns="0"/>
          <a:lstStyle>
            <a:lvl1pPr algn="r">
              <a:defRPr sz="3200">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6" name="Text Placeholder 5">
            <a:extLst>
              <a:ext uri="{FF2B5EF4-FFF2-40B4-BE49-F238E27FC236}">
                <a16:creationId xmlns:a16="http://schemas.microsoft.com/office/drawing/2014/main" id="{B9904D58-9C01-4213-AF40-EAA94413C9F0}"/>
              </a:ext>
            </a:extLst>
          </p:cNvPr>
          <p:cNvSpPr>
            <a:spLocks noGrp="1"/>
          </p:cNvSpPr>
          <p:nvPr>
            <p:ph type="body" sz="quarter" idx="13" hasCustomPrompt="1"/>
          </p:nvPr>
        </p:nvSpPr>
        <p:spPr>
          <a:xfrm>
            <a:off x="2876550" y="968526"/>
            <a:ext cx="8872538" cy="568174"/>
          </a:xfrm>
          <a:prstGeom prst="rect">
            <a:avLst/>
          </a:prstGeom>
        </p:spPr>
        <p:txBody>
          <a:bodyPr lIns="0" tIns="0" rIns="0"/>
          <a:lstStyle>
            <a:lvl1pPr marL="0" indent="0" algn="r">
              <a:buNone/>
              <a:defRPr sz="2000">
                <a:latin typeface="Calibri" panose="020F0502020204030204" pitchFamily="34" charset="0"/>
                <a:cs typeface="Calibri" panose="020F0502020204030204" pitchFamily="34" charset="0"/>
              </a:defRPr>
            </a:lvl1pPr>
          </a:lstStyle>
          <a:p>
            <a:pPr lvl="0"/>
            <a:r>
              <a:rPr lang="he-IL"/>
              <a:t>כותרת משנה שמפרטת את המסר ונותנת מידע נוסף</a:t>
            </a:r>
          </a:p>
        </p:txBody>
      </p:sp>
    </p:spTree>
    <p:extLst>
      <p:ext uri="{BB962C8B-B14F-4D97-AF65-F5344CB8AC3E}">
        <p14:creationId xmlns:p14="http://schemas.microsoft.com/office/powerpoint/2010/main" val="112677293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Tree>
    <p:extLst>
      <p:ext uri="{BB962C8B-B14F-4D97-AF65-F5344CB8AC3E}">
        <p14:creationId xmlns:p14="http://schemas.microsoft.com/office/powerpoint/2010/main" val="325554643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28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8148638" y="0"/>
            <a:ext cx="4043362" cy="6858000"/>
          </a:xfrm>
          <a:prstGeom prst="rect">
            <a:avLst/>
          </a:pr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itle 1"/>
          <p:cNvSpPr>
            <a:spLocks noGrp="1"/>
          </p:cNvSpPr>
          <p:nvPr>
            <p:ph type="title" hasCustomPrompt="1"/>
          </p:nvPr>
        </p:nvSpPr>
        <p:spPr>
          <a:xfrm>
            <a:off x="8589523" y="391187"/>
            <a:ext cx="3122768" cy="1917448"/>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cxnSp>
        <p:nvCxnSpPr>
          <p:cNvPr id="8" name="Straight Connector 7"/>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6833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133">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29_Custom Layout">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E616221-7F7E-4894-A750-446B3CD6A43B}"/>
              </a:ext>
            </a:extLst>
          </p:cNvPr>
          <p:cNvSpPr>
            <a:spLocks noGrp="1"/>
          </p:cNvSpPr>
          <p:nvPr>
            <p:ph type="pic" sz="quarter" idx="12"/>
          </p:nvPr>
        </p:nvSpPr>
        <p:spPr>
          <a:xfrm>
            <a:off x="0" y="0"/>
            <a:ext cx="4043363" cy="6858000"/>
          </a:xfrm>
        </p:spPr>
        <p:txBody>
          <a:bodyPr/>
          <a:lstStyle/>
          <a:p>
            <a:endParaRPr lang="he-IL"/>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grpSp>
        <p:nvGrpSpPr>
          <p:cNvPr id="6" name="Logo dark"/>
          <p:cNvGrpSpPr>
            <a:grpSpLocks/>
          </p:cNvGrpSpPr>
          <p:nvPr userDrawn="1"/>
        </p:nvGrpSpPr>
        <p:grpSpPr>
          <a:xfrm>
            <a:off x="498087" y="6262651"/>
            <a:ext cx="297799" cy="307373"/>
            <a:chOff x="479425" y="6113075"/>
            <a:chExt cx="297799" cy="307373"/>
          </a:xfrm>
        </p:grpSpPr>
        <p:sp>
          <p:nvSpPr>
            <p:cNvPr id="7"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15958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95FD5E-D894-4027-AF1B-24EDB8C2D931}" type="datetimeFigureOut">
              <a:rPr lang="en-US" smtClean="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487BE7-FFCB-4ABD-A443-113AB6B75D14}" type="slidenum">
              <a:rPr lang="en-US" smtClean="0"/>
              <a:t>‹#›</a:t>
            </a:fld>
            <a:endParaRPr lang="en-US"/>
          </a:p>
        </p:txBody>
      </p:sp>
    </p:spTree>
    <p:extLst>
      <p:ext uri="{BB962C8B-B14F-4D97-AF65-F5344CB8AC3E}">
        <p14:creationId xmlns:p14="http://schemas.microsoft.com/office/powerpoint/2010/main" val="268077314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95FD5E-D894-4027-AF1B-24EDB8C2D931}" type="datetimeFigureOut">
              <a:rPr lang="en-US" smtClean="0"/>
              <a:t>5/9/2023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487BE7-FFCB-4ABD-A443-113AB6B75D14}" type="slidenum">
              <a:rPr lang="en-US" smtClean="0"/>
              <a:t>‹#›</a:t>
            </a:fld>
            <a:endParaRPr lang="en-US"/>
          </a:p>
        </p:txBody>
      </p:sp>
    </p:spTree>
    <p:extLst>
      <p:ext uri="{BB962C8B-B14F-4D97-AF65-F5344CB8AC3E}">
        <p14:creationId xmlns:p14="http://schemas.microsoft.com/office/powerpoint/2010/main" val="67232475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1_w opening">
    <p:bg>
      <p:bgRef idx="1001">
        <a:schemeClr val="bg1"/>
      </p:bgRef>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615BE46-6882-4AD9-9B52-46F831E81975}"/>
              </a:ext>
            </a:extLst>
          </p:cNvPr>
          <p:cNvSpPr>
            <a:spLocks noGrp="1"/>
          </p:cNvSpPr>
          <p:nvPr>
            <p:ph type="sldNum" sz="quarter" idx="12"/>
          </p:nvPr>
        </p:nvSpPr>
        <p:spPr>
          <a:xfrm>
            <a:off x="0" y="9389"/>
            <a:ext cx="490393" cy="365125"/>
          </a:xfrm>
        </p:spPr>
        <p:txBody>
          <a:bodyPr/>
          <a:lstStyle/>
          <a:p>
            <a:fld id="{18F36642-002E-4C98-915B-826072CB88D7}" type="slidenum">
              <a:rPr lang="he-IL" smtClean="0"/>
              <a:t>‹#›</a:t>
            </a:fld>
            <a:endParaRPr lang="he-IL"/>
          </a:p>
        </p:txBody>
      </p:sp>
      <p:cxnSp>
        <p:nvCxnSpPr>
          <p:cNvPr id="3" name="Straight Connector 2">
            <a:extLst>
              <a:ext uri="{FF2B5EF4-FFF2-40B4-BE49-F238E27FC236}">
                <a16:creationId xmlns:a16="http://schemas.microsoft.com/office/drawing/2014/main" id="{93A91B86-7DD1-4A00-BF1D-4EE556E6645F}"/>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2908394"/>
      </p:ext>
    </p:extLst>
  </p:cSld>
  <p:clrMapOvr>
    <a:overrideClrMapping bg1="lt1" tx1="dk1" bg2="lt2" tx2="dk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87273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white simple">
    <p:spTree>
      <p:nvGrpSpPr>
        <p:cNvPr id="1" name=""/>
        <p:cNvGrpSpPr/>
        <p:nvPr/>
      </p:nvGrpSpPr>
      <p:grpSpPr>
        <a:xfrm>
          <a:off x="0" y="0"/>
          <a:ext cx="0" cy="0"/>
          <a:chOff x="0" y="0"/>
          <a:chExt cx="0" cy="0"/>
        </a:xfrm>
      </p:grpSpPr>
      <p:sp>
        <p:nvSpPr>
          <p:cNvPr id="6" name="Flowchart: Document 3">
            <a:extLst>
              <a:ext uri="{FF2B5EF4-FFF2-40B4-BE49-F238E27FC236}">
                <a16:creationId xmlns:a16="http://schemas.microsoft.com/office/drawing/2014/main" id="{0CF900A2-450B-4859-B1E4-2EBD7340141E}"/>
              </a:ext>
            </a:extLst>
          </p:cNvPr>
          <p:cNvSpPr/>
          <p:nvPr userDrawn="1"/>
        </p:nvSpPr>
        <p:spPr>
          <a:xfrm flipV="1">
            <a:off x="0" y="3530600"/>
            <a:ext cx="12427938" cy="3456940"/>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2018"/>
              <a:gd name="connsiteY0" fmla="*/ 816 h 21402"/>
              <a:gd name="connsiteX1" fmla="*/ 21600 w 22018"/>
              <a:gd name="connsiteY1" fmla="*/ 816 h 21402"/>
              <a:gd name="connsiteX2" fmla="*/ 22018 w 22018"/>
              <a:gd name="connsiteY2" fmla="*/ 1787 h 21402"/>
              <a:gd name="connsiteX3" fmla="*/ 0 w 22018"/>
              <a:gd name="connsiteY3" fmla="*/ 20988 h 21402"/>
              <a:gd name="connsiteX4" fmla="*/ 0 w 22018"/>
              <a:gd name="connsiteY4" fmla="*/ 816 h 2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18" h="21402">
                <a:moveTo>
                  <a:pt x="0" y="816"/>
                </a:moveTo>
                <a:lnTo>
                  <a:pt x="21600" y="816"/>
                </a:lnTo>
                <a:cubicBezTo>
                  <a:pt x="21600" y="6590"/>
                  <a:pt x="22018" y="-3987"/>
                  <a:pt x="22018" y="1787"/>
                </a:cubicBezTo>
                <a:cubicBezTo>
                  <a:pt x="11218" y="1787"/>
                  <a:pt x="10800" y="24738"/>
                  <a:pt x="0" y="20988"/>
                </a:cubicBezTo>
                <a:lnTo>
                  <a:pt x="0" y="81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Logo dark">
            <a:extLst>
              <a:ext uri="{FF2B5EF4-FFF2-40B4-BE49-F238E27FC236}">
                <a16:creationId xmlns:a16="http://schemas.microsoft.com/office/drawing/2014/main" id="{965D31AB-B18E-4A64-8C73-6D8E5207903D}"/>
              </a:ext>
            </a:extLst>
          </p:cNvPr>
          <p:cNvGrpSpPr>
            <a:grpSpLocks/>
          </p:cNvGrpSpPr>
          <p:nvPr userDrawn="1"/>
        </p:nvGrpSpPr>
        <p:grpSpPr>
          <a:xfrm>
            <a:off x="498087" y="6262651"/>
            <a:ext cx="297799" cy="307373"/>
            <a:chOff x="479425" y="6113075"/>
            <a:chExt cx="297799" cy="307373"/>
          </a:xfrm>
        </p:grpSpPr>
        <p:sp>
          <p:nvSpPr>
            <p:cNvPr id="8" name="E">
              <a:extLst>
                <a:ext uri="{FF2B5EF4-FFF2-40B4-BE49-F238E27FC236}">
                  <a16:creationId xmlns:a16="http://schemas.microsoft.com/office/drawing/2014/main" id="{8F882611-589C-4DDA-9271-38FD7AD3B6DE}"/>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9" name="Y">
              <a:extLst>
                <a:ext uri="{FF2B5EF4-FFF2-40B4-BE49-F238E27FC236}">
                  <a16:creationId xmlns:a16="http://schemas.microsoft.com/office/drawing/2014/main" id="{C65CA2F2-CD11-4009-95A6-5D2A1DE7F5A2}"/>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ellow">
              <a:extLst>
                <a:ext uri="{FF2B5EF4-FFF2-40B4-BE49-F238E27FC236}">
                  <a16:creationId xmlns:a16="http://schemas.microsoft.com/office/drawing/2014/main" id="{3355CED1-B7B8-4D3C-B460-411307D9A484}"/>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94388575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570684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p:spPr>
        <p:txBody>
          <a:bodyPr/>
          <a:lstStyle/>
          <a:p>
            <a:fld id="{18F36642-002E-4C98-915B-826072CB88D7}" type="slidenum">
              <a:rPr lang="he-IL" smtClean="0"/>
              <a:t>‹#›</a:t>
            </a:fld>
            <a:endParaRPr lang="he-IL"/>
          </a:p>
        </p:txBody>
      </p:sp>
    </p:spTree>
    <p:extLst>
      <p:ext uri="{BB962C8B-B14F-4D97-AF65-F5344CB8AC3E}">
        <p14:creationId xmlns:p14="http://schemas.microsoft.com/office/powerpoint/2010/main" val="1985656207"/>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white chapter">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11" name="Slide Number Placeholder 10"/>
          <p:cNvSpPr>
            <a:spLocks noGrp="1"/>
          </p:cNvSpPr>
          <p:nvPr>
            <p:ph type="sldNum" sz="quarter" idx="11"/>
          </p:nvPr>
        </p:nvSpPr>
        <p:spPr/>
        <p:txBody>
          <a:bodyPr/>
          <a:lstStyle/>
          <a:p>
            <a:fld id="{18F36642-002E-4C98-915B-826072CB88D7}" type="slidenum">
              <a:rPr lang="he-IL" smtClean="0"/>
              <a:pPr/>
              <a:t>‹#›</a:t>
            </a:fld>
            <a:endParaRPr lang="he-IL"/>
          </a:p>
        </p:txBody>
      </p:sp>
    </p:spTree>
    <p:extLst>
      <p:ext uri="{BB962C8B-B14F-4D97-AF65-F5344CB8AC3E}">
        <p14:creationId xmlns:p14="http://schemas.microsoft.com/office/powerpoint/2010/main" val="65341736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 preserve="1">
  <p:cSld name="1_white chapter">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64230"/>
            <a:ext cx="9144000" cy="1269963"/>
          </a:xfrm>
        </p:spPr>
        <p:txBody>
          <a:bodyPr anchor="b">
            <a:normAutofit/>
          </a:bodyPr>
          <a:lstStyle>
            <a:lvl1pPr algn="ctr">
              <a:defRPr sz="3200">
                <a:solidFill>
                  <a:schemeClr val="bg1">
                    <a:lumMod val="100000"/>
                  </a:schemeClr>
                </a:solidFill>
              </a:defRPr>
            </a:lvl1pPr>
          </a:lstStyle>
          <a:p>
            <a:r>
              <a:rPr lang="en-US"/>
              <a:t>Click to edit Master title style</a:t>
            </a:r>
            <a:endParaRPr lang="he-IL"/>
          </a:p>
        </p:txBody>
      </p:sp>
      <p:sp>
        <p:nvSpPr>
          <p:cNvPr id="3" name="Subtitle 2"/>
          <p:cNvSpPr>
            <a:spLocks noGrp="1"/>
          </p:cNvSpPr>
          <p:nvPr>
            <p:ph type="subTitle" idx="1"/>
          </p:nvPr>
        </p:nvSpPr>
        <p:spPr>
          <a:xfrm>
            <a:off x="1524000" y="2919792"/>
            <a:ext cx="9144000" cy="1655762"/>
          </a:xfrm>
          <a:prstGeom prst="rect">
            <a:avLst/>
          </a:prstGeom>
        </p:spPr>
        <p:txBody>
          <a:bodyPr lIns="0" tIns="0" rIns="0" bIns="0">
            <a:normAutofit/>
          </a:bodyPr>
          <a:lstStyle>
            <a:lvl1pPr marL="0" indent="0" algn="ctr">
              <a:buNone/>
              <a:defRPr sz="2000" b="1">
                <a:solidFill>
                  <a:schemeClr val="bg1">
                    <a:lumMod val="10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6" name="Slide Number Placeholder 5"/>
          <p:cNvSpPr>
            <a:spLocks noGrp="1"/>
          </p:cNvSpPr>
          <p:nvPr>
            <p:ph type="sldNum" sz="quarter" idx="12"/>
          </p:nvPr>
        </p:nvSpPr>
        <p:spPr/>
        <p:txBody>
          <a:bodyPr/>
          <a:lstStyle>
            <a:lvl1pPr>
              <a:defRPr>
                <a:solidFill>
                  <a:schemeClr val="bg1">
                    <a:lumMod val="100000"/>
                  </a:schemeClr>
                </a:solidFill>
              </a:defRPr>
            </a:lvl1pPr>
          </a:lstStyle>
          <a:p>
            <a:fld id="{18F36642-002E-4C98-915B-826072CB88D7}" type="slidenum">
              <a:rPr lang="he-IL" smtClean="0"/>
              <a:pPr/>
              <a:t>‹#›</a:t>
            </a:fld>
            <a:endParaRPr lang="he-IL"/>
          </a:p>
        </p:txBody>
      </p:sp>
      <p:grpSp>
        <p:nvGrpSpPr>
          <p:cNvPr id="7" name="Logo dark"/>
          <p:cNvGrpSpPr>
            <a:grpSpLocks/>
          </p:cNvGrpSpPr>
          <p:nvPr userDrawn="1"/>
        </p:nvGrpSpPr>
        <p:grpSpPr>
          <a:xfrm>
            <a:off x="498087" y="6262651"/>
            <a:ext cx="297799" cy="307373"/>
            <a:chOff x="479425" y="6113075"/>
            <a:chExt cx="297799" cy="307373"/>
          </a:xfrm>
        </p:grpSpPr>
        <p:sp>
          <p:nvSpPr>
            <p:cNvPr id="8"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1"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12"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96960515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8" name="Rectangle 7"/>
          <p:cNvSpPr/>
          <p:nvPr userDrawn="1"/>
        </p:nvSpPr>
        <p:spPr>
          <a:xfrm>
            <a:off x="6096001" y="0"/>
            <a:ext cx="6096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p:nvPr>
        </p:nvSpPr>
        <p:spPr>
          <a:xfrm>
            <a:off x="6525434" y="397025"/>
            <a:ext cx="5189880" cy="1719451"/>
          </a:xfrm>
        </p:spPr>
        <p:txBody>
          <a:bodyPr/>
          <a:lstStyle>
            <a:lvl1pPr>
              <a:defRPr>
                <a:solidFill>
                  <a:schemeClr val="bg1"/>
                </a:solidFill>
              </a:defRPr>
            </a:lvl1pPr>
          </a:lstStyle>
          <a:p>
            <a:r>
              <a:rPr lang="en-US"/>
              <a:t>Click to edit Master title style</a:t>
            </a:r>
            <a:endParaRPr lang="he-IL"/>
          </a:p>
        </p:txBody>
      </p:sp>
      <p:sp>
        <p:nvSpPr>
          <p:cNvPr id="9" name="Date Placeholder 8"/>
          <p:cNvSpPr>
            <a:spLocks noGrp="1"/>
          </p:cNvSpPr>
          <p:nvPr>
            <p:ph type="dt" sz="half" idx="21"/>
          </p:nvPr>
        </p:nvSpPr>
        <p:spPr/>
        <p:txBody>
          <a:bodyPr/>
          <a:lstStyle/>
          <a:p>
            <a:endParaRPr lang="he-IL"/>
          </a:p>
        </p:txBody>
      </p:sp>
      <p:sp>
        <p:nvSpPr>
          <p:cNvPr id="10" name="Slide Number Placeholder 9"/>
          <p:cNvSpPr>
            <a:spLocks noGrp="1"/>
          </p:cNvSpPr>
          <p:nvPr>
            <p:ph type="sldNum" sz="quarter" idx="22"/>
          </p:nvPr>
        </p:nvSpPr>
        <p:spPr/>
        <p:txBody>
          <a:bodyPr/>
          <a:lstStyle/>
          <a:p>
            <a:fld id="{18F36642-002E-4C98-915B-826072CB88D7}" type="slidenum">
              <a:rPr lang="he-IL" smtClean="0"/>
              <a:pPr/>
              <a:t>‹#›</a:t>
            </a:fld>
            <a:endParaRPr lang="he-IL"/>
          </a:p>
        </p:txBody>
      </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7359040"/>
      </p:ext>
    </p:extLst>
  </p:cSld>
  <p:clrMapOvr>
    <a:masterClrMapping/>
  </p:clrMapOvr>
  <p:extLst>
    <p:ext uri="{DCECCB84-F9BA-43D5-87BE-67443E8EF086}">
      <p15:sldGuideLst xmlns:p15="http://schemas.microsoft.com/office/powerpoint/2012/main">
        <p15:guide id="1" pos="2502">
          <p15:clr>
            <a:srgbClr val="FBAE40"/>
          </p15:clr>
        </p15:guide>
        <p15:guide id="2" pos="2661">
          <p15:clr>
            <a:srgbClr val="FBAE40"/>
          </p15:clr>
        </p15:guide>
        <p15:guide id="3" pos="4861">
          <p15:clr>
            <a:srgbClr val="FBAE40"/>
          </p15:clr>
        </p15:guide>
        <p15:guide id="4" pos="5110">
          <p15:clr>
            <a:srgbClr val="FBAE40"/>
          </p15:clr>
        </p15:guide>
        <p15:guide id="5"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7_Custom Layout">
    <p:bg>
      <p:bgRef idx="1001">
        <a:schemeClr val="bg1"/>
      </p:bgRef>
    </p:bg>
    <p:spTree>
      <p:nvGrpSpPr>
        <p:cNvPr id="1" name=""/>
        <p:cNvGrpSpPr/>
        <p:nvPr/>
      </p:nvGrpSpPr>
      <p:grpSpPr>
        <a:xfrm>
          <a:off x="0" y="0"/>
          <a:ext cx="0" cy="0"/>
          <a:chOff x="0" y="0"/>
          <a:chExt cx="0" cy="0"/>
        </a:xfrm>
      </p:grpSpPr>
      <p:sp>
        <p:nvSpPr>
          <p:cNvPr id="4" name="Rectangle 3"/>
          <p:cNvSpPr/>
          <p:nvPr userDrawn="1"/>
        </p:nvSpPr>
        <p:spPr>
          <a:xfrm>
            <a:off x="0" y="0"/>
            <a:ext cx="4043362" cy="6858000"/>
          </a:xfrm>
          <a:prstGeom prst="rect">
            <a:avLst/>
          </a:prstGeom>
          <a:solidFill>
            <a:schemeClr val="bg1">
              <a:lumMod val="95000"/>
            </a:schemeClr>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title" hasCustomPrompt="1"/>
          </p:nvPr>
        </p:nvSpPr>
        <p:spPr>
          <a:xfrm>
            <a:off x="5486400" y="391187"/>
            <a:ext cx="6225891" cy="824770"/>
          </a:xfrm>
          <a:prstGeom prst="rect">
            <a:avLst/>
          </a:prstGeom>
        </p:spPr>
        <p:txBody>
          <a:bodyPr lIns="0" tIns="0" rIns="0" bIns="0">
            <a:noAutofit/>
          </a:bodyPr>
          <a:lstStyle>
            <a:lvl1pPr>
              <a:defRPr sz="3200" baseline="0">
                <a:solidFill>
                  <a:schemeClr val="tx1"/>
                </a:solidFill>
              </a:defRPr>
            </a:lvl1pPr>
          </a:lstStyle>
          <a:p>
            <a:r>
              <a:rPr lang="he-IL"/>
              <a:t>כותרת עד עשר מילים</a:t>
            </a:r>
          </a:p>
        </p:txBody>
      </p:sp>
      <p:sp>
        <p:nvSpPr>
          <p:cNvPr id="25" name="Slide Number Placeholder 24"/>
          <p:cNvSpPr>
            <a:spLocks noGrp="1"/>
          </p:cNvSpPr>
          <p:nvPr>
            <p:ph type="sldNum" sz="quarter" idx="11"/>
          </p:nvPr>
        </p:nvSpPr>
        <p:spPr/>
        <p:txBody>
          <a:bodyPr/>
          <a:lstStyle/>
          <a:p>
            <a:fld id="{18F36642-002E-4C98-915B-826072CB88D7}" type="slidenum">
              <a:rPr lang="he-IL" smtClean="0"/>
              <a:pPr/>
              <a:t>‹#›</a:t>
            </a:fld>
            <a:endParaRPr lang="he-IL"/>
          </a:p>
        </p:txBody>
      </p:sp>
      <p:grpSp>
        <p:nvGrpSpPr>
          <p:cNvPr id="6" name="Logo dark"/>
          <p:cNvGrpSpPr>
            <a:grpSpLocks/>
          </p:cNvGrpSpPr>
          <p:nvPr userDrawn="1"/>
        </p:nvGrpSpPr>
        <p:grpSpPr>
          <a:xfrm>
            <a:off x="498087" y="6262651"/>
            <a:ext cx="297799" cy="307373"/>
            <a:chOff x="479425" y="6113075"/>
            <a:chExt cx="297799" cy="307373"/>
          </a:xfrm>
        </p:grpSpPr>
        <p:sp>
          <p:nvSpPr>
            <p:cNvPr id="7" name="E"/>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8" name="Y"/>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9" name="yellow"/>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grpSp>
      <p:cxnSp>
        <p:nvCxnSpPr>
          <p:cNvPr id="12" name="Straight Connector 11"/>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83953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252">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white chapter">
    <p:spTree>
      <p:nvGrpSpPr>
        <p:cNvPr id="1" name=""/>
        <p:cNvGrpSpPr/>
        <p:nvPr/>
      </p:nvGrpSpPr>
      <p:grpSpPr>
        <a:xfrm>
          <a:off x="0" y="0"/>
          <a:ext cx="0" cy="0"/>
          <a:chOff x="0" y="0"/>
          <a:chExt cx="0" cy="0"/>
        </a:xfrm>
      </p:grpSpPr>
      <p:sp>
        <p:nvSpPr>
          <p:cNvPr id="5" name="Rectangle 4"/>
          <p:cNvSpPr/>
          <p:nvPr userDrawn="1"/>
        </p:nvSpPr>
        <p:spPr>
          <a:xfrm>
            <a:off x="0" y="0"/>
            <a:ext cx="12192000" cy="2285426"/>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476251"/>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73702860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3_white chapter">
    <p:spTree>
      <p:nvGrpSpPr>
        <p:cNvPr id="1" name=""/>
        <p:cNvGrpSpPr/>
        <p:nvPr/>
      </p:nvGrpSpPr>
      <p:grpSpPr>
        <a:xfrm>
          <a:off x="0" y="0"/>
          <a:ext cx="0" cy="0"/>
          <a:chOff x="0" y="0"/>
          <a:chExt cx="0" cy="0"/>
        </a:xfrm>
      </p:grpSpPr>
      <p:sp>
        <p:nvSpPr>
          <p:cNvPr id="5" name="Rectangle 4"/>
          <p:cNvSpPr/>
          <p:nvPr userDrawn="1"/>
        </p:nvSpPr>
        <p:spPr>
          <a:xfrm>
            <a:off x="0" y="0"/>
            <a:ext cx="12192000" cy="1449389"/>
          </a:xfrm>
          <a:prstGeom prst="rect">
            <a:avLst/>
          </a:prstGeom>
          <a:solidFill>
            <a:schemeClr val="tx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1524000" y="68485"/>
            <a:ext cx="9144000" cy="973138"/>
          </a:xfrm>
        </p:spPr>
        <p:txBody>
          <a:bodyPr anchor="b">
            <a:normAutofit/>
          </a:bodyPr>
          <a:lstStyle>
            <a:lvl1pPr algn="ctr">
              <a:defRPr sz="3200">
                <a:solidFill>
                  <a:schemeClr val="bg1"/>
                </a:solidFill>
              </a:defRPr>
            </a:lvl1pPr>
          </a:lstStyle>
          <a:p>
            <a:r>
              <a:rPr lang="en-US"/>
              <a:t>Click to edit Master title style</a:t>
            </a:r>
            <a:endParaRPr lang="he-IL"/>
          </a:p>
        </p:txBody>
      </p:sp>
      <p:sp>
        <p:nvSpPr>
          <p:cNvPr id="13" name="Slide Number Placeholder 5"/>
          <p:cNvSpPr>
            <a:spLocks noGrp="1"/>
          </p:cNvSpPr>
          <p:nvPr>
            <p:ph type="sldNum" sz="quarter" idx="12"/>
          </p:nvPr>
        </p:nvSpPr>
        <p:spPr>
          <a:xfrm>
            <a:off x="0" y="67580"/>
            <a:ext cx="490393" cy="365125"/>
          </a:xfrm>
        </p:spPr>
        <p:txBody>
          <a:bodyPr/>
          <a:lstStyle>
            <a:lvl1pPr>
              <a:defRPr>
                <a:solidFill>
                  <a:schemeClr val="bg1">
                    <a:lumMod val="100000"/>
                  </a:schemeClr>
                </a:solidFill>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185563885"/>
      </p:ext>
    </p:extLst>
  </p:cSld>
  <p:clrMapOvr>
    <a:masterClrMapping/>
  </p:clrMapOvr>
  <p:extLst>
    <p:ext uri="{DCECCB84-F9BA-43D5-87BE-67443E8EF086}">
      <p15:sldGuideLst xmlns:p15="http://schemas.microsoft.com/office/powerpoint/2012/main">
        <p15:guide id="1" pos="3840">
          <p15:clr>
            <a:srgbClr val="FBAE40"/>
          </p15:clr>
        </p15:guide>
        <p15:guide id="2" orient="horz" pos="709">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D138-B202-493B-B9E5-A1D41BE9E24E}"/>
              </a:ext>
            </a:extLst>
          </p:cNvPr>
          <p:cNvSpPr>
            <a:spLocks noGrp="1"/>
          </p:cNvSpPr>
          <p:nvPr>
            <p:ph type="title"/>
          </p:nvPr>
        </p:nvSpPr>
        <p:spPr>
          <a:xfrm>
            <a:off x="1542614" y="397025"/>
            <a:ext cx="10515600" cy="555475"/>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3" name="Slide Number Placeholder 2">
            <a:extLst>
              <a:ext uri="{FF2B5EF4-FFF2-40B4-BE49-F238E27FC236}">
                <a16:creationId xmlns:a16="http://schemas.microsoft.com/office/drawing/2014/main" id="{BAC8DA04-EB70-4ACE-9892-0F159C73455F}"/>
              </a:ext>
            </a:extLst>
          </p:cNvPr>
          <p:cNvSpPr>
            <a:spLocks noGrp="1"/>
          </p:cNvSpPr>
          <p:nvPr>
            <p:ph type="sldNum" sz="quarter" idx="10"/>
          </p:nvPr>
        </p:nvSpPr>
        <p:spPr/>
        <p:txBody>
          <a:bodyPr/>
          <a:lstStyle/>
          <a:p>
            <a:fld id="{18F36642-002E-4C98-915B-826072CB88D7}" type="slidenum">
              <a:rPr lang="he-IL" smtClean="0"/>
              <a:pPr/>
              <a:t>‹#›</a:t>
            </a:fld>
            <a:endParaRPr lang="he-IL"/>
          </a:p>
        </p:txBody>
      </p:sp>
      <p:sp>
        <p:nvSpPr>
          <p:cNvPr id="4" name="Date Placeholder 3">
            <a:extLst>
              <a:ext uri="{FF2B5EF4-FFF2-40B4-BE49-F238E27FC236}">
                <a16:creationId xmlns:a16="http://schemas.microsoft.com/office/drawing/2014/main" id="{028E404C-FCE0-49B8-ACE8-F596D72E5CDB}"/>
              </a:ext>
            </a:extLst>
          </p:cNvPr>
          <p:cNvSpPr>
            <a:spLocks noGrp="1"/>
          </p:cNvSpPr>
          <p:nvPr>
            <p:ph type="dt" sz="half" idx="11"/>
          </p:nvPr>
        </p:nvSpPr>
        <p:spPr/>
        <p:txBody>
          <a:bodyPr/>
          <a:lstStyle/>
          <a:p>
            <a:endParaRPr lang="he-IL"/>
          </a:p>
        </p:txBody>
      </p:sp>
      <p:cxnSp>
        <p:nvCxnSpPr>
          <p:cNvPr id="6" name="Straight Connector 5">
            <a:extLst>
              <a:ext uri="{FF2B5EF4-FFF2-40B4-BE49-F238E27FC236}">
                <a16:creationId xmlns:a16="http://schemas.microsoft.com/office/drawing/2014/main" id="{B446F218-49E2-4753-9724-6A0E316E26AE}"/>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263130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white simple">
    <p:spTree>
      <p:nvGrpSpPr>
        <p:cNvPr id="1" name=""/>
        <p:cNvGrpSpPr/>
        <p:nvPr/>
      </p:nvGrpSpPr>
      <p:grpSpPr>
        <a:xfrm>
          <a:off x="0" y="0"/>
          <a:ext cx="0" cy="0"/>
          <a:chOff x="0" y="0"/>
          <a:chExt cx="0" cy="0"/>
        </a:xfrm>
      </p:grpSpPr>
      <p:sp>
        <p:nvSpPr>
          <p:cNvPr id="2" name="Title 1"/>
          <p:cNvSpPr>
            <a:spLocks noGrp="1"/>
          </p:cNvSpPr>
          <p:nvPr>
            <p:ph type="title"/>
          </p:nvPr>
        </p:nvSpPr>
        <p:spPr>
          <a:xfrm>
            <a:off x="1199714" y="660482"/>
            <a:ext cx="10515600" cy="555475"/>
          </a:xfrm>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9" name="Straight Connector 8"/>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353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1.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5.png"/><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6.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3" Type="http://schemas.openxmlformats.org/officeDocument/2006/relationships/slideLayout" Target="../slideLayouts/slideLayout62.xml"/><Relationship Id="rId21" Type="http://schemas.openxmlformats.org/officeDocument/2006/relationships/image" Target="../media/image7.png"/><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theme" Target="../theme/theme5.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image" Target="../media/image5.png"/><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B8237B-75BF-42BF-BDA0-B888117F6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36633F31-D198-4397-8A05-D26EBE99B6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4631EF91-1EE6-418D-9875-6D6500086A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C92EBF-438D-4F82-9C93-F3BF0F93447E}" type="datetimeFigureOut">
              <a:rPr lang="he-IL" smtClean="0"/>
              <a:t>י"ח/אייר/תשפ"ג</a:t>
            </a:fld>
            <a:endParaRPr lang="he-IL"/>
          </a:p>
        </p:txBody>
      </p:sp>
      <p:sp>
        <p:nvSpPr>
          <p:cNvPr id="5" name="Footer Placeholder 4">
            <a:extLst>
              <a:ext uri="{FF2B5EF4-FFF2-40B4-BE49-F238E27FC236}">
                <a16:creationId xmlns:a16="http://schemas.microsoft.com/office/drawing/2014/main" id="{89B4D403-6DB7-465F-BF64-42E5BFE079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e-IL"/>
          </a:p>
        </p:txBody>
      </p:sp>
      <p:sp>
        <p:nvSpPr>
          <p:cNvPr id="6" name="Slide Number Placeholder 5">
            <a:extLst>
              <a:ext uri="{FF2B5EF4-FFF2-40B4-BE49-F238E27FC236}">
                <a16:creationId xmlns:a16="http://schemas.microsoft.com/office/drawing/2014/main" id="{411A4D18-0341-44A9-8183-2A0485B656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45FA8E-93EC-407D-8A04-10495943FAF8}" type="slidenum">
              <a:rPr lang="he-IL" smtClean="0"/>
              <a:t>‹#›</a:t>
            </a:fld>
            <a:endParaRPr lang="he-IL"/>
          </a:p>
        </p:txBody>
      </p:sp>
    </p:spTree>
    <p:extLst>
      <p:ext uri="{BB962C8B-B14F-4D97-AF65-F5344CB8AC3E}">
        <p14:creationId xmlns:p14="http://schemas.microsoft.com/office/powerpoint/2010/main" val="2067379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199714" y="397025"/>
            <a:ext cx="10515600" cy="555475"/>
          </a:xfrm>
          <a:prstGeom prst="rect">
            <a:avLst/>
          </a:prstGeom>
        </p:spPr>
        <p:txBody>
          <a:bodyPr vert="horz" lIns="0" tIns="0" rIns="0" bIns="0" rtlCol="1" anchor="t" anchorCtr="0">
            <a:noAutofit/>
          </a:bodyPr>
          <a:lstStyle/>
          <a:p>
            <a:r>
              <a:rPr lang="he-IL"/>
              <a:t>כותרת עד שש מילים</a:t>
            </a:r>
          </a:p>
        </p:txBody>
      </p:sp>
      <p:sp>
        <p:nvSpPr>
          <p:cNvPr id="6" name="Slide Numbe"/>
          <p:cNvSpPr>
            <a:spLocks noGrp="1"/>
          </p:cNvSpPr>
          <p:nvPr>
            <p:ph type="sldNum" sz="quarter" idx="4"/>
          </p:nvPr>
        </p:nvSpPr>
        <p:spPr>
          <a:xfrm>
            <a:off x="0" y="67580"/>
            <a:ext cx="490393" cy="365125"/>
          </a:xfrm>
          <a:prstGeom prst="rect">
            <a:avLst/>
          </a:prstGeom>
        </p:spPr>
        <p:txBody>
          <a:bodyPr vert="horz" lIns="0" tIns="0" rIns="0" bIns="0" rtlCol="1" anchor="ctr" anchorCtr="0"/>
          <a:lstStyle>
            <a:lvl1pPr algn="ctr">
              <a:defRPr sz="900">
                <a:solidFill>
                  <a:schemeClr val="tx1"/>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
        <p:nvSpPr>
          <p:cNvPr id="12" name="Date left" hidden="1"/>
          <p:cNvSpPr>
            <a:spLocks noGrp="1"/>
          </p:cNvSpPr>
          <p:nvPr>
            <p:ph type="dt" sz="half" idx="2"/>
          </p:nvPr>
        </p:nvSpPr>
        <p:spPr>
          <a:xfrm>
            <a:off x="897672" y="6234715"/>
            <a:ext cx="2743200" cy="365125"/>
          </a:xfrm>
          <a:prstGeom prst="rect">
            <a:avLst/>
          </a:prstGeom>
        </p:spPr>
        <p:txBody>
          <a:bodyPr vert="horz" lIns="0" tIns="0" rIns="0" bIns="0" rtlCol="1" anchor="b" anchorCtr="0"/>
          <a:lstStyle>
            <a:lvl1pPr algn="l" rtl="0">
              <a:defRPr sz="900" b="1">
                <a:solidFill>
                  <a:schemeClr val="tx1"/>
                </a:solidFill>
                <a:latin typeface="Calibri" panose="020F0502020204030204" pitchFamily="34" charset="0"/>
                <a:cs typeface="Calibri" panose="020F0502020204030204" pitchFamily="34" charset="0"/>
              </a:defRPr>
            </a:lvl1pPr>
          </a:lstStyle>
          <a:p>
            <a:endParaRPr lang="he-IL"/>
          </a:p>
        </p:txBody>
      </p:sp>
      <p:sp>
        <p:nvSpPr>
          <p:cNvPr id="23" name="Section Title" hidden="1"/>
          <p:cNvSpPr txBox="1">
            <a:spLocks/>
          </p:cNvSpPr>
          <p:nvPr userDrawn="1"/>
        </p:nvSpPr>
        <p:spPr>
          <a:xfrm>
            <a:off x="7648575" y="6445008"/>
            <a:ext cx="4064000" cy="148402"/>
          </a:xfrm>
          <a:prstGeom prst="rect">
            <a:avLst/>
          </a:prstGeom>
        </p:spPr>
        <p:txBody>
          <a:bodyPr vert="horz" lIns="0" tIns="0" rIns="0" bIns="0" rtlCol="1" anchor="b" anchorCtr="0"/>
          <a:lstStyle>
            <a:defPPr>
              <a:defRPr lang="he-IL"/>
            </a:defPPr>
            <a:lvl1pPr>
              <a:defRPr sz="900" b="1"/>
            </a:lvl1pPr>
          </a:lstStyle>
          <a:p>
            <a:pPr lvl="0"/>
            <a:r>
              <a:rPr lang="en-US">
                <a:latin typeface="Calibri" panose="020F0502020204030204" pitchFamily="34" charset="0"/>
                <a:cs typeface="Calibri" panose="020F0502020204030204" pitchFamily="34" charset="0"/>
              </a:rPr>
              <a:t>&lt;TEXT&gt;</a:t>
            </a:r>
            <a:endParaRPr lang="he-IL">
              <a:latin typeface="Calibri" panose="020F0502020204030204" pitchFamily="34" charset="0"/>
              <a:cs typeface="Calibri" panose="020F0502020204030204" pitchFamily="34" charset="0"/>
            </a:endParaRPr>
          </a:p>
        </p:txBody>
      </p:sp>
      <p:sp>
        <p:nvSpPr>
          <p:cNvPr id="4" name="Text Placeholder 3"/>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descr="Logo&#10;&#10;Description automatically generated">
            <a:extLst>
              <a:ext uri="{FF2B5EF4-FFF2-40B4-BE49-F238E27FC236}">
                <a16:creationId xmlns:a16="http://schemas.microsoft.com/office/drawing/2014/main" id="{0F72D288-63C3-4BB0-9455-6058DEC254A0}"/>
              </a:ext>
            </a:extLst>
          </p:cNvPr>
          <p:cNvPicPr>
            <a:picLocks noChangeAspect="1"/>
          </p:cNvPicPr>
          <p:nvPr userDrawn="1"/>
        </p:nvPicPr>
        <p:blipFill>
          <a:blip r:embed="rId21" cstate="screen">
            <a:extLst>
              <a:ext uri="{28A0092B-C50C-407E-A947-70E740481C1C}">
                <a14:useLocalDpi xmlns:a14="http://schemas.microsoft.com/office/drawing/2010/main"/>
              </a:ext>
            </a:extLst>
          </a:blip>
          <a:stretch>
            <a:fillRect/>
          </a:stretch>
        </p:blipFill>
        <p:spPr>
          <a:xfrm>
            <a:off x="213958" y="6254152"/>
            <a:ext cx="398262" cy="466656"/>
          </a:xfrm>
          <a:prstGeom prst="rect">
            <a:avLst/>
          </a:prstGeom>
        </p:spPr>
      </p:pic>
    </p:spTree>
    <p:extLst>
      <p:ext uri="{BB962C8B-B14F-4D97-AF65-F5344CB8AC3E}">
        <p14:creationId xmlns:p14="http://schemas.microsoft.com/office/powerpoint/2010/main" val="41409351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ftr="0" dt="0"/>
  <p:txStyles>
    <p:title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p:titleStyle>
    <p:bodyStyle>
      <a:lvl1pPr marL="0" indent="0" algn="r" defTabSz="914400" rtl="1" eaLnBrk="1" latinLnBrk="0" hangingPunct="1">
        <a:lnSpc>
          <a:spcPct val="90000"/>
        </a:lnSpc>
        <a:spcBef>
          <a:spcPts val="1000"/>
        </a:spcBef>
        <a:buFont typeface="Arial" panose="020B0604020202020204" pitchFamily="34" charset="0"/>
        <a:buNone/>
        <a:defRPr lang="en-US" sz="1600" b="0" kern="1200" dirty="0" smtClean="0">
          <a:solidFill>
            <a:schemeClr val="tx1"/>
          </a:solidFill>
          <a:latin typeface="Calibri" panose="020F0502020204030204" pitchFamily="34" charset="0"/>
          <a:ea typeface="+mn-ea"/>
          <a:cs typeface="Calibri" panose="020F0502020204030204" pitchFamily="34" charset="0"/>
        </a:defRPr>
      </a:lvl1pPr>
      <a:lvl2pPr marL="11112" indent="0" algn="r" defTabSz="914400" rtl="1" eaLnBrk="1" latinLnBrk="0" hangingPunct="1">
        <a:lnSpc>
          <a:spcPct val="90000"/>
        </a:lnSpc>
        <a:spcBef>
          <a:spcPts val="500"/>
        </a:spcBef>
        <a:buFont typeface="Arial" charset="0"/>
        <a:buNone/>
        <a:tabLst/>
        <a:defRPr lang="en-US" sz="1600" kern="1200" dirty="0" smtClean="0">
          <a:solidFill>
            <a:schemeClr val="tx1"/>
          </a:solidFill>
          <a:latin typeface="Calibri" panose="020F0502020204030204" pitchFamily="34" charset="0"/>
          <a:ea typeface="+mn-ea"/>
          <a:cs typeface="Calibri" panose="020F0502020204030204" pitchFamily="34" charset="0"/>
        </a:defRPr>
      </a:lvl2pPr>
      <a:lvl3pPr marL="174625" indent="0" algn="r" defTabSz="914400" rtl="1" eaLnBrk="1" latinLnBrk="0" hangingPunct="1">
        <a:lnSpc>
          <a:spcPct val="90000"/>
        </a:lnSpc>
        <a:spcBef>
          <a:spcPts val="500"/>
        </a:spcBef>
        <a:buFont typeface="Arial"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3pPr>
      <a:lvl4pPr marL="171450" indent="136525" algn="r" defTabSz="914400" rtl="1" eaLnBrk="1" latinLnBrk="0" hangingPunct="1">
        <a:lnSpc>
          <a:spcPct val="90000"/>
        </a:lnSpc>
        <a:spcBef>
          <a:spcPts val="500"/>
        </a:spcBef>
        <a:buFont typeface="Arial" panose="020B0604020202020204" pitchFamily="34"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4pPr>
      <a:lvl5pPr marL="406400" indent="0" algn="r" defTabSz="914400" rtl="1" eaLnBrk="1" latinLnBrk="0" hangingPunct="1">
        <a:lnSpc>
          <a:spcPct val="90000"/>
        </a:lnSpc>
        <a:spcBef>
          <a:spcPts val="500"/>
        </a:spcBef>
        <a:buFont typeface="Arial" panose="020B0604020202020204" pitchFamily="34" charset="0"/>
        <a:buNone/>
        <a:tabLst/>
        <a:defRPr lang="he-IL" sz="1600" b="0" kern="1200" dirty="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4" orient="horz" pos="3725">
          <p15:clr>
            <a:srgbClr val="F26B43"/>
          </p15:clr>
        </p15:guide>
        <p15:guide id="5" orient="horz" pos="913">
          <p15:clr>
            <a:srgbClr val="F26B43"/>
          </p15:clr>
        </p15:guide>
        <p15:guide id="6" orient="horz" pos="404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199714" y="397025"/>
            <a:ext cx="10515600" cy="555475"/>
          </a:xfrm>
          <a:prstGeom prst="rect">
            <a:avLst/>
          </a:prstGeom>
        </p:spPr>
        <p:txBody>
          <a:bodyPr vert="horz" lIns="0" tIns="0" rIns="0" bIns="0" rtlCol="1" anchor="t" anchorCtr="0">
            <a:noAutofit/>
          </a:bodyPr>
          <a:lstStyle/>
          <a:p>
            <a:r>
              <a:rPr lang="he-IL"/>
              <a:t>כותרת עד שש מילים</a:t>
            </a:r>
          </a:p>
        </p:txBody>
      </p:sp>
      <p:sp>
        <p:nvSpPr>
          <p:cNvPr id="6" name="Slide Numbe"/>
          <p:cNvSpPr>
            <a:spLocks noGrp="1"/>
          </p:cNvSpPr>
          <p:nvPr>
            <p:ph type="sldNum" sz="quarter" idx="4"/>
          </p:nvPr>
        </p:nvSpPr>
        <p:spPr>
          <a:xfrm>
            <a:off x="0" y="67580"/>
            <a:ext cx="490393" cy="365125"/>
          </a:xfrm>
          <a:prstGeom prst="rect">
            <a:avLst/>
          </a:prstGeom>
        </p:spPr>
        <p:txBody>
          <a:bodyPr vert="horz" lIns="0" tIns="0" rIns="0" bIns="0" rtlCol="1" anchor="ctr" anchorCtr="0"/>
          <a:lstStyle>
            <a:lvl1pPr algn="ctr">
              <a:defRPr sz="900">
                <a:solidFill>
                  <a:schemeClr val="tx1"/>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
        <p:nvSpPr>
          <p:cNvPr id="12" name="Date left" hidden="1"/>
          <p:cNvSpPr>
            <a:spLocks noGrp="1"/>
          </p:cNvSpPr>
          <p:nvPr>
            <p:ph type="dt" sz="half" idx="2"/>
          </p:nvPr>
        </p:nvSpPr>
        <p:spPr>
          <a:xfrm>
            <a:off x="897672" y="6234715"/>
            <a:ext cx="2743200" cy="365125"/>
          </a:xfrm>
          <a:prstGeom prst="rect">
            <a:avLst/>
          </a:prstGeom>
        </p:spPr>
        <p:txBody>
          <a:bodyPr vert="horz" lIns="0" tIns="0" rIns="0" bIns="0" rtlCol="1" anchor="b" anchorCtr="0"/>
          <a:lstStyle>
            <a:lvl1pPr algn="l" rtl="0">
              <a:defRPr sz="900" b="1">
                <a:solidFill>
                  <a:schemeClr val="tx1"/>
                </a:solidFill>
                <a:latin typeface="Calibri" panose="020F0502020204030204" pitchFamily="34" charset="0"/>
                <a:cs typeface="Calibri" panose="020F0502020204030204" pitchFamily="34" charset="0"/>
              </a:defRPr>
            </a:lvl1pPr>
          </a:lstStyle>
          <a:p>
            <a:endParaRPr lang="he-IL"/>
          </a:p>
        </p:txBody>
      </p:sp>
      <p:sp>
        <p:nvSpPr>
          <p:cNvPr id="23" name="Section Title" hidden="1"/>
          <p:cNvSpPr txBox="1">
            <a:spLocks/>
          </p:cNvSpPr>
          <p:nvPr userDrawn="1"/>
        </p:nvSpPr>
        <p:spPr>
          <a:xfrm>
            <a:off x="7648575" y="6445008"/>
            <a:ext cx="4064000" cy="148402"/>
          </a:xfrm>
          <a:prstGeom prst="rect">
            <a:avLst/>
          </a:prstGeom>
        </p:spPr>
        <p:txBody>
          <a:bodyPr vert="horz" lIns="0" tIns="0" rIns="0" bIns="0" rtlCol="1" anchor="b" anchorCtr="0"/>
          <a:lstStyle>
            <a:defPPr>
              <a:defRPr lang="he-IL"/>
            </a:defPPr>
            <a:lvl1pPr>
              <a:defRPr sz="900" b="1"/>
            </a:lvl1pPr>
          </a:lstStyle>
          <a:p>
            <a:pPr lvl="0"/>
            <a:r>
              <a:rPr lang="en-US">
                <a:latin typeface="Calibri" panose="020F0502020204030204" pitchFamily="34" charset="0"/>
                <a:cs typeface="Calibri" panose="020F0502020204030204" pitchFamily="34" charset="0"/>
              </a:rPr>
              <a:t>&lt;TEXT&gt;</a:t>
            </a:r>
            <a:endParaRPr lang="he-IL">
              <a:latin typeface="Calibri" panose="020F0502020204030204" pitchFamily="34" charset="0"/>
              <a:cs typeface="Calibri" panose="020F0502020204030204" pitchFamily="34" charset="0"/>
            </a:endParaRPr>
          </a:p>
        </p:txBody>
      </p:sp>
      <p:sp>
        <p:nvSpPr>
          <p:cNvPr id="4" name="Text Placeholder 3"/>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Logo&#10;&#10;Description automatically generated">
            <a:extLst>
              <a:ext uri="{FF2B5EF4-FFF2-40B4-BE49-F238E27FC236}">
                <a16:creationId xmlns:a16="http://schemas.microsoft.com/office/drawing/2014/main" id="{E87E7DD7-F0E6-495B-8196-EFFDC3CEFBEA}"/>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89136" y="6157876"/>
            <a:ext cx="423050" cy="495703"/>
          </a:xfrm>
          <a:prstGeom prst="rect">
            <a:avLst/>
          </a:prstGeom>
        </p:spPr>
      </p:pic>
    </p:spTree>
    <p:extLst>
      <p:ext uri="{BB962C8B-B14F-4D97-AF65-F5344CB8AC3E}">
        <p14:creationId xmlns:p14="http://schemas.microsoft.com/office/powerpoint/2010/main" val="3677591373"/>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Lst>
  <p:hf hdr="0" ftr="0" dt="0"/>
  <p:txStyles>
    <p:title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p:titleStyle>
    <p:bodyStyle>
      <a:lvl1pPr marL="0" indent="0" algn="r" defTabSz="914400" rtl="1" eaLnBrk="1" latinLnBrk="0" hangingPunct="1">
        <a:lnSpc>
          <a:spcPct val="90000"/>
        </a:lnSpc>
        <a:spcBef>
          <a:spcPts val="1000"/>
        </a:spcBef>
        <a:buFont typeface="Arial" panose="020B0604020202020204" pitchFamily="34" charset="0"/>
        <a:buNone/>
        <a:defRPr lang="en-US" sz="1600" b="0" kern="1200" dirty="0" smtClean="0">
          <a:solidFill>
            <a:schemeClr val="tx1"/>
          </a:solidFill>
          <a:latin typeface="Calibri" panose="020F0502020204030204" pitchFamily="34" charset="0"/>
          <a:ea typeface="+mn-ea"/>
          <a:cs typeface="Calibri" panose="020F0502020204030204" pitchFamily="34" charset="0"/>
        </a:defRPr>
      </a:lvl1pPr>
      <a:lvl2pPr marL="11112" indent="0" algn="r" defTabSz="914400" rtl="1" eaLnBrk="1" latinLnBrk="0" hangingPunct="1">
        <a:lnSpc>
          <a:spcPct val="90000"/>
        </a:lnSpc>
        <a:spcBef>
          <a:spcPts val="500"/>
        </a:spcBef>
        <a:buFont typeface="Arial" charset="0"/>
        <a:buNone/>
        <a:tabLst/>
        <a:defRPr lang="en-US" sz="1600" kern="1200" dirty="0" smtClean="0">
          <a:solidFill>
            <a:schemeClr val="tx1"/>
          </a:solidFill>
          <a:latin typeface="Calibri" panose="020F0502020204030204" pitchFamily="34" charset="0"/>
          <a:ea typeface="+mn-ea"/>
          <a:cs typeface="Calibri" panose="020F0502020204030204" pitchFamily="34" charset="0"/>
        </a:defRPr>
      </a:lvl2pPr>
      <a:lvl3pPr marL="174625" indent="0" algn="r" defTabSz="914400" rtl="1" eaLnBrk="1" latinLnBrk="0" hangingPunct="1">
        <a:lnSpc>
          <a:spcPct val="90000"/>
        </a:lnSpc>
        <a:spcBef>
          <a:spcPts val="500"/>
        </a:spcBef>
        <a:buFont typeface="Arial"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3pPr>
      <a:lvl4pPr marL="171450" indent="136525" algn="r" defTabSz="914400" rtl="1" eaLnBrk="1" latinLnBrk="0" hangingPunct="1">
        <a:lnSpc>
          <a:spcPct val="90000"/>
        </a:lnSpc>
        <a:spcBef>
          <a:spcPts val="500"/>
        </a:spcBef>
        <a:buFont typeface="Arial" panose="020B0604020202020204" pitchFamily="34"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4pPr>
      <a:lvl5pPr marL="406400" indent="0" algn="r" defTabSz="914400" rtl="1" eaLnBrk="1" latinLnBrk="0" hangingPunct="1">
        <a:lnSpc>
          <a:spcPct val="90000"/>
        </a:lnSpc>
        <a:spcBef>
          <a:spcPts val="500"/>
        </a:spcBef>
        <a:buFont typeface="Arial" panose="020B0604020202020204" pitchFamily="34" charset="0"/>
        <a:buNone/>
        <a:tabLst/>
        <a:defRPr lang="he-IL" sz="1600" b="0" kern="1200" dirty="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4" orient="horz" pos="3725">
          <p15:clr>
            <a:srgbClr val="F26B43"/>
          </p15:clr>
        </p15:guide>
        <p15:guide id="5" orient="horz" pos="913">
          <p15:clr>
            <a:srgbClr val="F26B43"/>
          </p15:clr>
        </p15:guide>
        <p15:guide id="6" orient="horz" pos="404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199714" y="397025"/>
            <a:ext cx="10515600" cy="555475"/>
          </a:xfrm>
          <a:prstGeom prst="rect">
            <a:avLst/>
          </a:prstGeom>
        </p:spPr>
        <p:txBody>
          <a:bodyPr vert="horz" lIns="0" tIns="0" rIns="0" bIns="0" rtlCol="1" anchor="t" anchorCtr="0">
            <a:noAutofit/>
          </a:bodyPr>
          <a:lstStyle/>
          <a:p>
            <a:r>
              <a:rPr lang="he-IL" dirty="0"/>
              <a:t>כותרת עד שש מילים</a:t>
            </a:r>
          </a:p>
        </p:txBody>
      </p:sp>
      <p:sp>
        <p:nvSpPr>
          <p:cNvPr id="12" name="Date left" hidden="1"/>
          <p:cNvSpPr>
            <a:spLocks noGrp="1"/>
          </p:cNvSpPr>
          <p:nvPr>
            <p:ph type="dt" sz="half" idx="2"/>
          </p:nvPr>
        </p:nvSpPr>
        <p:spPr>
          <a:xfrm>
            <a:off x="897672" y="6234715"/>
            <a:ext cx="2743200" cy="365125"/>
          </a:xfrm>
          <a:prstGeom prst="rect">
            <a:avLst/>
          </a:prstGeom>
        </p:spPr>
        <p:txBody>
          <a:bodyPr vert="horz" lIns="0" tIns="0" rIns="0" bIns="0" rtlCol="1" anchor="b" anchorCtr="0"/>
          <a:lstStyle>
            <a:lvl1pPr algn="l" rtl="0">
              <a:defRPr sz="900" b="1">
                <a:solidFill>
                  <a:schemeClr val="tx1"/>
                </a:solidFill>
                <a:latin typeface="Calibri" panose="020F0502020204030204" pitchFamily="34" charset="0"/>
                <a:cs typeface="Calibri" panose="020F0502020204030204" pitchFamily="34" charset="0"/>
              </a:defRPr>
            </a:lvl1pPr>
          </a:lstStyle>
          <a:p>
            <a:endParaRPr lang="he-IL"/>
          </a:p>
        </p:txBody>
      </p:sp>
      <p:sp>
        <p:nvSpPr>
          <p:cNvPr id="23" name="Section Title" hidden="1"/>
          <p:cNvSpPr txBox="1">
            <a:spLocks/>
          </p:cNvSpPr>
          <p:nvPr userDrawn="1"/>
        </p:nvSpPr>
        <p:spPr>
          <a:xfrm>
            <a:off x="7648575" y="6445008"/>
            <a:ext cx="4064000" cy="148402"/>
          </a:xfrm>
          <a:prstGeom prst="rect">
            <a:avLst/>
          </a:prstGeom>
        </p:spPr>
        <p:txBody>
          <a:bodyPr vert="horz" lIns="0" tIns="0" rIns="0" bIns="0" rtlCol="1" anchor="b" anchorCtr="0"/>
          <a:lstStyle>
            <a:defPPr>
              <a:defRPr lang="he-IL"/>
            </a:defPPr>
            <a:lvl1pPr>
              <a:defRPr sz="900" b="1"/>
            </a:lvl1pPr>
          </a:lstStyle>
          <a:p>
            <a:pPr lvl="0"/>
            <a:r>
              <a:rPr lang="en-US">
                <a:latin typeface="Calibri" panose="020F0502020204030204" pitchFamily="34" charset="0"/>
                <a:cs typeface="Calibri" panose="020F0502020204030204" pitchFamily="34" charset="0"/>
              </a:rPr>
              <a:t>&lt;TEXT&gt;</a:t>
            </a:r>
            <a:endParaRPr lang="he-IL">
              <a:latin typeface="Calibri" panose="020F0502020204030204" pitchFamily="34" charset="0"/>
              <a:cs typeface="Calibri" panose="020F0502020204030204" pitchFamily="34" charset="0"/>
            </a:endParaRPr>
          </a:p>
        </p:txBody>
      </p:sp>
      <p:sp>
        <p:nvSpPr>
          <p:cNvPr id="4" name="Text Placeholder 3"/>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Logo&#10;&#10;Description automatically generated">
            <a:extLst>
              <a:ext uri="{FF2B5EF4-FFF2-40B4-BE49-F238E27FC236}">
                <a16:creationId xmlns:a16="http://schemas.microsoft.com/office/drawing/2014/main" id="{57105CEB-9E7B-4377-A490-8C01EA9CC943}"/>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54558" y="6432362"/>
            <a:ext cx="311609" cy="365125"/>
          </a:xfrm>
          <a:prstGeom prst="rect">
            <a:avLst/>
          </a:prstGeom>
        </p:spPr>
      </p:pic>
    </p:spTree>
    <p:extLst>
      <p:ext uri="{BB962C8B-B14F-4D97-AF65-F5344CB8AC3E}">
        <p14:creationId xmlns:p14="http://schemas.microsoft.com/office/powerpoint/2010/main" val="760670792"/>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Lst>
  <p:hf hdr="0" ftr="0" dt="0"/>
  <p:txStyles>
    <p:title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p:titleStyle>
    <p:bodyStyle>
      <a:lvl1pPr marL="0" indent="0" algn="r" defTabSz="914400" rtl="1" eaLnBrk="1" latinLnBrk="0" hangingPunct="1">
        <a:lnSpc>
          <a:spcPct val="90000"/>
        </a:lnSpc>
        <a:spcBef>
          <a:spcPts val="1000"/>
        </a:spcBef>
        <a:buFont typeface="Arial" panose="020B0604020202020204" pitchFamily="34" charset="0"/>
        <a:buNone/>
        <a:defRPr lang="en-US" sz="1600" b="0" kern="1200" dirty="0" smtClean="0">
          <a:solidFill>
            <a:schemeClr val="tx1"/>
          </a:solidFill>
          <a:latin typeface="Calibri" panose="020F0502020204030204" pitchFamily="34" charset="0"/>
          <a:ea typeface="+mn-ea"/>
          <a:cs typeface="Calibri" panose="020F0502020204030204" pitchFamily="34" charset="0"/>
        </a:defRPr>
      </a:lvl1pPr>
      <a:lvl2pPr marL="11112" indent="0" algn="r" defTabSz="914400" rtl="1" eaLnBrk="1" latinLnBrk="0" hangingPunct="1">
        <a:lnSpc>
          <a:spcPct val="90000"/>
        </a:lnSpc>
        <a:spcBef>
          <a:spcPts val="500"/>
        </a:spcBef>
        <a:buFont typeface="Arial" charset="0"/>
        <a:buNone/>
        <a:tabLst/>
        <a:defRPr lang="en-US" sz="1600" kern="1200" dirty="0" smtClean="0">
          <a:solidFill>
            <a:schemeClr val="tx1"/>
          </a:solidFill>
          <a:latin typeface="Calibri" panose="020F0502020204030204" pitchFamily="34" charset="0"/>
          <a:ea typeface="+mn-ea"/>
          <a:cs typeface="Calibri" panose="020F0502020204030204" pitchFamily="34" charset="0"/>
        </a:defRPr>
      </a:lvl2pPr>
      <a:lvl3pPr marL="174625" indent="0" algn="r" defTabSz="914400" rtl="1" eaLnBrk="1" latinLnBrk="0" hangingPunct="1">
        <a:lnSpc>
          <a:spcPct val="90000"/>
        </a:lnSpc>
        <a:spcBef>
          <a:spcPts val="500"/>
        </a:spcBef>
        <a:buFont typeface="Arial"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3pPr>
      <a:lvl4pPr marL="171450" indent="136525" algn="r" defTabSz="914400" rtl="1" eaLnBrk="1" latinLnBrk="0" hangingPunct="1">
        <a:lnSpc>
          <a:spcPct val="90000"/>
        </a:lnSpc>
        <a:spcBef>
          <a:spcPts val="500"/>
        </a:spcBef>
        <a:buFont typeface="Arial" panose="020B0604020202020204" pitchFamily="34"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4pPr>
      <a:lvl5pPr marL="406400" indent="0" algn="r" defTabSz="914400" rtl="1" eaLnBrk="1" latinLnBrk="0" hangingPunct="1">
        <a:lnSpc>
          <a:spcPct val="90000"/>
        </a:lnSpc>
        <a:spcBef>
          <a:spcPts val="500"/>
        </a:spcBef>
        <a:buFont typeface="Arial" panose="020B0604020202020204" pitchFamily="34" charset="0"/>
        <a:buNone/>
        <a:tabLst/>
        <a:defRPr lang="he-IL" sz="1600" b="0" kern="1200" dirty="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4" orient="horz" pos="3725">
          <p15:clr>
            <a:srgbClr val="F26B43"/>
          </p15:clr>
        </p15:guide>
        <p15:guide id="5" orient="horz" pos="913">
          <p15:clr>
            <a:srgbClr val="F26B43"/>
          </p15:clr>
        </p15:guide>
        <p15:guide id="6" orient="horz" pos="404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389491" y="310762"/>
            <a:ext cx="10515600" cy="555475"/>
          </a:xfrm>
          <a:prstGeom prst="rect">
            <a:avLst/>
          </a:prstGeom>
        </p:spPr>
        <p:txBody>
          <a:bodyPr vert="horz" lIns="0" tIns="0" rIns="0" bIns="0" rtlCol="1" anchor="t" anchorCtr="0">
            <a:noAutofit/>
          </a:bodyPr>
          <a:lstStyle/>
          <a:p>
            <a:r>
              <a:rPr lang="he-IL"/>
              <a:t>כותרת עד שש מילים</a:t>
            </a:r>
          </a:p>
        </p:txBody>
      </p:sp>
      <p:sp>
        <p:nvSpPr>
          <p:cNvPr id="6" name="Slide Numbe"/>
          <p:cNvSpPr>
            <a:spLocks noGrp="1"/>
          </p:cNvSpPr>
          <p:nvPr>
            <p:ph type="sldNum" sz="quarter" idx="4"/>
          </p:nvPr>
        </p:nvSpPr>
        <p:spPr>
          <a:xfrm>
            <a:off x="0" y="67580"/>
            <a:ext cx="490393" cy="365125"/>
          </a:xfrm>
          <a:prstGeom prst="rect">
            <a:avLst/>
          </a:prstGeom>
        </p:spPr>
        <p:txBody>
          <a:bodyPr vert="horz" lIns="0" tIns="0" rIns="0" bIns="0" rtlCol="1" anchor="ctr" anchorCtr="0"/>
          <a:lstStyle>
            <a:lvl1pPr algn="ctr">
              <a:defRPr sz="900">
                <a:solidFill>
                  <a:schemeClr val="tx1"/>
                </a:solidFill>
              </a:defRPr>
            </a:lvl1pPr>
          </a:lstStyle>
          <a:p>
            <a:fld id="{18F36642-002E-4C98-915B-826072CB88D7}" type="slidenum">
              <a:rPr lang="he-IL" smtClean="0"/>
              <a:pPr/>
              <a:t>‹#›</a:t>
            </a:fld>
            <a:endParaRPr lang="he-IL"/>
          </a:p>
        </p:txBody>
      </p:sp>
      <p:sp>
        <p:nvSpPr>
          <p:cNvPr id="12" name="Date left" hidden="1"/>
          <p:cNvSpPr>
            <a:spLocks noGrp="1"/>
          </p:cNvSpPr>
          <p:nvPr>
            <p:ph type="dt" sz="half" idx="2"/>
          </p:nvPr>
        </p:nvSpPr>
        <p:spPr>
          <a:xfrm>
            <a:off x="897672" y="6234715"/>
            <a:ext cx="2743200" cy="365125"/>
          </a:xfrm>
          <a:prstGeom prst="rect">
            <a:avLst/>
          </a:prstGeom>
        </p:spPr>
        <p:txBody>
          <a:bodyPr vert="horz" lIns="0" tIns="0" rIns="0" bIns="0" rtlCol="1" anchor="b" anchorCtr="0"/>
          <a:lstStyle>
            <a:lvl1pPr algn="l" rtl="0">
              <a:defRPr sz="900" b="1">
                <a:solidFill>
                  <a:schemeClr val="tx1"/>
                </a:solidFill>
              </a:defRPr>
            </a:lvl1pPr>
          </a:lstStyle>
          <a:p>
            <a:endParaRPr lang="he-IL"/>
          </a:p>
        </p:txBody>
      </p:sp>
      <p:sp>
        <p:nvSpPr>
          <p:cNvPr id="23" name="Section Title" hidden="1"/>
          <p:cNvSpPr txBox="1">
            <a:spLocks/>
          </p:cNvSpPr>
          <p:nvPr userDrawn="1"/>
        </p:nvSpPr>
        <p:spPr>
          <a:xfrm>
            <a:off x="7648575" y="6445008"/>
            <a:ext cx="4064000" cy="148402"/>
          </a:xfrm>
          <a:prstGeom prst="rect">
            <a:avLst/>
          </a:prstGeom>
        </p:spPr>
        <p:txBody>
          <a:bodyPr vert="horz" lIns="0" tIns="0" rIns="0" bIns="0" rtlCol="1" anchor="b" anchorCtr="0"/>
          <a:lstStyle>
            <a:defPPr>
              <a:defRPr lang="he-IL"/>
            </a:defPPr>
            <a:lvl1pPr>
              <a:defRPr sz="900" b="1"/>
            </a:lvl1pPr>
          </a:lstStyle>
          <a:p>
            <a:pPr lvl="0"/>
            <a:r>
              <a:rPr lang="en-US"/>
              <a:t>&lt;TEXT&gt;</a:t>
            </a:r>
            <a:endParaRPr lang="he-IL"/>
          </a:p>
        </p:txBody>
      </p:sp>
      <p:sp>
        <p:nvSpPr>
          <p:cNvPr id="4" name="Text Placeholder 3"/>
          <p:cNvSpPr>
            <a:spLocks noGrp="1"/>
          </p:cNvSpPr>
          <p:nvPr>
            <p:ph type="body" idx="1"/>
          </p:nvPr>
        </p:nvSpPr>
        <p:spPr>
          <a:xfrm>
            <a:off x="838200" y="1825625"/>
            <a:ext cx="10877114" cy="4351338"/>
          </a:xfrm>
          <a:prstGeom prst="rect">
            <a:avLst/>
          </a:prstGeom>
        </p:spPr>
        <p:txBody>
          <a:bodyPr vert="horz" lIns="9144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Logo dark">
            <a:extLst>
              <a:ext uri="{FF2B5EF4-FFF2-40B4-BE49-F238E27FC236}">
                <a16:creationId xmlns:a16="http://schemas.microsoft.com/office/drawing/2014/main" id="{6A08D030-C72F-4D4E-AEC0-51A3CA76D641}"/>
              </a:ext>
            </a:extLst>
          </p:cNvPr>
          <p:cNvGrpSpPr>
            <a:grpSpLocks/>
          </p:cNvGrpSpPr>
          <p:nvPr userDrawn="1"/>
        </p:nvGrpSpPr>
        <p:grpSpPr>
          <a:xfrm>
            <a:off x="434339" y="6287381"/>
            <a:ext cx="315304" cy="365124"/>
            <a:chOff x="479425" y="6113075"/>
            <a:chExt cx="297799" cy="307373"/>
          </a:xfrm>
        </p:grpSpPr>
        <p:sp>
          <p:nvSpPr>
            <p:cNvPr id="18" name="E">
              <a:extLst>
                <a:ext uri="{FF2B5EF4-FFF2-40B4-BE49-F238E27FC236}">
                  <a16:creationId xmlns:a16="http://schemas.microsoft.com/office/drawing/2014/main" id="{E9C53E49-C151-4E37-881B-C49FB0980AE7}"/>
                </a:ext>
              </a:extLst>
            </p:cNvPr>
            <p:cNvSpPr/>
            <p:nvPr userDrawn="1"/>
          </p:nvSpPr>
          <p:spPr>
            <a:xfrm>
              <a:off x="479425" y="6268777"/>
              <a:ext cx="120430" cy="151671"/>
            </a:xfrm>
            <a:custGeom>
              <a:avLst/>
              <a:gdLst>
                <a:gd name="connsiteX0" fmla="*/ 0 w 1035743"/>
                <a:gd name="connsiteY0" fmla="*/ 1295761 h 1304428"/>
                <a:gd name="connsiteX1" fmla="*/ 0 w 1035743"/>
                <a:gd name="connsiteY1" fmla="*/ 8667 h 1304428"/>
                <a:gd name="connsiteX2" fmla="*/ 732387 w 1035743"/>
                <a:gd name="connsiteY2" fmla="*/ 0 h 1304428"/>
                <a:gd name="connsiteX3" fmla="*/ 901399 w 1035743"/>
                <a:gd name="connsiteY3" fmla="*/ 277353 h 1304428"/>
                <a:gd name="connsiteX4" fmla="*/ 355360 w 1035743"/>
                <a:gd name="connsiteY4" fmla="*/ 286021 h 1304428"/>
                <a:gd name="connsiteX5" fmla="*/ 364027 w 1035743"/>
                <a:gd name="connsiteY5" fmla="*/ 524371 h 1304428"/>
                <a:gd name="connsiteX6" fmla="*/ 853729 w 1035743"/>
                <a:gd name="connsiteY6" fmla="*/ 515704 h 1304428"/>
                <a:gd name="connsiteX7" fmla="*/ 862397 w 1035743"/>
                <a:gd name="connsiteY7" fmla="*/ 780057 h 1304428"/>
                <a:gd name="connsiteX8" fmla="*/ 368361 w 1035743"/>
                <a:gd name="connsiteY8" fmla="*/ 784390 h 1304428"/>
                <a:gd name="connsiteX9" fmla="*/ 377028 w 1035743"/>
                <a:gd name="connsiteY9" fmla="*/ 1014074 h 1304428"/>
                <a:gd name="connsiteX10" fmla="*/ 1035743 w 1035743"/>
                <a:gd name="connsiteY10" fmla="*/ 1005406 h 1304428"/>
                <a:gd name="connsiteX11" fmla="*/ 1027075 w 1035743"/>
                <a:gd name="connsiteY11" fmla="*/ 1304428 h 1304428"/>
                <a:gd name="connsiteX12" fmla="*/ 0 w 1035743"/>
                <a:gd name="connsiteY12" fmla="*/ 1295761 h 130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5743" h="1304428">
                  <a:moveTo>
                    <a:pt x="0" y="1295761"/>
                  </a:moveTo>
                  <a:lnTo>
                    <a:pt x="0" y="8667"/>
                  </a:lnTo>
                  <a:lnTo>
                    <a:pt x="732387" y="0"/>
                  </a:lnTo>
                  <a:lnTo>
                    <a:pt x="901399" y="277353"/>
                  </a:lnTo>
                  <a:lnTo>
                    <a:pt x="355360" y="286021"/>
                  </a:lnTo>
                  <a:lnTo>
                    <a:pt x="364027" y="524371"/>
                  </a:lnTo>
                  <a:lnTo>
                    <a:pt x="853729" y="515704"/>
                  </a:lnTo>
                  <a:lnTo>
                    <a:pt x="862397" y="780057"/>
                  </a:lnTo>
                  <a:lnTo>
                    <a:pt x="368361" y="784390"/>
                  </a:lnTo>
                  <a:lnTo>
                    <a:pt x="377028" y="1014074"/>
                  </a:lnTo>
                  <a:lnTo>
                    <a:pt x="1035743" y="1005406"/>
                  </a:lnTo>
                  <a:lnTo>
                    <a:pt x="1027075" y="1304428"/>
                  </a:lnTo>
                  <a:lnTo>
                    <a:pt x="0" y="1295761"/>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19" name="Y">
              <a:extLst>
                <a:ext uri="{FF2B5EF4-FFF2-40B4-BE49-F238E27FC236}">
                  <a16:creationId xmlns:a16="http://schemas.microsoft.com/office/drawing/2014/main" id="{DE367CD7-34CB-4EBA-9642-B67D639992A7}"/>
                </a:ext>
              </a:extLst>
            </p:cNvPr>
            <p:cNvSpPr/>
            <p:nvPr userDrawn="1"/>
          </p:nvSpPr>
          <p:spPr>
            <a:xfrm>
              <a:off x="581211" y="6268273"/>
              <a:ext cx="151167" cy="151167"/>
            </a:xfrm>
            <a:custGeom>
              <a:avLst/>
              <a:gdLst>
                <a:gd name="connsiteX0" fmla="*/ 429031 w 1300094"/>
                <a:gd name="connsiteY0" fmla="*/ 0 h 1300095"/>
                <a:gd name="connsiteX1" fmla="*/ 628379 w 1300094"/>
                <a:gd name="connsiteY1" fmla="*/ 433365 h 1300095"/>
                <a:gd name="connsiteX2" fmla="*/ 871063 w 1300094"/>
                <a:gd name="connsiteY2" fmla="*/ 8667 h 1300095"/>
                <a:gd name="connsiteX3" fmla="*/ 1300094 w 1300094"/>
                <a:gd name="connsiteY3" fmla="*/ 13001 h 1300095"/>
                <a:gd name="connsiteX4" fmla="*/ 827727 w 1300094"/>
                <a:gd name="connsiteY4" fmla="*/ 762722 h 1300095"/>
                <a:gd name="connsiteX5" fmla="*/ 836394 w 1300094"/>
                <a:gd name="connsiteY5" fmla="*/ 1300095 h 1300095"/>
                <a:gd name="connsiteX6" fmla="*/ 459366 w 1300094"/>
                <a:gd name="connsiteY6" fmla="*/ 1300095 h 1300095"/>
                <a:gd name="connsiteX7" fmla="*/ 463700 w 1300094"/>
                <a:gd name="connsiteY7" fmla="*/ 801725 h 1300095"/>
                <a:gd name="connsiteX8" fmla="*/ 0 w 1300094"/>
                <a:gd name="connsiteY8" fmla="*/ 8667 h 1300095"/>
                <a:gd name="connsiteX9" fmla="*/ 429031 w 1300094"/>
                <a:gd name="connsiteY9" fmla="*/ 0 h 130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0094" h="1300095">
                  <a:moveTo>
                    <a:pt x="429031" y="0"/>
                  </a:moveTo>
                  <a:lnTo>
                    <a:pt x="628379" y="433365"/>
                  </a:lnTo>
                  <a:lnTo>
                    <a:pt x="871063" y="8667"/>
                  </a:lnTo>
                  <a:lnTo>
                    <a:pt x="1300094" y="13001"/>
                  </a:lnTo>
                  <a:lnTo>
                    <a:pt x="827727" y="762722"/>
                  </a:lnTo>
                  <a:lnTo>
                    <a:pt x="836394" y="1300095"/>
                  </a:lnTo>
                  <a:lnTo>
                    <a:pt x="459366" y="1300095"/>
                  </a:lnTo>
                  <a:cubicBezTo>
                    <a:pt x="460811" y="1133972"/>
                    <a:pt x="462255" y="967848"/>
                    <a:pt x="463700" y="801725"/>
                  </a:cubicBezTo>
                  <a:lnTo>
                    <a:pt x="0" y="8667"/>
                  </a:lnTo>
                  <a:lnTo>
                    <a:pt x="429031" y="0"/>
                  </a:lnTo>
                  <a:close/>
                </a:path>
              </a:pathLst>
            </a:custGeom>
            <a:solidFill>
              <a:schemeClr val="tx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sp>
          <p:nvSpPr>
            <p:cNvPr id="20" name="yellow">
              <a:extLst>
                <a:ext uri="{FF2B5EF4-FFF2-40B4-BE49-F238E27FC236}">
                  <a16:creationId xmlns:a16="http://schemas.microsoft.com/office/drawing/2014/main" id="{7994929B-E1E8-469B-9460-D089A4F1990F}"/>
                </a:ext>
              </a:extLst>
            </p:cNvPr>
            <p:cNvSpPr/>
            <p:nvPr userDrawn="1"/>
          </p:nvSpPr>
          <p:spPr>
            <a:xfrm>
              <a:off x="480433" y="6113075"/>
              <a:ext cx="296791" cy="108336"/>
            </a:xfrm>
            <a:custGeom>
              <a:avLst/>
              <a:gdLst>
                <a:gd name="connsiteX0" fmla="*/ 0 w 2552519"/>
                <a:gd name="connsiteY0" fmla="*/ 931735 h 931735"/>
                <a:gd name="connsiteX1" fmla="*/ 2552519 w 2552519"/>
                <a:gd name="connsiteY1" fmla="*/ 0 h 931735"/>
                <a:gd name="connsiteX2" fmla="*/ 2526517 w 2552519"/>
                <a:gd name="connsiteY2" fmla="*/ 485369 h 931735"/>
                <a:gd name="connsiteX3" fmla="*/ 0 w 2552519"/>
                <a:gd name="connsiteY3" fmla="*/ 931735 h 931735"/>
              </a:gdLst>
              <a:ahLst/>
              <a:cxnLst>
                <a:cxn ang="0">
                  <a:pos x="connsiteX0" y="connsiteY0"/>
                </a:cxn>
                <a:cxn ang="0">
                  <a:pos x="connsiteX1" y="connsiteY1"/>
                </a:cxn>
                <a:cxn ang="0">
                  <a:pos x="connsiteX2" y="connsiteY2"/>
                </a:cxn>
                <a:cxn ang="0">
                  <a:pos x="connsiteX3" y="connsiteY3"/>
                </a:cxn>
              </a:cxnLst>
              <a:rect l="l" t="t" r="r" b="b"/>
              <a:pathLst>
                <a:path w="2552519" h="931735">
                  <a:moveTo>
                    <a:pt x="0" y="931735"/>
                  </a:moveTo>
                  <a:lnTo>
                    <a:pt x="2552519" y="0"/>
                  </a:lnTo>
                  <a:lnTo>
                    <a:pt x="2526517" y="485369"/>
                  </a:lnTo>
                  <a:lnTo>
                    <a:pt x="0" y="93173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0"/>
              <a:endParaRPr lang="he-IL"/>
            </a:p>
          </p:txBody>
        </p:sp>
      </p:grpSp>
      <p:pic>
        <p:nvPicPr>
          <p:cNvPr id="21" name="Picture 2" descr="משרד ראש הממשלה – ויקיפדיה">
            <a:extLst>
              <a:ext uri="{FF2B5EF4-FFF2-40B4-BE49-F238E27FC236}">
                <a16:creationId xmlns:a16="http://schemas.microsoft.com/office/drawing/2014/main" id="{8FE887AE-8E47-4212-83BE-7E3D6620D2DE}"/>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783245" y="6268996"/>
            <a:ext cx="427322" cy="41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4338236"/>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Lst>
  <p:hf hdr="0" ftr="0" dt="0"/>
  <p:txStyles>
    <p:title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p:titleStyle>
    <p:bodyStyle>
      <a:lvl1pPr marL="0" indent="0" algn="r" defTabSz="914400" rtl="1" eaLnBrk="1" latinLnBrk="0" hangingPunct="1">
        <a:lnSpc>
          <a:spcPct val="90000"/>
        </a:lnSpc>
        <a:spcBef>
          <a:spcPts val="1000"/>
        </a:spcBef>
        <a:buFont typeface="Arial" panose="020B0604020202020204" pitchFamily="34" charset="0"/>
        <a:buNone/>
        <a:defRPr lang="en-US" sz="1600" b="0" kern="1200" dirty="0" smtClean="0">
          <a:solidFill>
            <a:schemeClr val="tx1"/>
          </a:solidFill>
          <a:latin typeface="Calibri" panose="020F0502020204030204" pitchFamily="34" charset="0"/>
          <a:ea typeface="+mn-ea"/>
          <a:cs typeface="Calibri" panose="020F0502020204030204" pitchFamily="34" charset="0"/>
        </a:defRPr>
      </a:lvl1pPr>
      <a:lvl2pPr marL="11112" indent="0" algn="r" defTabSz="914400" rtl="1" eaLnBrk="1" latinLnBrk="0" hangingPunct="1">
        <a:lnSpc>
          <a:spcPct val="90000"/>
        </a:lnSpc>
        <a:spcBef>
          <a:spcPts val="500"/>
        </a:spcBef>
        <a:buFont typeface="Arial" charset="0"/>
        <a:buNone/>
        <a:tabLst/>
        <a:defRPr lang="en-US" sz="1600" kern="1200" dirty="0" smtClean="0">
          <a:solidFill>
            <a:schemeClr val="tx1"/>
          </a:solidFill>
          <a:latin typeface="Calibri" panose="020F0502020204030204" pitchFamily="34" charset="0"/>
          <a:ea typeface="+mn-ea"/>
          <a:cs typeface="Calibri" panose="020F0502020204030204" pitchFamily="34" charset="0"/>
        </a:defRPr>
      </a:lvl2pPr>
      <a:lvl3pPr marL="174625" indent="0" algn="r" defTabSz="914400" rtl="1" eaLnBrk="1" latinLnBrk="0" hangingPunct="1">
        <a:lnSpc>
          <a:spcPct val="90000"/>
        </a:lnSpc>
        <a:spcBef>
          <a:spcPts val="500"/>
        </a:spcBef>
        <a:buFont typeface="Arial"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3pPr>
      <a:lvl4pPr marL="171450" indent="136525" algn="r" defTabSz="914400" rtl="1" eaLnBrk="1" latinLnBrk="0" hangingPunct="1">
        <a:lnSpc>
          <a:spcPct val="90000"/>
        </a:lnSpc>
        <a:spcBef>
          <a:spcPts val="500"/>
        </a:spcBef>
        <a:buFont typeface="Arial" panose="020B0604020202020204" pitchFamily="34"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4pPr>
      <a:lvl5pPr marL="406400" indent="0" algn="r" defTabSz="914400" rtl="1" eaLnBrk="1" latinLnBrk="0" hangingPunct="1">
        <a:lnSpc>
          <a:spcPct val="90000"/>
        </a:lnSpc>
        <a:spcBef>
          <a:spcPts val="500"/>
        </a:spcBef>
        <a:buFont typeface="Arial" panose="020B0604020202020204" pitchFamily="34" charset="0"/>
        <a:buNone/>
        <a:tabLst/>
        <a:defRPr lang="he-IL" sz="1600" b="0" kern="1200" dirty="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4" orient="horz" pos="3725">
          <p15:clr>
            <a:srgbClr val="F26B43"/>
          </p15:clr>
        </p15:guide>
        <p15:guide id="5" orient="horz" pos="913">
          <p15:clr>
            <a:srgbClr val="F26B43"/>
          </p15:clr>
        </p15:guide>
        <p15:guide id="6" orient="horz" pos="4042">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199714" y="397025"/>
            <a:ext cx="10515600" cy="555475"/>
          </a:xfrm>
          <a:prstGeom prst="rect">
            <a:avLst/>
          </a:prstGeom>
        </p:spPr>
        <p:txBody>
          <a:bodyPr vert="horz" lIns="0" tIns="0" rIns="0" bIns="0" rtlCol="1" anchor="t" anchorCtr="0">
            <a:noAutofit/>
          </a:bodyPr>
          <a:lstStyle/>
          <a:p>
            <a:r>
              <a:rPr lang="he-IL"/>
              <a:t>כותרת עד שש מילים</a:t>
            </a:r>
          </a:p>
        </p:txBody>
      </p:sp>
      <p:sp>
        <p:nvSpPr>
          <p:cNvPr id="6" name="Slide Numbe"/>
          <p:cNvSpPr>
            <a:spLocks noGrp="1"/>
          </p:cNvSpPr>
          <p:nvPr>
            <p:ph type="sldNum" sz="quarter" idx="4"/>
          </p:nvPr>
        </p:nvSpPr>
        <p:spPr>
          <a:xfrm>
            <a:off x="0" y="67580"/>
            <a:ext cx="490393" cy="365125"/>
          </a:xfrm>
          <a:prstGeom prst="rect">
            <a:avLst/>
          </a:prstGeom>
        </p:spPr>
        <p:txBody>
          <a:bodyPr vert="horz" lIns="0" tIns="0" rIns="0" bIns="0" rtlCol="1" anchor="ctr" anchorCtr="0"/>
          <a:lstStyle>
            <a:lvl1pPr algn="ctr">
              <a:defRPr sz="900">
                <a:solidFill>
                  <a:schemeClr val="tx1"/>
                </a:solidFill>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
        <p:nvSpPr>
          <p:cNvPr id="12" name="Date left" hidden="1"/>
          <p:cNvSpPr>
            <a:spLocks noGrp="1"/>
          </p:cNvSpPr>
          <p:nvPr>
            <p:ph type="dt" sz="half" idx="2"/>
          </p:nvPr>
        </p:nvSpPr>
        <p:spPr>
          <a:xfrm>
            <a:off x="897672" y="6234715"/>
            <a:ext cx="2743200" cy="365125"/>
          </a:xfrm>
          <a:prstGeom prst="rect">
            <a:avLst/>
          </a:prstGeom>
        </p:spPr>
        <p:txBody>
          <a:bodyPr vert="horz" lIns="0" tIns="0" rIns="0" bIns="0" rtlCol="1" anchor="b" anchorCtr="0"/>
          <a:lstStyle>
            <a:lvl1pPr algn="l" rtl="0">
              <a:defRPr sz="900" b="1">
                <a:solidFill>
                  <a:schemeClr val="tx1"/>
                </a:solidFill>
                <a:latin typeface="Calibri" panose="020F0502020204030204" pitchFamily="34" charset="0"/>
                <a:cs typeface="Calibri" panose="020F0502020204030204" pitchFamily="34" charset="0"/>
              </a:defRPr>
            </a:lvl1pPr>
          </a:lstStyle>
          <a:p>
            <a:endParaRPr lang="he-IL"/>
          </a:p>
        </p:txBody>
      </p:sp>
      <p:sp>
        <p:nvSpPr>
          <p:cNvPr id="23" name="Section Title" hidden="1"/>
          <p:cNvSpPr txBox="1">
            <a:spLocks/>
          </p:cNvSpPr>
          <p:nvPr userDrawn="1"/>
        </p:nvSpPr>
        <p:spPr>
          <a:xfrm>
            <a:off x="7648575" y="6445008"/>
            <a:ext cx="4064000" cy="148402"/>
          </a:xfrm>
          <a:prstGeom prst="rect">
            <a:avLst/>
          </a:prstGeom>
        </p:spPr>
        <p:txBody>
          <a:bodyPr vert="horz" lIns="0" tIns="0" rIns="0" bIns="0" rtlCol="1" anchor="b" anchorCtr="0"/>
          <a:lstStyle>
            <a:defPPr>
              <a:defRPr lang="he-IL"/>
            </a:defPPr>
            <a:lvl1pPr>
              <a:defRPr sz="900" b="1"/>
            </a:lvl1pPr>
          </a:lstStyle>
          <a:p>
            <a:pPr lvl="0"/>
            <a:r>
              <a:rPr lang="en-US">
                <a:latin typeface="Calibri" panose="020F0502020204030204" pitchFamily="34" charset="0"/>
                <a:cs typeface="Calibri" panose="020F0502020204030204" pitchFamily="34" charset="0"/>
              </a:rPr>
              <a:t>&lt;TEXT&gt;</a:t>
            </a:r>
            <a:endParaRPr lang="he-IL">
              <a:latin typeface="Calibri" panose="020F0502020204030204" pitchFamily="34" charset="0"/>
              <a:cs typeface="Calibri" panose="020F0502020204030204" pitchFamily="34" charset="0"/>
            </a:endParaRPr>
          </a:p>
        </p:txBody>
      </p:sp>
      <p:sp>
        <p:nvSpPr>
          <p:cNvPr id="4" name="Text Placeholder 3"/>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Straight Connector 13">
            <a:extLst>
              <a:ext uri="{FF2B5EF4-FFF2-40B4-BE49-F238E27FC236}">
                <a16:creationId xmlns:a16="http://schemas.microsoft.com/office/drawing/2014/main" id="{5BF6A5DF-0E84-40A5-8525-086D51BDC416}"/>
              </a:ext>
            </a:extLst>
          </p:cNvPr>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icture 8" descr="Logo&#10;&#10;Description automatically generated">
            <a:extLst>
              <a:ext uri="{FF2B5EF4-FFF2-40B4-BE49-F238E27FC236}">
                <a16:creationId xmlns:a16="http://schemas.microsoft.com/office/drawing/2014/main" id="{DDFFD137-0FBA-45D7-93F1-DF88B7A730C2}"/>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289136" y="6157876"/>
            <a:ext cx="423050" cy="495703"/>
          </a:xfrm>
          <a:prstGeom prst="rect">
            <a:avLst/>
          </a:prstGeom>
        </p:spPr>
      </p:pic>
    </p:spTree>
    <p:extLst>
      <p:ext uri="{BB962C8B-B14F-4D97-AF65-F5344CB8AC3E}">
        <p14:creationId xmlns:p14="http://schemas.microsoft.com/office/powerpoint/2010/main" val="870105392"/>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Lst>
  <p:hf hdr="0" ftr="0" dt="0"/>
  <p:txStyles>
    <p:titleStyle>
      <a:lvl1pPr algn="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p:titleStyle>
    <p:bodyStyle>
      <a:lvl1pPr marL="0" indent="0" algn="r" defTabSz="914400" rtl="1" eaLnBrk="1" latinLnBrk="0" hangingPunct="1">
        <a:lnSpc>
          <a:spcPct val="90000"/>
        </a:lnSpc>
        <a:spcBef>
          <a:spcPts val="1000"/>
        </a:spcBef>
        <a:buFont typeface="Arial" panose="020B0604020202020204" pitchFamily="34" charset="0"/>
        <a:buNone/>
        <a:defRPr lang="en-US" sz="1600" b="0" kern="1200" dirty="0" smtClean="0">
          <a:solidFill>
            <a:schemeClr val="tx1"/>
          </a:solidFill>
          <a:latin typeface="Calibri" panose="020F0502020204030204" pitchFamily="34" charset="0"/>
          <a:ea typeface="+mn-ea"/>
          <a:cs typeface="Calibri" panose="020F0502020204030204" pitchFamily="34" charset="0"/>
        </a:defRPr>
      </a:lvl1pPr>
      <a:lvl2pPr marL="11112" indent="0" algn="r" defTabSz="914400" rtl="1" eaLnBrk="1" latinLnBrk="0" hangingPunct="1">
        <a:lnSpc>
          <a:spcPct val="90000"/>
        </a:lnSpc>
        <a:spcBef>
          <a:spcPts val="500"/>
        </a:spcBef>
        <a:buFont typeface="Arial" charset="0"/>
        <a:buNone/>
        <a:tabLst/>
        <a:defRPr lang="en-US" sz="1600" kern="1200" dirty="0" smtClean="0">
          <a:solidFill>
            <a:schemeClr val="tx1"/>
          </a:solidFill>
          <a:latin typeface="Calibri" panose="020F0502020204030204" pitchFamily="34" charset="0"/>
          <a:ea typeface="+mn-ea"/>
          <a:cs typeface="Calibri" panose="020F0502020204030204" pitchFamily="34" charset="0"/>
        </a:defRPr>
      </a:lvl2pPr>
      <a:lvl3pPr marL="174625" indent="0" algn="r" defTabSz="914400" rtl="1" eaLnBrk="1" latinLnBrk="0" hangingPunct="1">
        <a:lnSpc>
          <a:spcPct val="90000"/>
        </a:lnSpc>
        <a:spcBef>
          <a:spcPts val="500"/>
        </a:spcBef>
        <a:buFont typeface="Arial"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3pPr>
      <a:lvl4pPr marL="171450" indent="136525" algn="r" defTabSz="914400" rtl="1" eaLnBrk="1" latinLnBrk="0" hangingPunct="1">
        <a:lnSpc>
          <a:spcPct val="90000"/>
        </a:lnSpc>
        <a:spcBef>
          <a:spcPts val="500"/>
        </a:spcBef>
        <a:buFont typeface="Arial" panose="020B0604020202020204" pitchFamily="34" charset="0"/>
        <a:buNone/>
        <a:tabLst/>
        <a:defRPr lang="en-US" sz="1600" b="0" kern="1200" dirty="0" smtClean="0">
          <a:solidFill>
            <a:schemeClr val="tx1"/>
          </a:solidFill>
          <a:latin typeface="Calibri" panose="020F0502020204030204" pitchFamily="34" charset="0"/>
          <a:ea typeface="+mn-ea"/>
          <a:cs typeface="Calibri" panose="020F0502020204030204" pitchFamily="34" charset="0"/>
        </a:defRPr>
      </a:lvl4pPr>
      <a:lvl5pPr marL="406400" indent="0" algn="r" defTabSz="914400" rtl="1" eaLnBrk="1" latinLnBrk="0" hangingPunct="1">
        <a:lnSpc>
          <a:spcPct val="90000"/>
        </a:lnSpc>
        <a:spcBef>
          <a:spcPts val="500"/>
        </a:spcBef>
        <a:buFont typeface="Arial" panose="020B0604020202020204" pitchFamily="34" charset="0"/>
        <a:buNone/>
        <a:tabLst/>
        <a:defRPr lang="he-IL" sz="1600" b="0" kern="1200" dirty="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4" orient="horz" pos="3725">
          <p15:clr>
            <a:srgbClr val="F26B43"/>
          </p15:clr>
        </p15:guide>
        <p15:guide id="5" orient="horz" pos="913">
          <p15:clr>
            <a:srgbClr val="F26B43"/>
          </p15:clr>
        </p15:guide>
        <p15:guide id="6" orient="horz" pos="4042">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80.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6.png"/><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6.png"/><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6.png"/><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brightnessContrast bright="-3500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defTabSz="914400" rtl="1" eaLnBrk="1" latinLnBrk="0" hangingPunct="1">
              <a:lnSpc>
                <a:spcPct val="90000"/>
              </a:lnSpc>
              <a:spcBef>
                <a:spcPct val="0"/>
              </a:spcBef>
              <a:buNone/>
            </a:pPr>
            <a:r>
              <a:rPr lang="he-IL" sz="4000" dirty="0">
                <a:solidFill>
                  <a:schemeClr val="bg2"/>
                </a:solidFill>
                <a:latin typeface="Calibri" panose="020F0502020204030204" pitchFamily="34" charset="0"/>
                <a:cs typeface="Calibri" panose="020F0502020204030204" pitchFamily="34" charset="0"/>
              </a:rPr>
              <a:t>הצעה למתן שירותי ייעוץ, ליווי ומעטפת מקצועית עבור המוסד לביטוח לאומי ומשרד הרווחה והביטחון החברתי</a:t>
            </a:r>
            <a:endParaRPr lang="en-US" sz="4000" dirty="0">
              <a:solidFill>
                <a:schemeClr val="bg2"/>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fld id="{18F36642-002E-4C98-915B-826072CB88D7}" type="slidenum">
              <a:rPr kumimoji="0" lang="he-IL" sz="900" b="0" i="0" u="none" strike="noStrike" kern="1200" cap="none" spc="0" normalizeH="0" baseline="0" noProof="0" smtClean="0">
                <a:ln>
                  <a:noFill/>
                </a:ln>
                <a:solidFill>
                  <a:srgbClr val="282828"/>
                </a:solidFill>
                <a:effectLst/>
                <a:uLnTx/>
                <a:uFillTx/>
                <a:latin typeface="Calibri" panose="020F0502020204030204" pitchFamily="34" charset="0"/>
                <a:ea typeface="+mn-ea"/>
                <a:cs typeface="Calibri" panose="020F050202020403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1</a:t>
            </a:fld>
            <a:endParaRPr kumimoji="0" lang="he-IL" sz="900" b="0" i="0" u="none" strike="noStrike" kern="1200" cap="none" spc="0" normalizeH="0" baseline="0" noProof="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5" name="Title 1">
            <a:extLst>
              <a:ext uri="{FF2B5EF4-FFF2-40B4-BE49-F238E27FC236}">
                <a16:creationId xmlns:a16="http://schemas.microsoft.com/office/drawing/2014/main" id="{E00BE5DF-AFDA-4C5E-8078-F62CBFF32DAE}"/>
              </a:ext>
            </a:extLst>
          </p:cNvPr>
          <p:cNvSpPr txBox="1">
            <a:spLocks/>
          </p:cNvSpPr>
          <p:nvPr/>
        </p:nvSpPr>
        <p:spPr>
          <a:xfrm>
            <a:off x="1524000" y="2807561"/>
            <a:ext cx="9144000" cy="634981"/>
          </a:xfrm>
          <a:prstGeom prst="rect">
            <a:avLst/>
          </a:prstGeom>
        </p:spPr>
        <p:txBody>
          <a:bodyPr vert="horz" lIns="0" tIns="0" rIns="0" bIns="0" rtlCol="1" anchor="b" anchorCtr="0">
            <a:normAutofit/>
          </a:bodyPr>
          <a:lstStyle>
            <a:lvl1pPr algn="ctr" defTabSz="914400" rtl="1" eaLnBrk="1" latinLnBrk="0" hangingPunct="1">
              <a:lnSpc>
                <a:spcPct val="90000"/>
              </a:lnSpc>
              <a:spcBef>
                <a:spcPct val="0"/>
              </a:spcBef>
              <a:buNone/>
              <a:defRPr sz="3200" b="1" kern="1200" baseline="0">
                <a:solidFill>
                  <a:schemeClr val="tx1"/>
                </a:solidFill>
                <a:latin typeface="Calibri" panose="020F0502020204030204" pitchFamily="34" charset="0"/>
                <a:ea typeface="+mj-ea"/>
                <a:cs typeface="Calibri" panose="020F0502020204030204" pitchFamily="34" charset="0"/>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Calibri" panose="020F0502020204030204" pitchFamily="34" charset="0"/>
              <a:ea typeface="+mj-ea"/>
              <a:cs typeface="Calibri" panose="020F0502020204030204" pitchFamily="34" charset="0"/>
            </a:endParaRPr>
          </a:p>
        </p:txBody>
      </p:sp>
      <p:sp>
        <p:nvSpPr>
          <p:cNvPr id="3" name="TextBox 2">
            <a:extLst>
              <a:ext uri="{FF2B5EF4-FFF2-40B4-BE49-F238E27FC236}">
                <a16:creationId xmlns:a16="http://schemas.microsoft.com/office/drawing/2014/main" id="{FB60D163-A5B8-4777-AECB-AA05D9AC9E00}"/>
              </a:ext>
            </a:extLst>
          </p:cNvPr>
          <p:cNvSpPr txBox="1"/>
          <p:nvPr/>
        </p:nvSpPr>
        <p:spPr>
          <a:xfrm>
            <a:off x="3082566" y="2890475"/>
            <a:ext cx="6026868" cy="138499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FFFFFF"/>
                </a:solidFill>
                <a:effectLst/>
                <a:uLnTx/>
                <a:uFillTx/>
                <a:latin typeface="Calibri"/>
                <a:ea typeface="+mn-ea"/>
                <a:cs typeface="Calibri"/>
              </a:rPr>
              <a:t>שירותים חברתיים בקהילה לאזרחים ותיקים </a:t>
            </a:r>
            <a:r>
              <a:rPr lang="he-IL" sz="2800" b="1" dirty="0">
                <a:solidFill>
                  <a:srgbClr val="FFFFFF"/>
                </a:solidFill>
                <a:latin typeface="Calibri"/>
                <a:cs typeface="Calibri"/>
              </a:rPr>
              <a:t>מאי 2023</a:t>
            </a:r>
            <a:endParaRPr kumimoji="0" lang="he-IL" sz="2800" b="1" i="0" u="none" strike="noStrike" kern="1200" cap="none" spc="0" normalizeH="0" baseline="0" noProof="0" dirty="0">
              <a:ln>
                <a:noFill/>
              </a:ln>
              <a:solidFill>
                <a:srgbClr val="FFFFFF"/>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lang="he-IL" sz="2800" dirty="0">
              <a:solidFill>
                <a:srgbClr val="FFFFFF"/>
              </a:solidFill>
              <a:latin typeface="Calibri"/>
              <a:cs typeface="Calibri"/>
            </a:endParaRPr>
          </a:p>
        </p:txBody>
      </p:sp>
      <p:sp>
        <p:nvSpPr>
          <p:cNvPr id="6" name="Rectangle 5">
            <a:extLst>
              <a:ext uri="{FF2B5EF4-FFF2-40B4-BE49-F238E27FC236}">
                <a16:creationId xmlns:a16="http://schemas.microsoft.com/office/drawing/2014/main" id="{A8538D83-77AF-4C4D-9E04-D29B73AD5027}"/>
              </a:ext>
            </a:extLst>
          </p:cNvPr>
          <p:cNvSpPr/>
          <p:nvPr/>
        </p:nvSpPr>
        <p:spPr>
          <a:xfrm>
            <a:off x="781050" y="5978506"/>
            <a:ext cx="762000" cy="742950"/>
          </a:xfrm>
          <a:prstGeom prst="rect">
            <a:avLst/>
          </a:prstGeom>
          <a:solidFill>
            <a:srgbClr val="10122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131046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621DE-8157-4300-9333-E44830EF8371}"/>
              </a:ext>
            </a:extLst>
          </p:cNvPr>
          <p:cNvSpPr>
            <a:spLocks noGrp="1"/>
          </p:cNvSpPr>
          <p:nvPr>
            <p:ph type="title"/>
          </p:nvPr>
        </p:nvSpPr>
        <p:spPr>
          <a:xfrm>
            <a:off x="1199714" y="482750"/>
            <a:ext cx="10515600" cy="555475"/>
          </a:xfrm>
        </p:spPr>
        <p:txBody>
          <a:bodyPr/>
          <a:lstStyle/>
          <a:p>
            <a:r>
              <a:rPr lang="he-IL" dirty="0"/>
              <a:t>מטרה</a:t>
            </a:r>
          </a:p>
        </p:txBody>
      </p:sp>
      <p:sp>
        <p:nvSpPr>
          <p:cNvPr id="3" name="Slide Number Placeholder 2">
            <a:extLst>
              <a:ext uri="{FF2B5EF4-FFF2-40B4-BE49-F238E27FC236}">
                <a16:creationId xmlns:a16="http://schemas.microsoft.com/office/drawing/2014/main" id="{B6A2FFE3-C1C0-4F63-BADB-E003945A42D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F36642-002E-4C98-915B-826072CB88D7}" type="slidenum">
              <a:rPr kumimoji="0" lang="he-IL" sz="900" b="0" i="0" u="none" strike="noStrike" kern="1200" cap="none" spc="0" normalizeH="0" baseline="0" noProof="0" smtClean="0">
                <a:ln>
                  <a:noFill/>
                </a:ln>
                <a:solidFill>
                  <a:srgbClr val="282828"/>
                </a:solidFill>
                <a:effectLst/>
                <a:uLnTx/>
                <a:uFillTx/>
                <a:latin typeface="Calibri" panose="020F0502020204030204" pitchFamily="34" charset="0"/>
                <a:ea typeface="+mn-ea"/>
                <a:cs typeface="Calibri" panose="020F050202020403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he-IL" sz="900" b="0" i="0" u="none" strike="noStrike" kern="1200" cap="none" spc="0" normalizeH="0" baseline="0" noProof="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4" name="TextBox 3">
            <a:extLst>
              <a:ext uri="{FF2B5EF4-FFF2-40B4-BE49-F238E27FC236}">
                <a16:creationId xmlns:a16="http://schemas.microsoft.com/office/drawing/2014/main" id="{101B7DD0-B01A-4EC6-8927-EB795A0775A8}"/>
              </a:ext>
            </a:extLst>
          </p:cNvPr>
          <p:cNvSpPr txBox="1"/>
          <p:nvPr/>
        </p:nvSpPr>
        <p:spPr>
          <a:xfrm>
            <a:off x="2049900" y="2176914"/>
            <a:ext cx="8815227" cy="1938992"/>
          </a:xfrm>
          <a:prstGeom prst="rect">
            <a:avLst/>
          </a:prstGeom>
          <a:noFill/>
        </p:spPr>
        <p:txBody>
          <a:bodyPr wrap="square" rtlCol="1">
            <a:spAutoFit/>
          </a:bodyPr>
          <a:lstStyle/>
          <a:p>
            <a:pPr algn="ctr"/>
            <a:r>
              <a:rPr lang="he-IL" sz="2400" b="1" dirty="0">
                <a:latin typeface="Calibri" panose="020F0502020204030204" pitchFamily="34" charset="0"/>
                <a:cs typeface="Calibri" panose="020F0502020204030204" pitchFamily="34" charset="0"/>
              </a:rPr>
              <a:t>גיבוש תוכנית אופרטיבית </a:t>
            </a:r>
            <a:r>
              <a:rPr lang="he-IL" sz="2400" dirty="0">
                <a:latin typeface="Calibri" panose="020F0502020204030204" pitchFamily="34" charset="0"/>
                <a:cs typeface="Calibri" panose="020F0502020204030204" pitchFamily="34" charset="0"/>
              </a:rPr>
              <a:t>להרחבת היצע (איכות, מבחר ופריסה) השירותים החברתיים בקהילה, ובכלל זה הרחבת שירות קהילות תומכות, לאזרחים ותיקים הזכאים לקצבת סיעוד במטרה לקדם דחיקת תלות, שייכות, משמעות, בריאות וחוסן אצל מקבלי השירות לצד </a:t>
            </a:r>
            <a:r>
              <a:rPr lang="he-IL" sz="2400" b="1" dirty="0">
                <a:latin typeface="Calibri" panose="020F0502020204030204" pitchFamily="34" charset="0"/>
                <a:cs typeface="Calibri" panose="020F0502020204030204" pitchFamily="34" charset="0"/>
              </a:rPr>
              <a:t>מעבר מקבלת קצבה כספית לצריכת שירותים חברתיים בקהילה</a:t>
            </a:r>
          </a:p>
        </p:txBody>
      </p:sp>
      <p:cxnSp>
        <p:nvCxnSpPr>
          <p:cNvPr id="6" name="Straight Connector 5">
            <a:extLst>
              <a:ext uri="{FF2B5EF4-FFF2-40B4-BE49-F238E27FC236}">
                <a16:creationId xmlns:a16="http://schemas.microsoft.com/office/drawing/2014/main" id="{08018FBA-534D-4DFC-BB92-0F4D44BC1131}"/>
              </a:ext>
            </a:extLst>
          </p:cNvPr>
          <p:cNvCxnSpPr>
            <a:cxnSpLocks/>
          </p:cNvCxnSpPr>
          <p:nvPr/>
        </p:nvCxnSpPr>
        <p:spPr>
          <a:xfrm flipH="1">
            <a:off x="4833596" y="4119867"/>
            <a:ext cx="3334359" cy="0"/>
          </a:xfrm>
          <a:prstGeom prst="line">
            <a:avLst/>
          </a:prstGeom>
          <a:noFill/>
          <a:ln w="127000" cap="flat" cmpd="sng" algn="ctr">
            <a:solidFill>
              <a:srgbClr val="FAC300"/>
            </a:solidFill>
            <a:prstDash val="solid"/>
            <a:miter lim="800000"/>
          </a:ln>
          <a:effectLst/>
        </p:spPr>
      </p:cxnSp>
    </p:spTree>
    <p:extLst>
      <p:ext uri="{BB962C8B-B14F-4D97-AF65-F5344CB8AC3E}">
        <p14:creationId xmlns:p14="http://schemas.microsoft.com/office/powerpoint/2010/main" val="2327950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D6ED4A8D-9914-4B80-A2B0-AF4302D2BA94}"/>
              </a:ext>
            </a:extLst>
          </p:cNvPr>
          <p:cNvSpPr/>
          <p:nvPr/>
        </p:nvSpPr>
        <p:spPr>
          <a:xfrm rot="5400000">
            <a:off x="622318" y="2030016"/>
            <a:ext cx="2398867" cy="1678228"/>
          </a:xfrm>
          <a:prstGeom prst="rect">
            <a:avLst/>
          </a:prstGeom>
          <a:solidFill>
            <a:srgbClr val="E6F1F1"/>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 name="Title 1">
            <a:extLst>
              <a:ext uri="{FF2B5EF4-FFF2-40B4-BE49-F238E27FC236}">
                <a16:creationId xmlns:a16="http://schemas.microsoft.com/office/drawing/2014/main" id="{0A2F7227-3B7D-4EA4-B57E-CFC80B980F39}"/>
              </a:ext>
            </a:extLst>
          </p:cNvPr>
          <p:cNvSpPr>
            <a:spLocks noGrp="1"/>
          </p:cNvSpPr>
          <p:nvPr>
            <p:ph type="title"/>
          </p:nvPr>
        </p:nvSpPr>
        <p:spPr/>
        <p:txBody>
          <a:bodyPr/>
          <a:lstStyle/>
          <a:p>
            <a:r>
              <a:rPr lang="he-IL" dirty="0"/>
              <a:t>תהליך העבודה </a:t>
            </a:r>
            <a:r>
              <a:rPr lang="he-IL" sz="2400" dirty="0"/>
              <a:t>(פירוט בשקפים הבאים)</a:t>
            </a:r>
            <a:endParaRPr lang="he-IL" dirty="0"/>
          </a:p>
        </p:txBody>
      </p:sp>
      <p:sp>
        <p:nvSpPr>
          <p:cNvPr id="3" name="Slide Number Placeholder 2">
            <a:extLst>
              <a:ext uri="{FF2B5EF4-FFF2-40B4-BE49-F238E27FC236}">
                <a16:creationId xmlns:a16="http://schemas.microsoft.com/office/drawing/2014/main" id="{60BB8803-CDB5-448B-98DC-3E859290ECAA}"/>
              </a:ext>
            </a:extLst>
          </p:cNvPr>
          <p:cNvSpPr>
            <a:spLocks noGrp="1"/>
          </p:cNvSpPr>
          <p:nvPr>
            <p:ph type="sldNum" sz="quarter" idx="12"/>
          </p:nvPr>
        </p:nvSpPr>
        <p:spPr>
          <a:xfrm>
            <a:off x="-9019" y="-704763"/>
            <a:ext cx="49039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F36642-002E-4C98-915B-826072CB88D7}" type="slidenum">
              <a:rPr kumimoji="0" lang="he-IL" sz="900" b="0" i="0" u="none" strike="noStrike" kern="1200" cap="none" spc="0" normalizeH="0" baseline="0" noProof="0" smtClean="0">
                <a:ln>
                  <a:noFill/>
                </a:ln>
                <a:solidFill>
                  <a:srgbClr val="282828"/>
                </a:solidFill>
                <a:effectLst/>
                <a:uLnTx/>
                <a:uFillTx/>
                <a:latin typeface="Calibri" panose="020F0502020204030204" pitchFamily="34" charset="0"/>
                <a:ea typeface="+mn-ea"/>
                <a:cs typeface="Calibri" panose="020F050202020403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he-IL" sz="900" b="0" i="0" u="none" strike="noStrike" kern="1200" cap="none" spc="0" normalizeH="0" baseline="0" noProof="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26" name="TextBox 25">
            <a:extLst>
              <a:ext uri="{FF2B5EF4-FFF2-40B4-BE49-F238E27FC236}">
                <a16:creationId xmlns:a16="http://schemas.microsoft.com/office/drawing/2014/main" id="{C8F49978-507E-46BE-9486-B87B8FF58218}"/>
              </a:ext>
            </a:extLst>
          </p:cNvPr>
          <p:cNvSpPr txBox="1"/>
          <p:nvPr/>
        </p:nvSpPr>
        <p:spPr>
          <a:xfrm>
            <a:off x="9006338" y="4026051"/>
            <a:ext cx="2354146"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54" name="Rectangle 53">
            <a:extLst>
              <a:ext uri="{FF2B5EF4-FFF2-40B4-BE49-F238E27FC236}">
                <a16:creationId xmlns:a16="http://schemas.microsoft.com/office/drawing/2014/main" id="{63413BF0-5DEE-47FB-99A3-EE6E60E40975}"/>
              </a:ext>
            </a:extLst>
          </p:cNvPr>
          <p:cNvSpPr/>
          <p:nvPr/>
        </p:nvSpPr>
        <p:spPr>
          <a:xfrm rot="5400000">
            <a:off x="9468742" y="2295967"/>
            <a:ext cx="2416958" cy="1128231"/>
          </a:xfrm>
          <a:prstGeom prst="rect">
            <a:avLst/>
          </a:prstGeom>
          <a:solidFill>
            <a:schemeClr val="accent2"/>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6" name="TextBox 55">
            <a:extLst>
              <a:ext uri="{FF2B5EF4-FFF2-40B4-BE49-F238E27FC236}">
                <a16:creationId xmlns:a16="http://schemas.microsoft.com/office/drawing/2014/main" id="{F2D14569-67CC-48A2-A230-EA3F10AC7709}"/>
              </a:ext>
            </a:extLst>
          </p:cNvPr>
          <p:cNvSpPr txBox="1"/>
          <p:nvPr/>
        </p:nvSpPr>
        <p:spPr>
          <a:xfrm>
            <a:off x="10113671" y="1646556"/>
            <a:ext cx="1202560" cy="2308324"/>
          </a:xfrm>
          <a:prstGeom prst="rect">
            <a:avLst/>
          </a:prstGeom>
          <a:noFill/>
        </p:spPr>
        <p:txBody>
          <a:bodyPr wrap="square" rtlCol="1">
            <a:spAutoFit/>
          </a:bodyPr>
          <a:lstStyle/>
          <a:p>
            <a:pPr marR="0" lvl="0" algn="ct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התנעה: למידת חומרים קיימים ועבודות קודמות שנעשו ושיח עם מובילי </a:t>
            </a:r>
            <a:r>
              <a:rPr lang="he-IL" sz="1600" dirty="0" err="1">
                <a:solidFill>
                  <a:srgbClr val="282828"/>
                </a:solidFill>
                <a:latin typeface="Calibri" panose="020F0502020204030204" pitchFamily="34" charset="0"/>
                <a:cs typeface="Calibri" panose="020F0502020204030204" pitchFamily="34" charset="0"/>
              </a:rPr>
              <a:t>הפרוייקט</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57" name="TextBox 56">
            <a:extLst>
              <a:ext uri="{FF2B5EF4-FFF2-40B4-BE49-F238E27FC236}">
                <a16:creationId xmlns:a16="http://schemas.microsoft.com/office/drawing/2014/main" id="{DC479040-D702-418F-8F21-76D3083BF3B8}"/>
              </a:ext>
            </a:extLst>
          </p:cNvPr>
          <p:cNvSpPr txBox="1"/>
          <p:nvPr/>
        </p:nvSpPr>
        <p:spPr>
          <a:xfrm>
            <a:off x="993745" y="1768938"/>
            <a:ext cx="1622389" cy="2554545"/>
          </a:xfrm>
          <a:prstGeom prst="rect">
            <a:avLst/>
          </a:prstGeom>
          <a:noFill/>
        </p:spPr>
        <p:txBody>
          <a:bodyPr wrap="square" rtlCol="1">
            <a:spAutoFit/>
          </a:bodyPr>
          <a:lstStyle/>
          <a:p>
            <a:pPr marR="0" lvl="0" algn="ctr" defTabSz="914400" rtl="1" eaLnBrk="1" fontAlgn="auto" latinLnBrk="0" hangingPunct="1">
              <a:lnSpc>
                <a:spcPct val="100000"/>
              </a:lnSpc>
              <a:spcBef>
                <a:spcPts val="0"/>
              </a:spcBef>
              <a:spcAft>
                <a:spcPts val="0"/>
              </a:spcAft>
              <a:buClrTx/>
              <a:buSzTx/>
              <a:tabLst/>
              <a:defRPr/>
            </a:pPr>
            <a:r>
              <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גיבוש</a:t>
            </a:r>
          </a:p>
          <a:p>
            <a:pPr marR="0" lvl="0" algn="ctr" defTabSz="914400" rtl="1" eaLnBrk="1" fontAlgn="auto" latinLnBrk="0" hangingPunct="1">
              <a:lnSpc>
                <a:spcPct val="100000"/>
              </a:lnSpc>
              <a:spcBef>
                <a:spcPts val="0"/>
              </a:spcBef>
              <a:spcAft>
                <a:spcPts val="0"/>
              </a:spcAft>
              <a:buClrTx/>
              <a:buSzTx/>
              <a:tabLst/>
              <a:defRPr/>
            </a:pPr>
            <a:r>
              <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מודל שירות</a:t>
            </a:r>
          </a:p>
          <a:p>
            <a:pPr marR="0" lvl="0" algn="ct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מודל מכרזי-התקשרותי</a:t>
            </a:r>
          </a:p>
          <a:p>
            <a:pPr algn="ctr" rtl="1">
              <a:defRPr/>
            </a:pPr>
            <a:r>
              <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מודל מדידה + תמריצים </a:t>
            </a:r>
            <a:r>
              <a:rPr kumimoji="0" lang="he-IL" sz="1600" b="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ותכנית</a:t>
            </a:r>
            <a:r>
              <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יישומית למימושם שתאפשר הרחבת השירותים</a:t>
            </a:r>
          </a:p>
          <a:p>
            <a:pPr marR="0" lvl="0" algn="ctr" defTabSz="914400" rtl="1" eaLnBrk="1" fontAlgn="auto" latinLnBrk="0" hangingPunct="1">
              <a:lnSpc>
                <a:spcPct val="100000"/>
              </a:lnSpc>
              <a:spcBef>
                <a:spcPts val="0"/>
              </a:spcBef>
              <a:spcAft>
                <a:spcPts val="0"/>
              </a:spcAft>
              <a:buClrTx/>
              <a:buSzTx/>
              <a:tabLst/>
              <a:defRPr/>
            </a:pP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grpSp>
        <p:nvGrpSpPr>
          <p:cNvPr id="8" name="Group 7">
            <a:extLst>
              <a:ext uri="{FF2B5EF4-FFF2-40B4-BE49-F238E27FC236}">
                <a16:creationId xmlns:a16="http://schemas.microsoft.com/office/drawing/2014/main" id="{5F7BC2B3-EA79-4FEC-BE28-E129C0C8649A}"/>
              </a:ext>
            </a:extLst>
          </p:cNvPr>
          <p:cNvGrpSpPr/>
          <p:nvPr/>
        </p:nvGrpSpPr>
        <p:grpSpPr>
          <a:xfrm>
            <a:off x="2715655" y="2949029"/>
            <a:ext cx="7368648" cy="1140929"/>
            <a:chOff x="1954217" y="2863564"/>
            <a:chExt cx="7202744" cy="1140929"/>
          </a:xfrm>
        </p:grpSpPr>
        <p:sp>
          <p:nvSpPr>
            <p:cNvPr id="33" name="Rectangle 32">
              <a:extLst>
                <a:ext uri="{FF2B5EF4-FFF2-40B4-BE49-F238E27FC236}">
                  <a16:creationId xmlns:a16="http://schemas.microsoft.com/office/drawing/2014/main" id="{7C5F37E4-23C2-473B-875C-B3B0483EDC5D}"/>
                </a:ext>
              </a:extLst>
            </p:cNvPr>
            <p:cNvSpPr/>
            <p:nvPr/>
          </p:nvSpPr>
          <p:spPr>
            <a:xfrm>
              <a:off x="1954217" y="2863564"/>
              <a:ext cx="7161026" cy="111953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8" name="TextBox 57">
              <a:extLst>
                <a:ext uri="{FF2B5EF4-FFF2-40B4-BE49-F238E27FC236}">
                  <a16:creationId xmlns:a16="http://schemas.microsoft.com/office/drawing/2014/main" id="{D0B4924E-A7CF-46E7-ABB6-763822D7D8C2}"/>
                </a:ext>
              </a:extLst>
            </p:cNvPr>
            <p:cNvSpPr txBox="1"/>
            <p:nvPr/>
          </p:nvSpPr>
          <p:spPr>
            <a:xfrm>
              <a:off x="6583648" y="2869751"/>
              <a:ext cx="2557875"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kumimoji="0" lang="he-IL" sz="1600" b="1" i="0" u="sng"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ניתוח כלכלי:</a:t>
              </a:r>
            </a:p>
          </p:txBody>
        </p:sp>
        <p:sp>
          <p:nvSpPr>
            <p:cNvPr id="63" name="TextBox 62">
              <a:extLst>
                <a:ext uri="{FF2B5EF4-FFF2-40B4-BE49-F238E27FC236}">
                  <a16:creationId xmlns:a16="http://schemas.microsoft.com/office/drawing/2014/main" id="{C2933EBB-4584-4ABF-BCDD-FAF2106B2F8F}"/>
                </a:ext>
              </a:extLst>
            </p:cNvPr>
            <p:cNvSpPr txBox="1"/>
            <p:nvPr/>
          </p:nvSpPr>
          <p:spPr>
            <a:xfrm>
              <a:off x="6218902" y="3173496"/>
              <a:ext cx="2938059" cy="830997"/>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ניתוח ההשפעה הכלכלית-משקית של הרחבת צריכת שירותים חברתיים בקהילה</a:t>
              </a:r>
            </a:p>
          </p:txBody>
        </p:sp>
      </p:grpSp>
      <p:grpSp>
        <p:nvGrpSpPr>
          <p:cNvPr id="11" name="Group 10">
            <a:extLst>
              <a:ext uri="{FF2B5EF4-FFF2-40B4-BE49-F238E27FC236}">
                <a16:creationId xmlns:a16="http://schemas.microsoft.com/office/drawing/2014/main" id="{C93BA72F-2775-4204-8F25-229382323E5B}"/>
              </a:ext>
            </a:extLst>
          </p:cNvPr>
          <p:cNvGrpSpPr/>
          <p:nvPr/>
        </p:nvGrpSpPr>
        <p:grpSpPr>
          <a:xfrm>
            <a:off x="2739870" y="4229477"/>
            <a:ext cx="7328640" cy="905039"/>
            <a:chOff x="2170843" y="5281266"/>
            <a:chExt cx="6970681" cy="905039"/>
          </a:xfrm>
        </p:grpSpPr>
        <p:sp>
          <p:nvSpPr>
            <p:cNvPr id="53" name="Rectangle 52">
              <a:extLst>
                <a:ext uri="{FF2B5EF4-FFF2-40B4-BE49-F238E27FC236}">
                  <a16:creationId xmlns:a16="http://schemas.microsoft.com/office/drawing/2014/main" id="{EC535648-5A0A-41DE-A15B-C4FD7ECDBC8A}"/>
                </a:ext>
              </a:extLst>
            </p:cNvPr>
            <p:cNvSpPr/>
            <p:nvPr/>
          </p:nvSpPr>
          <p:spPr>
            <a:xfrm>
              <a:off x="2170843" y="5283932"/>
              <a:ext cx="6944400" cy="900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60" name="TextBox 59">
              <a:extLst>
                <a:ext uri="{FF2B5EF4-FFF2-40B4-BE49-F238E27FC236}">
                  <a16:creationId xmlns:a16="http://schemas.microsoft.com/office/drawing/2014/main" id="{BCA04EA2-5260-4E1E-8D99-B142A84E284A}"/>
                </a:ext>
              </a:extLst>
            </p:cNvPr>
            <p:cNvSpPr txBox="1"/>
            <p:nvPr/>
          </p:nvSpPr>
          <p:spPr>
            <a:xfrm>
              <a:off x="4283590" y="5281266"/>
              <a:ext cx="4857934"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b="1" u="sng" dirty="0">
                  <a:solidFill>
                    <a:srgbClr val="282828"/>
                  </a:solidFill>
                  <a:latin typeface="Calibri" panose="020F0502020204030204" pitchFamily="34" charset="0"/>
                  <a:cs typeface="Calibri" panose="020F0502020204030204" pitchFamily="34" charset="0"/>
                </a:rPr>
                <a:t>פלטפורמה דיגיטלית לאמצעי תשלום לבני משפחה מטפלים</a:t>
              </a:r>
              <a:endParaRPr kumimoji="0" lang="he-IL" sz="1600" b="1" i="0" u="sng"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69" name="TextBox 68">
              <a:extLst>
                <a:ext uri="{FF2B5EF4-FFF2-40B4-BE49-F238E27FC236}">
                  <a16:creationId xmlns:a16="http://schemas.microsoft.com/office/drawing/2014/main" id="{67FEFA63-7093-4F41-A43F-DBA97700E7D1}"/>
                </a:ext>
              </a:extLst>
            </p:cNvPr>
            <p:cNvSpPr txBox="1"/>
            <p:nvPr/>
          </p:nvSpPr>
          <p:spPr>
            <a:xfrm>
              <a:off x="7281894" y="5601530"/>
              <a:ext cx="1641020" cy="584775"/>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סקירת שוק לחלופות דיגיטליות</a:t>
              </a:r>
            </a:p>
          </p:txBody>
        </p:sp>
        <p:sp>
          <p:nvSpPr>
            <p:cNvPr id="70" name="TextBox 69">
              <a:extLst>
                <a:ext uri="{FF2B5EF4-FFF2-40B4-BE49-F238E27FC236}">
                  <a16:creationId xmlns:a16="http://schemas.microsoft.com/office/drawing/2014/main" id="{1D3C1BF3-3EAA-4DF0-B9D7-668D89888429}"/>
                </a:ext>
              </a:extLst>
            </p:cNvPr>
            <p:cNvSpPr txBox="1"/>
            <p:nvPr/>
          </p:nvSpPr>
          <p:spPr>
            <a:xfrm>
              <a:off x="4617092" y="5601530"/>
              <a:ext cx="1772991"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תכנית ליישום והטמעה</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grpSp>
      <p:cxnSp>
        <p:nvCxnSpPr>
          <p:cNvPr id="90" name="Straight Connector 89">
            <a:extLst>
              <a:ext uri="{FF2B5EF4-FFF2-40B4-BE49-F238E27FC236}">
                <a16:creationId xmlns:a16="http://schemas.microsoft.com/office/drawing/2014/main" id="{5F7CF4EF-A422-4A2A-9A86-20DA4B8C0815}"/>
              </a:ext>
            </a:extLst>
          </p:cNvPr>
          <p:cNvCxnSpPr>
            <a:cxnSpLocks/>
          </p:cNvCxnSpPr>
          <p:nvPr/>
        </p:nvCxnSpPr>
        <p:spPr>
          <a:xfrm flipH="1" flipV="1">
            <a:off x="982637" y="1486370"/>
            <a:ext cx="10268760" cy="53437"/>
          </a:xfrm>
          <a:prstGeom prst="line">
            <a:avLst/>
          </a:prstGeom>
          <a:noFill/>
          <a:ln w="12700" cap="rnd" cmpd="sng" algn="ctr">
            <a:solidFill>
              <a:srgbClr val="282828"/>
            </a:solidFill>
            <a:prstDash val="solid"/>
            <a:round/>
          </a:ln>
          <a:effectLst/>
        </p:spPr>
      </p:cxnSp>
      <p:sp>
        <p:nvSpPr>
          <p:cNvPr id="91" name="TextBox 90">
            <a:extLst>
              <a:ext uri="{FF2B5EF4-FFF2-40B4-BE49-F238E27FC236}">
                <a16:creationId xmlns:a16="http://schemas.microsoft.com/office/drawing/2014/main" id="{022CB696-626D-4377-9C91-F2BEAFAA17DA}"/>
              </a:ext>
            </a:extLst>
          </p:cNvPr>
          <p:cNvSpPr txBox="1"/>
          <p:nvPr/>
        </p:nvSpPr>
        <p:spPr>
          <a:xfrm>
            <a:off x="9276564"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282828"/>
                </a:solidFill>
                <a:effectLst/>
                <a:uLnTx/>
                <a:uFillTx/>
              </a:rPr>
              <a:t>+1 </a:t>
            </a:r>
          </a:p>
        </p:txBody>
      </p:sp>
      <p:sp>
        <p:nvSpPr>
          <p:cNvPr id="92" name="TextBox 91">
            <a:extLst>
              <a:ext uri="{FF2B5EF4-FFF2-40B4-BE49-F238E27FC236}">
                <a16:creationId xmlns:a16="http://schemas.microsoft.com/office/drawing/2014/main" id="{B3D2010E-FE88-47C3-ACF0-060717A3BA5A}"/>
              </a:ext>
            </a:extLst>
          </p:cNvPr>
          <p:cNvSpPr txBox="1"/>
          <p:nvPr/>
        </p:nvSpPr>
        <p:spPr>
          <a:xfrm>
            <a:off x="7565209"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282828"/>
                </a:solidFill>
                <a:effectLst/>
                <a:uLnTx/>
                <a:uFillTx/>
              </a:rPr>
              <a:t>+2</a:t>
            </a:r>
          </a:p>
        </p:txBody>
      </p:sp>
      <p:sp>
        <p:nvSpPr>
          <p:cNvPr id="93" name="TextBox 92">
            <a:extLst>
              <a:ext uri="{FF2B5EF4-FFF2-40B4-BE49-F238E27FC236}">
                <a16:creationId xmlns:a16="http://schemas.microsoft.com/office/drawing/2014/main" id="{F5070204-47EF-439C-9268-01F6BC7BB9C4}"/>
              </a:ext>
            </a:extLst>
          </p:cNvPr>
          <p:cNvSpPr txBox="1"/>
          <p:nvPr/>
        </p:nvSpPr>
        <p:spPr>
          <a:xfrm>
            <a:off x="5853854"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282828"/>
                </a:solidFill>
                <a:effectLst/>
                <a:uLnTx/>
                <a:uFillTx/>
              </a:rPr>
              <a:t>+3</a:t>
            </a:r>
          </a:p>
        </p:txBody>
      </p:sp>
      <p:sp>
        <p:nvSpPr>
          <p:cNvPr id="94" name="TextBox 93">
            <a:extLst>
              <a:ext uri="{FF2B5EF4-FFF2-40B4-BE49-F238E27FC236}">
                <a16:creationId xmlns:a16="http://schemas.microsoft.com/office/drawing/2014/main" id="{2A763E00-9727-4BAB-B56E-4F43E3F33D2D}"/>
              </a:ext>
            </a:extLst>
          </p:cNvPr>
          <p:cNvSpPr txBox="1"/>
          <p:nvPr/>
        </p:nvSpPr>
        <p:spPr>
          <a:xfrm>
            <a:off x="10638421" y="1119012"/>
            <a:ext cx="1141881" cy="184666"/>
          </a:xfrm>
          <a:prstGeom prst="rect">
            <a:avLst/>
          </a:prstGeom>
          <a:noFill/>
        </p:spPr>
        <p:txBody>
          <a:bodyPr wrap="square" lIns="0" tIns="0" rIns="108000" bIns="0"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0" cap="none" spc="0" normalizeH="0" baseline="0" noProof="0" dirty="0">
                <a:ln>
                  <a:noFill/>
                </a:ln>
                <a:solidFill>
                  <a:srgbClr val="282828"/>
                </a:solidFill>
                <a:effectLst/>
                <a:uLnTx/>
                <a:uFillTx/>
              </a:rPr>
              <a:t>נקודת פתיחה </a:t>
            </a:r>
            <a:endParaRPr kumimoji="0" lang="en-US" sz="1200" b="1" i="0" u="none" strike="noStrike" kern="0" cap="none" spc="0" normalizeH="0" baseline="0" noProof="0" dirty="0">
              <a:ln>
                <a:noFill/>
              </a:ln>
              <a:solidFill>
                <a:srgbClr val="282828"/>
              </a:solidFill>
              <a:effectLst/>
              <a:uLnTx/>
              <a:uFillTx/>
            </a:endParaRPr>
          </a:p>
        </p:txBody>
      </p:sp>
      <p:cxnSp>
        <p:nvCxnSpPr>
          <p:cNvPr id="96" name="Straight Connector 95">
            <a:extLst>
              <a:ext uri="{FF2B5EF4-FFF2-40B4-BE49-F238E27FC236}">
                <a16:creationId xmlns:a16="http://schemas.microsoft.com/office/drawing/2014/main" id="{D9768C24-6BD9-44BF-A381-8927751E6C90}"/>
              </a:ext>
            </a:extLst>
          </p:cNvPr>
          <p:cNvCxnSpPr>
            <a:cxnSpLocks/>
          </p:cNvCxnSpPr>
          <p:nvPr/>
        </p:nvCxnSpPr>
        <p:spPr>
          <a:xfrm flipH="1">
            <a:off x="11246210" y="1324114"/>
            <a:ext cx="2285" cy="307984"/>
          </a:xfrm>
          <a:prstGeom prst="line">
            <a:avLst/>
          </a:prstGeom>
          <a:noFill/>
          <a:ln w="6350" cap="flat" cmpd="sng" algn="ctr">
            <a:solidFill>
              <a:srgbClr val="282828"/>
            </a:solidFill>
            <a:prstDash val="solid"/>
            <a:miter lim="800000"/>
          </a:ln>
          <a:effectLst/>
        </p:spPr>
      </p:cxnSp>
      <p:sp>
        <p:nvSpPr>
          <p:cNvPr id="101" name="TextBox 100">
            <a:extLst>
              <a:ext uri="{FF2B5EF4-FFF2-40B4-BE49-F238E27FC236}">
                <a16:creationId xmlns:a16="http://schemas.microsoft.com/office/drawing/2014/main" id="{605D1C1A-415B-40E8-9DD6-C3E9910012E0}"/>
              </a:ext>
            </a:extLst>
          </p:cNvPr>
          <p:cNvSpPr txBox="1"/>
          <p:nvPr/>
        </p:nvSpPr>
        <p:spPr>
          <a:xfrm>
            <a:off x="4158724"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282828"/>
                </a:solidFill>
                <a:effectLst/>
                <a:uLnTx/>
                <a:uFillTx/>
              </a:rPr>
              <a:t>+4</a:t>
            </a:r>
          </a:p>
        </p:txBody>
      </p:sp>
      <p:sp>
        <p:nvSpPr>
          <p:cNvPr id="102" name="TextBox 101">
            <a:extLst>
              <a:ext uri="{FF2B5EF4-FFF2-40B4-BE49-F238E27FC236}">
                <a16:creationId xmlns:a16="http://schemas.microsoft.com/office/drawing/2014/main" id="{98A36938-D3D9-44EE-B3B8-148298F177AF}"/>
              </a:ext>
            </a:extLst>
          </p:cNvPr>
          <p:cNvSpPr txBox="1"/>
          <p:nvPr/>
        </p:nvSpPr>
        <p:spPr>
          <a:xfrm>
            <a:off x="2462670"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282828"/>
                </a:solidFill>
                <a:effectLst/>
                <a:uLnTx/>
                <a:uFillTx/>
              </a:rPr>
              <a:t>+5</a:t>
            </a:r>
          </a:p>
        </p:txBody>
      </p:sp>
      <p:cxnSp>
        <p:nvCxnSpPr>
          <p:cNvPr id="103" name="Straight Connector 102">
            <a:extLst>
              <a:ext uri="{FF2B5EF4-FFF2-40B4-BE49-F238E27FC236}">
                <a16:creationId xmlns:a16="http://schemas.microsoft.com/office/drawing/2014/main" id="{FDB56609-2D22-4A04-B6A5-8AF11B3746A0}"/>
              </a:ext>
            </a:extLst>
          </p:cNvPr>
          <p:cNvCxnSpPr>
            <a:cxnSpLocks/>
          </p:cNvCxnSpPr>
          <p:nvPr/>
        </p:nvCxnSpPr>
        <p:spPr>
          <a:xfrm flipH="1">
            <a:off x="6131978" y="1324114"/>
            <a:ext cx="2875" cy="322442"/>
          </a:xfrm>
          <a:prstGeom prst="line">
            <a:avLst/>
          </a:prstGeom>
          <a:noFill/>
          <a:ln w="6350" cap="flat" cmpd="sng" algn="ctr">
            <a:solidFill>
              <a:srgbClr val="282828"/>
            </a:solidFill>
            <a:prstDash val="solid"/>
            <a:miter lim="800000"/>
          </a:ln>
          <a:effectLst/>
        </p:spPr>
      </p:cxnSp>
      <p:cxnSp>
        <p:nvCxnSpPr>
          <p:cNvPr id="104" name="Straight Connector 103">
            <a:extLst>
              <a:ext uri="{FF2B5EF4-FFF2-40B4-BE49-F238E27FC236}">
                <a16:creationId xmlns:a16="http://schemas.microsoft.com/office/drawing/2014/main" id="{3839F25C-96F1-4F75-AC25-46DD1C459F2B}"/>
              </a:ext>
            </a:extLst>
          </p:cNvPr>
          <p:cNvCxnSpPr>
            <a:cxnSpLocks/>
          </p:cNvCxnSpPr>
          <p:nvPr/>
        </p:nvCxnSpPr>
        <p:spPr>
          <a:xfrm flipH="1">
            <a:off x="4435924" y="1324114"/>
            <a:ext cx="141" cy="309600"/>
          </a:xfrm>
          <a:prstGeom prst="line">
            <a:avLst/>
          </a:prstGeom>
          <a:noFill/>
          <a:ln w="6350" cap="flat" cmpd="sng" algn="ctr">
            <a:solidFill>
              <a:srgbClr val="282828"/>
            </a:solidFill>
            <a:prstDash val="solid"/>
            <a:miter lim="800000"/>
          </a:ln>
          <a:effectLst/>
        </p:spPr>
      </p:cxnSp>
      <p:cxnSp>
        <p:nvCxnSpPr>
          <p:cNvPr id="105" name="Straight Connector 104">
            <a:extLst>
              <a:ext uri="{FF2B5EF4-FFF2-40B4-BE49-F238E27FC236}">
                <a16:creationId xmlns:a16="http://schemas.microsoft.com/office/drawing/2014/main" id="{295A4AB8-D72B-499E-95DB-3027DF769421}"/>
              </a:ext>
            </a:extLst>
          </p:cNvPr>
          <p:cNvCxnSpPr>
            <a:cxnSpLocks/>
          </p:cNvCxnSpPr>
          <p:nvPr/>
        </p:nvCxnSpPr>
        <p:spPr>
          <a:xfrm flipH="1">
            <a:off x="982856" y="1324114"/>
            <a:ext cx="141" cy="309600"/>
          </a:xfrm>
          <a:prstGeom prst="line">
            <a:avLst/>
          </a:prstGeom>
          <a:noFill/>
          <a:ln w="6350" cap="flat" cmpd="sng" algn="ctr">
            <a:solidFill>
              <a:srgbClr val="282828"/>
            </a:solidFill>
            <a:prstDash val="solid"/>
            <a:miter lim="800000"/>
          </a:ln>
          <a:effectLst/>
        </p:spPr>
      </p:cxnSp>
      <p:cxnSp>
        <p:nvCxnSpPr>
          <p:cNvPr id="106" name="Straight Connector 105">
            <a:extLst>
              <a:ext uri="{FF2B5EF4-FFF2-40B4-BE49-F238E27FC236}">
                <a16:creationId xmlns:a16="http://schemas.microsoft.com/office/drawing/2014/main" id="{8F4778EA-F050-4813-89A9-72FEA55EFE51}"/>
              </a:ext>
            </a:extLst>
          </p:cNvPr>
          <p:cNvCxnSpPr>
            <a:cxnSpLocks/>
          </p:cNvCxnSpPr>
          <p:nvPr/>
        </p:nvCxnSpPr>
        <p:spPr>
          <a:xfrm flipH="1">
            <a:off x="9528964" y="1324114"/>
            <a:ext cx="2285" cy="307984"/>
          </a:xfrm>
          <a:prstGeom prst="line">
            <a:avLst/>
          </a:prstGeom>
          <a:noFill/>
          <a:ln w="6350" cap="flat" cmpd="sng" algn="ctr">
            <a:solidFill>
              <a:srgbClr val="282828"/>
            </a:solidFill>
            <a:prstDash val="solid"/>
            <a:miter lim="800000"/>
          </a:ln>
          <a:effectLst/>
        </p:spPr>
      </p:cxnSp>
      <p:cxnSp>
        <p:nvCxnSpPr>
          <p:cNvPr id="107" name="Straight Connector 106">
            <a:extLst>
              <a:ext uri="{FF2B5EF4-FFF2-40B4-BE49-F238E27FC236}">
                <a16:creationId xmlns:a16="http://schemas.microsoft.com/office/drawing/2014/main" id="{C8621E35-A9B6-4873-90AF-2124B175E37F}"/>
              </a:ext>
            </a:extLst>
          </p:cNvPr>
          <p:cNvCxnSpPr>
            <a:cxnSpLocks/>
          </p:cNvCxnSpPr>
          <p:nvPr/>
        </p:nvCxnSpPr>
        <p:spPr>
          <a:xfrm flipH="1">
            <a:off x="7830766" y="1324114"/>
            <a:ext cx="2285" cy="307984"/>
          </a:xfrm>
          <a:prstGeom prst="line">
            <a:avLst/>
          </a:prstGeom>
          <a:noFill/>
          <a:ln w="6350" cap="flat" cmpd="sng" algn="ctr">
            <a:solidFill>
              <a:srgbClr val="282828"/>
            </a:solidFill>
            <a:prstDash val="solid"/>
            <a:miter lim="800000"/>
          </a:ln>
          <a:effectLst/>
        </p:spPr>
      </p:cxnSp>
      <p:cxnSp>
        <p:nvCxnSpPr>
          <p:cNvPr id="128" name="Straight Connector 127">
            <a:extLst>
              <a:ext uri="{FF2B5EF4-FFF2-40B4-BE49-F238E27FC236}">
                <a16:creationId xmlns:a16="http://schemas.microsoft.com/office/drawing/2014/main" id="{9225D2E2-8F59-4E98-BB74-C18C8BBFA738}"/>
              </a:ext>
            </a:extLst>
          </p:cNvPr>
          <p:cNvCxnSpPr>
            <a:cxnSpLocks/>
          </p:cNvCxnSpPr>
          <p:nvPr/>
        </p:nvCxnSpPr>
        <p:spPr>
          <a:xfrm flipH="1">
            <a:off x="2739870" y="1324114"/>
            <a:ext cx="141" cy="309600"/>
          </a:xfrm>
          <a:prstGeom prst="line">
            <a:avLst/>
          </a:prstGeom>
          <a:noFill/>
          <a:ln w="6350" cap="flat" cmpd="sng" algn="ctr">
            <a:solidFill>
              <a:srgbClr val="282828"/>
            </a:solidFill>
            <a:prstDash val="solid"/>
            <a:miter lim="800000"/>
          </a:ln>
          <a:effectLst/>
        </p:spPr>
      </p:cxnSp>
      <p:sp>
        <p:nvSpPr>
          <p:cNvPr id="129" name="TextBox 128">
            <a:extLst>
              <a:ext uri="{FF2B5EF4-FFF2-40B4-BE49-F238E27FC236}">
                <a16:creationId xmlns:a16="http://schemas.microsoft.com/office/drawing/2014/main" id="{593A0AB0-A1B0-469B-B3BE-2F71C0C14A62}"/>
              </a:ext>
            </a:extLst>
          </p:cNvPr>
          <p:cNvSpPr txBox="1"/>
          <p:nvPr/>
        </p:nvSpPr>
        <p:spPr>
          <a:xfrm>
            <a:off x="797849" y="1114152"/>
            <a:ext cx="554400" cy="184666"/>
          </a:xfrm>
          <a:prstGeom prst="rect">
            <a:avLst/>
          </a:prstGeom>
          <a:noFill/>
        </p:spPr>
        <p:txBody>
          <a:bodyPr wrap="square" lIns="0" tIns="0" rIns="10800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282828"/>
                </a:solidFill>
                <a:effectLst/>
                <a:uLnTx/>
                <a:uFillTx/>
              </a:rPr>
              <a:t>+6</a:t>
            </a:r>
          </a:p>
        </p:txBody>
      </p:sp>
      <p:sp>
        <p:nvSpPr>
          <p:cNvPr id="7" name="TextBox 6">
            <a:extLst>
              <a:ext uri="{FF2B5EF4-FFF2-40B4-BE49-F238E27FC236}">
                <a16:creationId xmlns:a16="http://schemas.microsoft.com/office/drawing/2014/main" id="{8493B20B-7E37-4207-90BC-96E5E8174A63}"/>
              </a:ext>
            </a:extLst>
          </p:cNvPr>
          <p:cNvSpPr txBox="1"/>
          <p:nvPr/>
        </p:nvSpPr>
        <p:spPr>
          <a:xfrm>
            <a:off x="1957464" y="6520730"/>
            <a:ext cx="10226725" cy="307777"/>
          </a:xfrm>
          <a:prstGeom prst="rect">
            <a:avLst/>
          </a:prstGeom>
          <a:noFill/>
        </p:spPr>
        <p:txBody>
          <a:bodyPr wrap="square" rtlCol="1">
            <a:spAutoFit/>
          </a:bodyPr>
          <a:lstStyle/>
          <a:p>
            <a:pPr marL="285750" indent="-285750" algn="r" rtl="1">
              <a:buFont typeface="Wingdings" panose="05000000000000000000" pitchFamily="2" charset="2"/>
              <a:buChar char="ü"/>
            </a:pPr>
            <a:r>
              <a:rPr lang="he-IL" sz="1400" dirty="0"/>
              <a:t>לוח זמנים טנטטיבי, גאנט סופי לפרוייקט ייקבע במשותף לאחר שלב ההתנעה ובכפוף לזמינות מידע ונתונים רלבנטיים</a:t>
            </a:r>
          </a:p>
        </p:txBody>
      </p:sp>
      <p:grpSp>
        <p:nvGrpSpPr>
          <p:cNvPr id="4" name="Group 3">
            <a:extLst>
              <a:ext uri="{FF2B5EF4-FFF2-40B4-BE49-F238E27FC236}">
                <a16:creationId xmlns:a16="http://schemas.microsoft.com/office/drawing/2014/main" id="{BB8075C5-AA4F-458C-924D-5AC56DE17E71}"/>
              </a:ext>
            </a:extLst>
          </p:cNvPr>
          <p:cNvGrpSpPr/>
          <p:nvPr/>
        </p:nvGrpSpPr>
        <p:grpSpPr>
          <a:xfrm>
            <a:off x="2034424" y="1671852"/>
            <a:ext cx="8094212" cy="1137314"/>
            <a:chOff x="1598364" y="1763560"/>
            <a:chExt cx="8324296" cy="1137314"/>
          </a:xfrm>
        </p:grpSpPr>
        <p:grpSp>
          <p:nvGrpSpPr>
            <p:cNvPr id="12" name="Group 11">
              <a:extLst>
                <a:ext uri="{FF2B5EF4-FFF2-40B4-BE49-F238E27FC236}">
                  <a16:creationId xmlns:a16="http://schemas.microsoft.com/office/drawing/2014/main" id="{7352EA2B-717D-4580-AE87-8A233059DF50}"/>
                </a:ext>
              </a:extLst>
            </p:cNvPr>
            <p:cNvGrpSpPr/>
            <p:nvPr/>
          </p:nvGrpSpPr>
          <p:grpSpPr>
            <a:xfrm>
              <a:off x="2269339" y="1763560"/>
              <a:ext cx="7653321" cy="1137314"/>
              <a:chOff x="2128564" y="1663700"/>
              <a:chExt cx="7012960" cy="900000"/>
            </a:xfrm>
          </p:grpSpPr>
          <p:sp>
            <p:nvSpPr>
              <p:cNvPr id="29" name="Rectangle 28">
                <a:extLst>
                  <a:ext uri="{FF2B5EF4-FFF2-40B4-BE49-F238E27FC236}">
                    <a16:creationId xmlns:a16="http://schemas.microsoft.com/office/drawing/2014/main" id="{F89F1C3F-8066-4127-A485-B1EE77698331}"/>
                  </a:ext>
                </a:extLst>
              </p:cNvPr>
              <p:cNvSpPr/>
              <p:nvPr/>
            </p:nvSpPr>
            <p:spPr>
              <a:xfrm>
                <a:off x="2128564" y="1663700"/>
                <a:ext cx="6944040" cy="900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srgbClr val="FFFFFF"/>
                  </a:solidFill>
                  <a:latin typeface="Calibri" panose="020F0502020204030204" pitchFamily="34" charset="0"/>
                  <a:cs typeface="Calibri" panose="020F0502020204030204" pitchFamily="34" charset="0"/>
                </a:endParaRPr>
              </a:p>
            </p:txBody>
          </p:sp>
          <p:grpSp>
            <p:nvGrpSpPr>
              <p:cNvPr id="9" name="Group 8">
                <a:extLst>
                  <a:ext uri="{FF2B5EF4-FFF2-40B4-BE49-F238E27FC236}">
                    <a16:creationId xmlns:a16="http://schemas.microsoft.com/office/drawing/2014/main" id="{A315B006-DAAD-4F44-B100-C34F0F30E3F8}"/>
                  </a:ext>
                </a:extLst>
              </p:cNvPr>
              <p:cNvGrpSpPr/>
              <p:nvPr/>
            </p:nvGrpSpPr>
            <p:grpSpPr>
              <a:xfrm>
                <a:off x="4271771" y="1669887"/>
                <a:ext cx="4869753" cy="891289"/>
                <a:chOff x="4271771" y="1669887"/>
                <a:chExt cx="4869753" cy="891289"/>
              </a:xfrm>
            </p:grpSpPr>
            <p:sp>
              <p:nvSpPr>
                <p:cNvPr id="35" name="TextBox 34">
                  <a:extLst>
                    <a:ext uri="{FF2B5EF4-FFF2-40B4-BE49-F238E27FC236}">
                      <a16:creationId xmlns:a16="http://schemas.microsoft.com/office/drawing/2014/main" id="{F585F9A4-E56A-4187-88FD-53894CD7CAFF}"/>
                    </a:ext>
                  </a:extLst>
                </p:cNvPr>
                <p:cNvSpPr txBox="1"/>
                <p:nvPr/>
              </p:nvSpPr>
              <p:spPr>
                <a:xfrm>
                  <a:off x="5357402" y="1669887"/>
                  <a:ext cx="3784122"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b="1" u="sng" dirty="0">
                      <a:solidFill>
                        <a:srgbClr val="282828"/>
                      </a:solidFill>
                      <a:latin typeface="Calibri" panose="020F0502020204030204" pitchFamily="34" charset="0"/>
                      <a:cs typeface="Calibri" panose="020F0502020204030204" pitchFamily="34" charset="0"/>
                    </a:rPr>
                    <a:t>מחקר שטח מול הגורמים הבאים:</a:t>
                  </a:r>
                  <a:endParaRPr kumimoji="0" lang="he-IL" sz="1600" b="1" i="0" u="sng"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61" name="TextBox 60">
                  <a:extLst>
                    <a:ext uri="{FF2B5EF4-FFF2-40B4-BE49-F238E27FC236}">
                      <a16:creationId xmlns:a16="http://schemas.microsoft.com/office/drawing/2014/main" id="{03E09B1C-5697-422F-8525-3F0C975674CA}"/>
                    </a:ext>
                  </a:extLst>
                </p:cNvPr>
                <p:cNvSpPr txBox="1"/>
                <p:nvPr/>
              </p:nvSpPr>
              <p:spPr>
                <a:xfrm>
                  <a:off x="7002006" y="1976401"/>
                  <a:ext cx="1960940" cy="584775"/>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מקבלי שירות ובני משפחותיהם</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62" name="TextBox 61">
                  <a:extLst>
                    <a:ext uri="{FF2B5EF4-FFF2-40B4-BE49-F238E27FC236}">
                      <a16:creationId xmlns:a16="http://schemas.microsoft.com/office/drawing/2014/main" id="{A627E019-BA31-4C5D-9BE9-729208323615}"/>
                    </a:ext>
                  </a:extLst>
                </p:cNvPr>
                <p:cNvSpPr txBox="1"/>
                <p:nvPr/>
              </p:nvSpPr>
              <p:spPr>
                <a:xfrm>
                  <a:off x="5659712" y="1987192"/>
                  <a:ext cx="1641020"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מפעילי השירות</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30" name="TextBox 29">
                  <a:extLst>
                    <a:ext uri="{FF2B5EF4-FFF2-40B4-BE49-F238E27FC236}">
                      <a16:creationId xmlns:a16="http://schemas.microsoft.com/office/drawing/2014/main" id="{D79958C7-4235-4410-ABAF-FD9295DAC18A}"/>
                    </a:ext>
                  </a:extLst>
                </p:cNvPr>
                <p:cNvSpPr txBox="1"/>
                <p:nvPr/>
              </p:nvSpPr>
              <p:spPr>
                <a:xfrm>
                  <a:off x="4271771" y="1973595"/>
                  <a:ext cx="1561284"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רשויות מקומיות</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grpSp>
        </p:grpSp>
        <p:sp>
          <p:nvSpPr>
            <p:cNvPr id="49" name="TextBox 48">
              <a:extLst>
                <a:ext uri="{FF2B5EF4-FFF2-40B4-BE49-F238E27FC236}">
                  <a16:creationId xmlns:a16="http://schemas.microsoft.com/office/drawing/2014/main" id="{9DD67954-A8BA-4789-95A4-FD8114619157}"/>
                </a:ext>
              </a:extLst>
            </p:cNvPr>
            <p:cNvSpPr txBox="1"/>
            <p:nvPr/>
          </p:nvSpPr>
          <p:spPr>
            <a:xfrm>
              <a:off x="3130543" y="2073677"/>
              <a:ext cx="1561284" cy="584775"/>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מטה </a:t>
              </a:r>
              <a:r>
                <a:rPr lang="he-IL" sz="1600" dirty="0" err="1">
                  <a:solidFill>
                    <a:srgbClr val="282828"/>
                  </a:solidFill>
                  <a:latin typeface="Calibri" panose="020F0502020204030204" pitchFamily="34" charset="0"/>
                  <a:cs typeface="Calibri" panose="020F0502020204030204" pitchFamily="34" charset="0"/>
                </a:rPr>
                <a:t>מינהל</a:t>
              </a:r>
              <a:r>
                <a:rPr lang="he-IL" sz="1600" dirty="0">
                  <a:solidFill>
                    <a:srgbClr val="282828"/>
                  </a:solidFill>
                  <a:latin typeface="Calibri" panose="020F0502020204030204" pitchFamily="34" charset="0"/>
                  <a:cs typeface="Calibri" panose="020F0502020204030204" pitchFamily="34" charset="0"/>
                </a:rPr>
                <a:t> אזרחים ותיקים</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sp>
          <p:nvSpPr>
            <p:cNvPr id="50" name="TextBox 49">
              <a:extLst>
                <a:ext uri="{FF2B5EF4-FFF2-40B4-BE49-F238E27FC236}">
                  <a16:creationId xmlns:a16="http://schemas.microsoft.com/office/drawing/2014/main" id="{6AF1C251-3398-4DD2-AB53-27DB44A1D921}"/>
                </a:ext>
              </a:extLst>
            </p:cNvPr>
            <p:cNvSpPr txBox="1"/>
            <p:nvPr/>
          </p:nvSpPr>
          <p:spPr>
            <a:xfrm>
              <a:off x="1598364" y="2105899"/>
              <a:ext cx="1561284" cy="338554"/>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פיקוח</a:t>
              </a:r>
              <a:endParaRPr kumimoji="0" lang="he-IL" sz="16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p:txBody>
        </p:sp>
      </p:grpSp>
      <p:sp>
        <p:nvSpPr>
          <p:cNvPr id="51" name="TextBox 50">
            <a:extLst>
              <a:ext uri="{FF2B5EF4-FFF2-40B4-BE49-F238E27FC236}">
                <a16:creationId xmlns:a16="http://schemas.microsoft.com/office/drawing/2014/main" id="{FD3D66C3-A574-41A6-B43B-6CAF07CE14A3}"/>
              </a:ext>
            </a:extLst>
          </p:cNvPr>
          <p:cNvSpPr txBox="1"/>
          <p:nvPr/>
        </p:nvSpPr>
        <p:spPr>
          <a:xfrm>
            <a:off x="3461561" y="3240324"/>
            <a:ext cx="3005733" cy="584775"/>
          </a:xfrm>
          <a:prstGeom prst="rect">
            <a:avLst/>
          </a:prstGeom>
          <a:noFill/>
          <a:ln>
            <a:noFill/>
          </a:ln>
        </p:spPr>
        <p:txBody>
          <a:bodyPr wrap="square" rtlCol="1">
            <a:spAutoFit/>
          </a:bodyPr>
          <a:lstStyle/>
          <a:p>
            <a:pPr marR="0" lvl="0" algn="r" defTabSz="914400" rtl="1" eaLnBrk="1" fontAlgn="auto" latinLnBrk="0" hangingPunct="1">
              <a:lnSpc>
                <a:spcPct val="100000"/>
              </a:lnSpc>
              <a:spcBef>
                <a:spcPts val="0"/>
              </a:spcBef>
              <a:spcAft>
                <a:spcPts val="0"/>
              </a:spcAft>
              <a:buClrTx/>
              <a:buSzTx/>
              <a:tabLst/>
              <a:defRPr/>
            </a:pPr>
            <a:r>
              <a:rPr lang="he-IL" sz="1600" dirty="0">
                <a:solidFill>
                  <a:srgbClr val="282828"/>
                </a:solidFill>
                <a:latin typeface="Calibri" panose="020F0502020204030204" pitchFamily="34" charset="0"/>
                <a:cs typeface="Calibri" panose="020F0502020204030204" pitchFamily="34" charset="0"/>
              </a:rPr>
              <a:t>מודל תמריצים למקבל השירות לבחירה בצריכת שירותים על פני גמלה כספית</a:t>
            </a:r>
          </a:p>
        </p:txBody>
      </p:sp>
    </p:spTree>
    <p:extLst>
      <p:ext uri="{BB962C8B-B14F-4D97-AF65-F5344CB8AC3E}">
        <p14:creationId xmlns:p14="http://schemas.microsoft.com/office/powerpoint/2010/main" val="3150678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txBox="1">
            <a:spLocks/>
          </p:cNvSpPr>
          <p:nvPr/>
        </p:nvSpPr>
        <p:spPr>
          <a:xfrm>
            <a:off x="528176" y="1013989"/>
            <a:ext cx="11343965" cy="6478194"/>
          </a:xfrm>
          <a:prstGeom prst="rect">
            <a:avLst/>
          </a:prstGeom>
        </p:spPr>
        <p:txBody>
          <a:bodyPr>
            <a:no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מציין מיקום של מספר שקופית 3"/>
          <p:cNvSpPr>
            <a:spLocks noGrp="1"/>
          </p:cNvSpPr>
          <p:nvPr>
            <p:ph type="sldNum" sz="quarter" idx="12"/>
          </p:nvPr>
        </p:nvSpPr>
        <p:spPr>
          <a:prstGeom prst="rect">
            <a:avLst/>
          </a:prstGeom>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90BAB6C6-5707-44BC-AB11-1F797F972D1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Calibri" panose="020F050202020403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4</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Calibri" panose="020F0502020204030204" pitchFamily="34" charset="0"/>
            </a:endParaRPr>
          </a:p>
        </p:txBody>
      </p:sp>
      <p:cxnSp>
        <p:nvCxnSpPr>
          <p:cNvPr id="12" name="Straight Connector 11">
            <a:extLst>
              <a:ext uri="{FF2B5EF4-FFF2-40B4-BE49-F238E27FC236}">
                <a16:creationId xmlns:a16="http://schemas.microsoft.com/office/drawing/2014/main" id="{D11292E5-8359-49E5-AE48-6DAA9A82B116}"/>
              </a:ext>
            </a:extLst>
          </p:cNvPr>
          <p:cNvCxnSpPr/>
          <p:nvPr/>
        </p:nvCxnSpPr>
        <p:spPr>
          <a:xfrm>
            <a:off x="12128248" y="478699"/>
            <a:ext cx="0" cy="708751"/>
          </a:xfrm>
          <a:prstGeom prst="line">
            <a:avLst/>
          </a:prstGeom>
          <a:noFill/>
          <a:ln w="127000" cap="flat" cmpd="sng" algn="ctr">
            <a:solidFill>
              <a:srgbClr val="FAC300"/>
            </a:solidFill>
            <a:prstDash val="solid"/>
            <a:miter lim="800000"/>
          </a:ln>
          <a:effectLst/>
        </p:spPr>
      </p:cxnSp>
      <p:pic>
        <p:nvPicPr>
          <p:cNvPr id="7" name="Picture 6" descr="Logo&#10;&#10;Description automatically generated">
            <a:extLst>
              <a:ext uri="{FF2B5EF4-FFF2-40B4-BE49-F238E27FC236}">
                <a16:creationId xmlns:a16="http://schemas.microsoft.com/office/drawing/2014/main" id="{0D42A835-004E-440A-A447-A6A07C8B55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558" y="6432362"/>
            <a:ext cx="311609" cy="365125"/>
          </a:xfrm>
          <a:prstGeom prst="rect">
            <a:avLst/>
          </a:prstGeom>
        </p:spPr>
      </p:pic>
      <p:sp>
        <p:nvSpPr>
          <p:cNvPr id="8" name="Title 7">
            <a:extLst>
              <a:ext uri="{FF2B5EF4-FFF2-40B4-BE49-F238E27FC236}">
                <a16:creationId xmlns:a16="http://schemas.microsoft.com/office/drawing/2014/main" id="{C2A2B709-0B17-43B9-8ECC-6DBF8AB99DA5}"/>
              </a:ext>
            </a:extLst>
          </p:cNvPr>
          <p:cNvSpPr>
            <a:spLocks noGrp="1"/>
          </p:cNvSpPr>
          <p:nvPr>
            <p:ph type="title"/>
          </p:nvPr>
        </p:nvSpPr>
        <p:spPr>
          <a:xfrm>
            <a:off x="466167" y="397025"/>
            <a:ext cx="11466419" cy="555475"/>
          </a:xfrm>
        </p:spPr>
        <p:txBody>
          <a:bodyPr/>
          <a:lstStyle/>
          <a:p>
            <a:r>
              <a:rPr lang="he-IL" dirty="0"/>
              <a:t>מחקר שטח</a:t>
            </a:r>
          </a:p>
        </p:txBody>
      </p:sp>
      <p:sp>
        <p:nvSpPr>
          <p:cNvPr id="10" name="Rectangle 9">
            <a:extLst>
              <a:ext uri="{FF2B5EF4-FFF2-40B4-BE49-F238E27FC236}">
                <a16:creationId xmlns:a16="http://schemas.microsoft.com/office/drawing/2014/main" id="{59992B2B-AB44-49DA-A1D9-B66FCE7854FB}"/>
              </a:ext>
            </a:extLst>
          </p:cNvPr>
          <p:cNvSpPr/>
          <p:nvPr/>
        </p:nvSpPr>
        <p:spPr>
          <a:xfrm>
            <a:off x="319859" y="1458762"/>
            <a:ext cx="11590830" cy="4953907"/>
          </a:xfrm>
          <a:prstGeom prst="rect">
            <a:avLst/>
          </a:prstGeom>
          <a:solidFill>
            <a:schemeClr val="bg1"/>
          </a:solidFill>
          <a:effectLst>
            <a:outerShdw blurRad="254000" sx="102000" sy="102000" algn="ctr" rotWithShape="0">
              <a:schemeClr val="accent3">
                <a:lumMod val="50000"/>
                <a:alpha val="20000"/>
              </a:schemeClr>
            </a:outerShdw>
          </a:effectLst>
        </p:spPr>
        <p:txBody>
          <a:bodyPr wrap="square" lIns="108000" tIns="72000" rIns="108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srgbClr val="FAC300">
                    <a:lumMod val="60000"/>
                    <a:lumOff val="40000"/>
                  </a:srgbClr>
                </a:solidFill>
                <a:effectLst/>
                <a:uLnTx/>
                <a:uFillTx/>
                <a:latin typeface="Assistant" pitchFamily="2" charset="-79"/>
                <a:ea typeface="+mn-ea"/>
                <a:cs typeface="Calibri"/>
              </a:rPr>
              <a:t>04</a:t>
            </a:r>
            <a:endParaRPr kumimoji="0" lang="he-IL" sz="1600" b="1" i="0" u="none" strike="noStrike" kern="1200" cap="none" spc="0" normalizeH="0" baseline="0" noProof="0" dirty="0">
              <a:ln>
                <a:noFill/>
              </a:ln>
              <a:solidFill>
                <a:srgbClr val="FAC300">
                  <a:lumMod val="60000"/>
                  <a:lumOff val="40000"/>
                </a:srgbClr>
              </a:solidFill>
              <a:effectLst/>
              <a:uLnTx/>
              <a:uFillTx/>
              <a:latin typeface="Assistant" pitchFamily="2" charset="-79"/>
              <a:ea typeface="+mn-ea"/>
              <a:cs typeface="Calibri"/>
            </a:endParaRPr>
          </a:p>
        </p:txBody>
      </p:sp>
      <p:sp>
        <p:nvSpPr>
          <p:cNvPr id="14" name="Rectangle 13">
            <a:extLst>
              <a:ext uri="{FF2B5EF4-FFF2-40B4-BE49-F238E27FC236}">
                <a16:creationId xmlns:a16="http://schemas.microsoft.com/office/drawing/2014/main" id="{08CDC014-ABCB-48EF-AF30-7C998BAE33F8}"/>
              </a:ext>
            </a:extLst>
          </p:cNvPr>
          <p:cNvSpPr/>
          <p:nvPr/>
        </p:nvSpPr>
        <p:spPr>
          <a:xfrm>
            <a:off x="7982310"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5">
                    <a:lumMod val="40000"/>
                    <a:lumOff val="60000"/>
                  </a:schemeClr>
                </a:solidFill>
                <a:effectLst/>
                <a:uLnTx/>
                <a:uFillTx/>
                <a:latin typeface="Assistant" pitchFamily="2" charset="-79"/>
                <a:ea typeface="+mn-ea"/>
                <a:cs typeface="Calibri"/>
              </a:rPr>
              <a:t>02</a:t>
            </a:r>
          </a:p>
        </p:txBody>
      </p:sp>
      <p:sp>
        <p:nvSpPr>
          <p:cNvPr id="15" name="Rectangle 14">
            <a:extLst>
              <a:ext uri="{FF2B5EF4-FFF2-40B4-BE49-F238E27FC236}">
                <a16:creationId xmlns:a16="http://schemas.microsoft.com/office/drawing/2014/main" id="{CDA87FD2-87A0-48C9-B4AF-86C1EFF6806E}"/>
              </a:ext>
            </a:extLst>
          </p:cNvPr>
          <p:cNvSpPr/>
          <p:nvPr/>
        </p:nvSpPr>
        <p:spPr>
          <a:xfrm>
            <a:off x="5684139"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CA578">
                    <a:lumMod val="40000"/>
                    <a:lumOff val="60000"/>
                  </a:srgbClr>
                </a:solidFill>
                <a:effectLst/>
                <a:uLnTx/>
                <a:uFillTx/>
                <a:latin typeface="Assistant" pitchFamily="2" charset="-79"/>
                <a:ea typeface="+mn-ea"/>
                <a:cs typeface="Calibri"/>
              </a:rPr>
              <a:t>03</a:t>
            </a:r>
          </a:p>
        </p:txBody>
      </p:sp>
      <p:sp>
        <p:nvSpPr>
          <p:cNvPr id="16" name="Rectangle 15">
            <a:extLst>
              <a:ext uri="{FF2B5EF4-FFF2-40B4-BE49-F238E27FC236}">
                <a16:creationId xmlns:a16="http://schemas.microsoft.com/office/drawing/2014/main" id="{E1A5CCF4-6535-4431-B99F-B2F750EB4581}"/>
              </a:ext>
            </a:extLst>
          </p:cNvPr>
          <p:cNvSpPr/>
          <p:nvPr/>
        </p:nvSpPr>
        <p:spPr>
          <a:xfrm>
            <a:off x="3232714" y="1926791"/>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6">
                    <a:lumMod val="40000"/>
                    <a:lumOff val="60000"/>
                  </a:schemeClr>
                </a:solidFill>
                <a:effectLst/>
                <a:uLnTx/>
                <a:uFillTx/>
                <a:latin typeface="Assistant" pitchFamily="2" charset="-79"/>
                <a:ea typeface="+mn-ea"/>
                <a:cs typeface="Calibri"/>
              </a:rPr>
              <a:t>04</a:t>
            </a:r>
          </a:p>
        </p:txBody>
      </p:sp>
      <p:sp>
        <p:nvSpPr>
          <p:cNvPr id="17" name="Rectangle 16">
            <a:extLst>
              <a:ext uri="{FF2B5EF4-FFF2-40B4-BE49-F238E27FC236}">
                <a16:creationId xmlns:a16="http://schemas.microsoft.com/office/drawing/2014/main" id="{512C46F2-7A75-4C33-B65E-187549E3B033}"/>
              </a:ext>
            </a:extLst>
          </p:cNvPr>
          <p:cNvSpPr/>
          <p:nvPr/>
        </p:nvSpPr>
        <p:spPr>
          <a:xfrm>
            <a:off x="7456789" y="1458762"/>
            <a:ext cx="1958382" cy="504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22" name="Rectangle 21">
            <a:extLst>
              <a:ext uri="{FF2B5EF4-FFF2-40B4-BE49-F238E27FC236}">
                <a16:creationId xmlns:a16="http://schemas.microsoft.com/office/drawing/2014/main" id="{02CB8E18-F35F-43A1-9BD8-40F901095227}"/>
              </a:ext>
            </a:extLst>
          </p:cNvPr>
          <p:cNvSpPr/>
          <p:nvPr/>
        </p:nvSpPr>
        <p:spPr>
          <a:xfrm>
            <a:off x="7523634" y="152516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מפעילים</a:t>
            </a:r>
          </a:p>
        </p:txBody>
      </p:sp>
      <p:sp>
        <p:nvSpPr>
          <p:cNvPr id="23" name="Rectangle 22">
            <a:extLst>
              <a:ext uri="{FF2B5EF4-FFF2-40B4-BE49-F238E27FC236}">
                <a16:creationId xmlns:a16="http://schemas.microsoft.com/office/drawing/2014/main" id="{21C30A5B-B6B5-42BD-80CB-BF41B6B5EFA0}"/>
              </a:ext>
            </a:extLst>
          </p:cNvPr>
          <p:cNvSpPr/>
          <p:nvPr/>
        </p:nvSpPr>
        <p:spPr>
          <a:xfrm>
            <a:off x="3131562" y="1525160"/>
            <a:ext cx="3351718"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srgbClr val="FFFFFF"/>
                </a:solidFill>
                <a:effectLst/>
                <a:uLnTx/>
                <a:uFillTx/>
                <a:latin typeface="Assistant" pitchFamily="2" charset="-79"/>
                <a:ea typeface="+mn-ea"/>
                <a:cs typeface="Calibri"/>
              </a:rPr>
              <a:t>סיווג לקהלי יעד ויצירת פרסונות מייצגות  </a:t>
            </a:r>
          </a:p>
        </p:txBody>
      </p:sp>
      <p:sp>
        <p:nvSpPr>
          <p:cNvPr id="24" name="Rectangle 23">
            <a:extLst>
              <a:ext uri="{FF2B5EF4-FFF2-40B4-BE49-F238E27FC236}">
                <a16:creationId xmlns:a16="http://schemas.microsoft.com/office/drawing/2014/main" id="{05E40E3E-FA02-4F40-91B8-AF28BA421FE8}"/>
              </a:ext>
            </a:extLst>
          </p:cNvPr>
          <p:cNvSpPr/>
          <p:nvPr/>
        </p:nvSpPr>
        <p:spPr>
          <a:xfrm>
            <a:off x="5127157" y="1458762"/>
            <a:ext cx="1958382" cy="504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b="1" dirty="0">
                <a:solidFill>
                  <a:srgbClr val="FFFFFF"/>
                </a:solidFill>
                <a:latin typeface="Assistant" pitchFamily="2" charset="-79"/>
                <a:cs typeface="Calibri"/>
              </a:rPr>
              <a:t>רשויות מקומיות</a:t>
            </a:r>
            <a:endParaRPr kumimoji="0" lang="en-IL" sz="1400" b="1" i="0" u="none" strike="noStrike" kern="1200" cap="none" spc="0" normalizeH="0" baseline="0" noProof="0" dirty="0">
              <a:ln>
                <a:noFill/>
              </a:ln>
              <a:solidFill>
                <a:srgbClr val="FFFFFF"/>
              </a:solidFill>
              <a:effectLst/>
              <a:uLnTx/>
              <a:uFillTx/>
              <a:latin typeface="Assistant" pitchFamily="2" charset="-79"/>
              <a:ea typeface="+mn-ea"/>
              <a:cs typeface="Calibri"/>
            </a:endParaRPr>
          </a:p>
        </p:txBody>
      </p:sp>
      <p:sp>
        <p:nvSpPr>
          <p:cNvPr id="25" name="Rectangle 24">
            <a:extLst>
              <a:ext uri="{FF2B5EF4-FFF2-40B4-BE49-F238E27FC236}">
                <a16:creationId xmlns:a16="http://schemas.microsoft.com/office/drawing/2014/main" id="{F2AB90FE-6EDC-4E1F-B7E4-FEBBA6274B7D}"/>
              </a:ext>
            </a:extLst>
          </p:cNvPr>
          <p:cNvSpPr/>
          <p:nvPr/>
        </p:nvSpPr>
        <p:spPr>
          <a:xfrm>
            <a:off x="2797525" y="1458762"/>
            <a:ext cx="1958382" cy="504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b="1" dirty="0">
                <a:solidFill>
                  <a:srgbClr val="FFFFFF"/>
                </a:solidFill>
                <a:latin typeface="Assistant" pitchFamily="2" charset="-79"/>
                <a:cs typeface="Calibri"/>
              </a:rPr>
              <a:t>גורמי מטה</a:t>
            </a:r>
            <a:endParaRPr kumimoji="0" lang="en-IL" sz="1400" b="1" i="0" u="none" strike="noStrike" kern="1200" cap="none" spc="0" normalizeH="0" baseline="0" noProof="0" dirty="0">
              <a:ln>
                <a:noFill/>
              </a:ln>
              <a:solidFill>
                <a:srgbClr val="FFFFFF"/>
              </a:solidFill>
              <a:effectLst/>
              <a:uLnTx/>
              <a:uFillTx/>
              <a:latin typeface="Assistant" pitchFamily="2" charset="-79"/>
              <a:ea typeface="+mn-ea"/>
              <a:cs typeface="Calibri"/>
            </a:endParaRPr>
          </a:p>
        </p:txBody>
      </p:sp>
      <p:sp>
        <p:nvSpPr>
          <p:cNvPr id="31" name="Rectangle 30">
            <a:extLst>
              <a:ext uri="{FF2B5EF4-FFF2-40B4-BE49-F238E27FC236}">
                <a16:creationId xmlns:a16="http://schemas.microsoft.com/office/drawing/2014/main" id="{2DBB9190-EA24-450B-A72A-16B4EDF9BF5F}"/>
              </a:ext>
            </a:extLst>
          </p:cNvPr>
          <p:cNvSpPr/>
          <p:nvPr/>
        </p:nvSpPr>
        <p:spPr>
          <a:xfrm>
            <a:off x="319859" y="2155204"/>
            <a:ext cx="11590830" cy="3554385"/>
          </a:xfrm>
          <a:prstGeom prst="rect">
            <a:avLst/>
          </a:prstGeom>
          <a:solidFill>
            <a:schemeClr val="accent2">
              <a:alpha val="30000"/>
            </a:schemeClr>
          </a:solidFill>
          <a:ln>
            <a:noFill/>
          </a:ln>
        </p:spPr>
        <p:style>
          <a:lnRef idx="2">
            <a:schemeClr val="accent2"/>
          </a:lnRef>
          <a:fillRef idx="1">
            <a:schemeClr val="lt1"/>
          </a:fillRef>
          <a:effectRef idx="0">
            <a:schemeClr val="accent2"/>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282828"/>
              </a:solidFill>
              <a:effectLst/>
              <a:uLnTx/>
              <a:uFillTx/>
              <a:latin typeface="Calibri"/>
              <a:ea typeface="+mn-ea"/>
              <a:cs typeface="Calibri"/>
            </a:endParaRPr>
          </a:p>
        </p:txBody>
      </p:sp>
      <p:sp>
        <p:nvSpPr>
          <p:cNvPr id="43" name="Rectangle 42">
            <a:extLst>
              <a:ext uri="{FF2B5EF4-FFF2-40B4-BE49-F238E27FC236}">
                <a16:creationId xmlns:a16="http://schemas.microsoft.com/office/drawing/2014/main" id="{C27727A5-8734-4903-82E2-B52640D853E9}"/>
              </a:ext>
            </a:extLst>
          </p:cNvPr>
          <p:cNvSpPr/>
          <p:nvPr/>
        </p:nvSpPr>
        <p:spPr>
          <a:xfrm>
            <a:off x="7363354" y="2272891"/>
            <a:ext cx="2159762" cy="3046988"/>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קבוצת מיקוד עם מפעילים קיימים ופוטנציאליים (בין 5-10) במטרה: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להבין את הצרכים והקשיים שלהם בהרחבת השירותים בכלל וקהילות תומכות בפרט, מבחינה טיפולית ותפעולית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לקבל </a:t>
            </a:r>
            <a:r>
              <a:rPr lang="he-IL" sz="1600" dirty="0">
                <a:solidFill>
                  <a:srgbClr val="282828"/>
                </a:solidFill>
                <a:latin typeface="Calibri" panose="020F0502020204030204" pitchFamily="34" charset="0"/>
                <a:cs typeface="Calibri" panose="020F0502020204030204" pitchFamily="34" charset="0"/>
              </a:rPr>
              <a:t>מידע על שירותים נוספים הנדרשים ולא קיימים כיום</a:t>
            </a: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28" name="Rectangle 27">
            <a:extLst>
              <a:ext uri="{FF2B5EF4-FFF2-40B4-BE49-F238E27FC236}">
                <a16:creationId xmlns:a16="http://schemas.microsoft.com/office/drawing/2014/main" id="{A95A52EA-1235-47E8-ABED-14800A2492CC}"/>
              </a:ext>
            </a:extLst>
          </p:cNvPr>
          <p:cNvSpPr/>
          <p:nvPr/>
        </p:nvSpPr>
        <p:spPr>
          <a:xfrm>
            <a:off x="10175857"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5966C8">
                    <a:lumMod val="40000"/>
                    <a:lumOff val="60000"/>
                  </a:srgbClr>
                </a:solidFill>
                <a:effectLst/>
                <a:uLnTx/>
                <a:uFillTx/>
                <a:latin typeface="Assistant" pitchFamily="2" charset="-79"/>
                <a:ea typeface="+mn-ea"/>
                <a:cs typeface="Calibri"/>
              </a:rPr>
              <a:t>01</a:t>
            </a:r>
          </a:p>
        </p:txBody>
      </p:sp>
      <p:sp>
        <p:nvSpPr>
          <p:cNvPr id="29" name="Rectangle 28">
            <a:extLst>
              <a:ext uri="{FF2B5EF4-FFF2-40B4-BE49-F238E27FC236}">
                <a16:creationId xmlns:a16="http://schemas.microsoft.com/office/drawing/2014/main" id="{E4D49931-4C3E-4CDB-8684-768F6FD99E9C}"/>
              </a:ext>
            </a:extLst>
          </p:cNvPr>
          <p:cNvSpPr/>
          <p:nvPr/>
        </p:nvSpPr>
        <p:spPr>
          <a:xfrm>
            <a:off x="9786421" y="1458762"/>
            <a:ext cx="1958382" cy="504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30" name="Rectangle 29">
            <a:extLst>
              <a:ext uri="{FF2B5EF4-FFF2-40B4-BE49-F238E27FC236}">
                <a16:creationId xmlns:a16="http://schemas.microsoft.com/office/drawing/2014/main" id="{4D60C06D-0018-48DA-AECC-7B9EBEA706D6}"/>
              </a:ext>
            </a:extLst>
          </p:cNvPr>
          <p:cNvSpPr/>
          <p:nvPr/>
        </p:nvSpPr>
        <p:spPr>
          <a:xfrm>
            <a:off x="9608517" y="2272891"/>
            <a:ext cx="2159762"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ראיונות עומק (עד 10) עם מקבלי שירות ובני משפחותיהם במטרה: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לקבל תמונת מצב על שביעות רצון מהשירותים הקיימים</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להכיר </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צרכים נוספים שלא מקבלים כיום מענה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להבין מה יתמרץ אותם לצרוך שירותים במקום קבלת קצבה כספית</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32" name="Rectangle 31">
            <a:extLst>
              <a:ext uri="{FF2B5EF4-FFF2-40B4-BE49-F238E27FC236}">
                <a16:creationId xmlns:a16="http://schemas.microsoft.com/office/drawing/2014/main" id="{DE7CDCA9-6EB0-4B89-96B5-408F15285181}"/>
              </a:ext>
            </a:extLst>
          </p:cNvPr>
          <p:cNvSpPr/>
          <p:nvPr/>
        </p:nvSpPr>
        <p:spPr>
          <a:xfrm>
            <a:off x="9808544" y="155664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מקבלי שירות ובני משפחותיהם</a:t>
            </a:r>
          </a:p>
        </p:txBody>
      </p:sp>
      <p:sp>
        <p:nvSpPr>
          <p:cNvPr id="33" name="Rectangle 32">
            <a:extLst>
              <a:ext uri="{FF2B5EF4-FFF2-40B4-BE49-F238E27FC236}">
                <a16:creationId xmlns:a16="http://schemas.microsoft.com/office/drawing/2014/main" id="{A09530C6-8FB3-434F-BA20-5882EF53C752}"/>
              </a:ext>
            </a:extLst>
          </p:cNvPr>
          <p:cNvSpPr/>
          <p:nvPr/>
        </p:nvSpPr>
        <p:spPr>
          <a:xfrm>
            <a:off x="5035393" y="2250857"/>
            <a:ext cx="2159762"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מפגש שולחנות עגולים עם גורמים שונים (בין 20-40 משתתפים) ברשויות המקומיות במטרה: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לקבל מידע על השירותים הנדרשים וצרכי מקבלי השירות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להבין מהי תפיסתם לגבי מודל הניהול הנדרש של השירותים בקהילה ובפרט בדגש על קהילות תומכות</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35" name="Rectangle 34">
            <a:extLst>
              <a:ext uri="{FF2B5EF4-FFF2-40B4-BE49-F238E27FC236}">
                <a16:creationId xmlns:a16="http://schemas.microsoft.com/office/drawing/2014/main" id="{9500DF29-3227-470E-8D43-271581B42339}"/>
              </a:ext>
            </a:extLst>
          </p:cNvPr>
          <p:cNvSpPr/>
          <p:nvPr/>
        </p:nvSpPr>
        <p:spPr>
          <a:xfrm>
            <a:off x="467893" y="1458762"/>
            <a:ext cx="1958382" cy="504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b="1" dirty="0">
                <a:solidFill>
                  <a:srgbClr val="FFFFFF"/>
                </a:solidFill>
                <a:latin typeface="Assistant" pitchFamily="2" charset="-79"/>
                <a:cs typeface="Calibri"/>
              </a:rPr>
              <a:t>פיקוח</a:t>
            </a:r>
            <a:endParaRPr kumimoji="0" lang="en-IL" sz="1400" b="1" i="0" u="none" strike="noStrike" kern="1200" cap="none" spc="0" normalizeH="0" baseline="0" noProof="0" dirty="0">
              <a:ln>
                <a:noFill/>
              </a:ln>
              <a:solidFill>
                <a:srgbClr val="FFFFFF"/>
              </a:solidFill>
              <a:effectLst/>
              <a:uLnTx/>
              <a:uFillTx/>
              <a:latin typeface="Assistant" pitchFamily="2" charset="-79"/>
              <a:ea typeface="+mn-ea"/>
              <a:cs typeface="Calibri"/>
            </a:endParaRPr>
          </a:p>
        </p:txBody>
      </p:sp>
      <p:sp>
        <p:nvSpPr>
          <p:cNvPr id="37" name="Rectangle 36">
            <a:extLst>
              <a:ext uri="{FF2B5EF4-FFF2-40B4-BE49-F238E27FC236}">
                <a16:creationId xmlns:a16="http://schemas.microsoft.com/office/drawing/2014/main" id="{637BF770-892C-4490-8758-7DDE45518EDD}"/>
              </a:ext>
            </a:extLst>
          </p:cNvPr>
          <p:cNvSpPr/>
          <p:nvPr/>
        </p:nvSpPr>
        <p:spPr>
          <a:xfrm>
            <a:off x="2790230" y="2224036"/>
            <a:ext cx="2159762"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ראיונות עם גורמי מטה (עד 5) במטרה: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לקבל מידע על הקשיים והצרכים כיום במתן וניהול  השירותים</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להבין מהי תמונת העתיד שלהם לגבי שירותים חברתיים בקהילה לאזרחים ותיקים בדגש על קהילות תמוכות</a:t>
            </a:r>
            <a:endPar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44" name="Rectangle 43">
            <a:extLst>
              <a:ext uri="{FF2B5EF4-FFF2-40B4-BE49-F238E27FC236}">
                <a16:creationId xmlns:a16="http://schemas.microsoft.com/office/drawing/2014/main" id="{97DAD22F-BCFF-41DF-BC7D-B24F6593F1C7}"/>
              </a:ext>
            </a:extLst>
          </p:cNvPr>
          <p:cNvSpPr/>
          <p:nvPr/>
        </p:nvSpPr>
        <p:spPr>
          <a:xfrm>
            <a:off x="596050" y="2224036"/>
            <a:ext cx="2159762" cy="2970044"/>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קבוצת מיקוד עם מפקחים וממונים מחוזיים (בין 5-10) במטרה: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לקבל מידע על הקשיים והצרכים שלהם כיום בפיקוח על השירותים</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להבין מהם הצרכים של מקבלי השירות, המפעילים והרשויות המקומיות מנקודת מבטם</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46" name="Rectangle 45">
            <a:extLst>
              <a:ext uri="{FF2B5EF4-FFF2-40B4-BE49-F238E27FC236}">
                <a16:creationId xmlns:a16="http://schemas.microsoft.com/office/drawing/2014/main" id="{5C403955-C040-4BCB-B0F7-03C9A922A779}"/>
              </a:ext>
            </a:extLst>
          </p:cNvPr>
          <p:cNvSpPr/>
          <p:nvPr/>
        </p:nvSpPr>
        <p:spPr>
          <a:xfrm>
            <a:off x="991061" y="1962762"/>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1">
                    <a:lumMod val="60000"/>
                    <a:lumOff val="40000"/>
                  </a:schemeClr>
                </a:solidFill>
                <a:effectLst/>
                <a:uLnTx/>
                <a:uFillTx/>
                <a:latin typeface="Assistant" pitchFamily="2" charset="-79"/>
                <a:ea typeface="+mn-ea"/>
                <a:cs typeface="Calibri"/>
              </a:rPr>
              <a:t>05</a:t>
            </a:r>
          </a:p>
        </p:txBody>
      </p:sp>
      <p:sp>
        <p:nvSpPr>
          <p:cNvPr id="2" name="TextBox 1">
            <a:extLst>
              <a:ext uri="{FF2B5EF4-FFF2-40B4-BE49-F238E27FC236}">
                <a16:creationId xmlns:a16="http://schemas.microsoft.com/office/drawing/2014/main" id="{52BEB9C2-1E97-44AA-B120-945B2C258B40}"/>
              </a:ext>
            </a:extLst>
          </p:cNvPr>
          <p:cNvSpPr txBox="1"/>
          <p:nvPr/>
        </p:nvSpPr>
        <p:spPr>
          <a:xfrm>
            <a:off x="466167" y="5709589"/>
            <a:ext cx="11405974" cy="369332"/>
          </a:xfrm>
          <a:prstGeom prst="rect">
            <a:avLst/>
          </a:prstGeom>
          <a:noFill/>
        </p:spPr>
        <p:txBody>
          <a:bodyPr wrap="square" rtlCol="1">
            <a:spAutoFit/>
          </a:bodyPr>
          <a:lstStyle/>
          <a:p>
            <a:pPr algn="r" rtl="1"/>
            <a:r>
              <a:rPr lang="he-IL" dirty="0">
                <a:latin typeface="Calibri" panose="020F0502020204030204" pitchFamily="34" charset="0"/>
                <a:cs typeface="Calibri" panose="020F0502020204030204" pitchFamily="34" charset="0"/>
              </a:rPr>
              <a:t>תוצר: מסמך תובנות הנוגע הן למודל השירות הנדרש והן למודל </a:t>
            </a:r>
            <a:r>
              <a:rPr lang="he-IL" dirty="0" err="1">
                <a:latin typeface="Calibri" panose="020F0502020204030204" pitchFamily="34" charset="0"/>
                <a:cs typeface="Calibri" panose="020F0502020204030204" pitchFamily="34" charset="0"/>
              </a:rPr>
              <a:t>המכרזי</a:t>
            </a:r>
            <a:r>
              <a:rPr lang="he-IL" dirty="0">
                <a:latin typeface="Calibri" panose="020F0502020204030204" pitchFamily="34" charset="0"/>
                <a:cs typeface="Calibri" panose="020F0502020204030204" pitchFamily="34" charset="0"/>
              </a:rPr>
              <a:t> הנדרש</a:t>
            </a:r>
          </a:p>
        </p:txBody>
      </p:sp>
    </p:spTree>
    <p:extLst>
      <p:ext uri="{BB962C8B-B14F-4D97-AF65-F5344CB8AC3E}">
        <p14:creationId xmlns:p14="http://schemas.microsoft.com/office/powerpoint/2010/main" val="3496468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txBox="1">
            <a:spLocks/>
          </p:cNvSpPr>
          <p:nvPr/>
        </p:nvSpPr>
        <p:spPr>
          <a:xfrm>
            <a:off x="528176" y="1013989"/>
            <a:ext cx="11343965" cy="6478194"/>
          </a:xfrm>
          <a:prstGeom prst="rect">
            <a:avLst/>
          </a:prstGeom>
        </p:spPr>
        <p:txBody>
          <a:bodyPr>
            <a:no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מציין מיקום של מספר שקופית 3"/>
          <p:cNvSpPr>
            <a:spLocks noGrp="1"/>
          </p:cNvSpPr>
          <p:nvPr>
            <p:ph type="sldNum" sz="quarter" idx="12"/>
          </p:nvPr>
        </p:nvSpPr>
        <p:spPr>
          <a:prstGeom prst="rect">
            <a:avLst/>
          </a:prstGeom>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90BAB6C6-5707-44BC-AB11-1F797F972D1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Calibri" panose="020F050202020403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5</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Calibri" panose="020F0502020204030204" pitchFamily="34" charset="0"/>
            </a:endParaRPr>
          </a:p>
        </p:txBody>
      </p:sp>
      <p:cxnSp>
        <p:nvCxnSpPr>
          <p:cNvPr id="12" name="Straight Connector 11">
            <a:extLst>
              <a:ext uri="{FF2B5EF4-FFF2-40B4-BE49-F238E27FC236}">
                <a16:creationId xmlns:a16="http://schemas.microsoft.com/office/drawing/2014/main" id="{D11292E5-8359-49E5-AE48-6DAA9A82B116}"/>
              </a:ext>
            </a:extLst>
          </p:cNvPr>
          <p:cNvCxnSpPr/>
          <p:nvPr/>
        </p:nvCxnSpPr>
        <p:spPr>
          <a:xfrm>
            <a:off x="12128248" y="478699"/>
            <a:ext cx="0" cy="708751"/>
          </a:xfrm>
          <a:prstGeom prst="line">
            <a:avLst/>
          </a:prstGeom>
          <a:noFill/>
          <a:ln w="127000" cap="flat" cmpd="sng" algn="ctr">
            <a:solidFill>
              <a:srgbClr val="FAC300"/>
            </a:solidFill>
            <a:prstDash val="solid"/>
            <a:miter lim="800000"/>
          </a:ln>
          <a:effectLst/>
        </p:spPr>
      </p:cxnSp>
      <p:pic>
        <p:nvPicPr>
          <p:cNvPr id="7" name="Picture 6" descr="Logo&#10;&#10;Description automatically generated">
            <a:extLst>
              <a:ext uri="{FF2B5EF4-FFF2-40B4-BE49-F238E27FC236}">
                <a16:creationId xmlns:a16="http://schemas.microsoft.com/office/drawing/2014/main" id="{0D42A835-004E-440A-A447-A6A07C8B55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558" y="6432362"/>
            <a:ext cx="311609" cy="365125"/>
          </a:xfrm>
          <a:prstGeom prst="rect">
            <a:avLst/>
          </a:prstGeom>
        </p:spPr>
      </p:pic>
      <p:sp>
        <p:nvSpPr>
          <p:cNvPr id="8" name="Title 7">
            <a:extLst>
              <a:ext uri="{FF2B5EF4-FFF2-40B4-BE49-F238E27FC236}">
                <a16:creationId xmlns:a16="http://schemas.microsoft.com/office/drawing/2014/main" id="{C2A2B709-0B17-43B9-8ECC-6DBF8AB99DA5}"/>
              </a:ext>
            </a:extLst>
          </p:cNvPr>
          <p:cNvSpPr>
            <a:spLocks noGrp="1"/>
          </p:cNvSpPr>
          <p:nvPr>
            <p:ph type="title"/>
          </p:nvPr>
        </p:nvSpPr>
        <p:spPr>
          <a:xfrm>
            <a:off x="466167" y="397025"/>
            <a:ext cx="11466419" cy="555475"/>
          </a:xfrm>
        </p:spPr>
        <p:txBody>
          <a:bodyPr/>
          <a:lstStyle/>
          <a:p>
            <a:r>
              <a:rPr lang="he-IL" dirty="0"/>
              <a:t>ניתוח כלכלי</a:t>
            </a:r>
          </a:p>
        </p:txBody>
      </p:sp>
      <p:sp>
        <p:nvSpPr>
          <p:cNvPr id="10" name="Rectangle 9">
            <a:extLst>
              <a:ext uri="{FF2B5EF4-FFF2-40B4-BE49-F238E27FC236}">
                <a16:creationId xmlns:a16="http://schemas.microsoft.com/office/drawing/2014/main" id="{59992B2B-AB44-49DA-A1D9-B66FCE7854FB}"/>
              </a:ext>
            </a:extLst>
          </p:cNvPr>
          <p:cNvSpPr/>
          <p:nvPr/>
        </p:nvSpPr>
        <p:spPr>
          <a:xfrm>
            <a:off x="319859" y="1458763"/>
            <a:ext cx="11590830" cy="4789638"/>
          </a:xfrm>
          <a:prstGeom prst="rect">
            <a:avLst/>
          </a:prstGeom>
          <a:solidFill>
            <a:schemeClr val="bg1"/>
          </a:solidFill>
          <a:effectLst>
            <a:outerShdw blurRad="254000" sx="102000" sy="102000" algn="ctr" rotWithShape="0">
              <a:schemeClr val="accent3">
                <a:lumMod val="50000"/>
                <a:alpha val="20000"/>
              </a:schemeClr>
            </a:outerShdw>
          </a:effectLst>
        </p:spPr>
        <p:txBody>
          <a:bodyPr wrap="square" lIns="108000" tIns="72000" rIns="108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600" b="1" i="0" u="none" strike="noStrike" kern="1200" cap="none" spc="0" normalizeH="0" baseline="0" noProof="0" dirty="0">
              <a:ln>
                <a:noFill/>
              </a:ln>
              <a:solidFill>
                <a:srgbClr val="FAC300">
                  <a:lumMod val="60000"/>
                  <a:lumOff val="40000"/>
                </a:srgbClr>
              </a:solidFill>
              <a:effectLst/>
              <a:uLnTx/>
              <a:uFillTx/>
              <a:latin typeface="Assistant" pitchFamily="2" charset="-79"/>
              <a:ea typeface="+mn-ea"/>
              <a:cs typeface="Calibri"/>
            </a:endParaRPr>
          </a:p>
        </p:txBody>
      </p:sp>
      <p:sp>
        <p:nvSpPr>
          <p:cNvPr id="14" name="Rectangle 13">
            <a:extLst>
              <a:ext uri="{FF2B5EF4-FFF2-40B4-BE49-F238E27FC236}">
                <a16:creationId xmlns:a16="http://schemas.microsoft.com/office/drawing/2014/main" id="{08CDC014-ABCB-48EF-AF30-7C998BAE33F8}"/>
              </a:ext>
            </a:extLst>
          </p:cNvPr>
          <p:cNvSpPr/>
          <p:nvPr/>
        </p:nvSpPr>
        <p:spPr>
          <a:xfrm>
            <a:off x="4406896"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5">
                    <a:lumMod val="40000"/>
                    <a:lumOff val="60000"/>
                  </a:schemeClr>
                </a:solidFill>
                <a:effectLst/>
                <a:uLnTx/>
                <a:uFillTx/>
                <a:latin typeface="Assistant" pitchFamily="2" charset="-79"/>
                <a:ea typeface="+mn-ea"/>
                <a:cs typeface="Calibri"/>
              </a:rPr>
              <a:t>02</a:t>
            </a:r>
          </a:p>
        </p:txBody>
      </p:sp>
      <p:sp>
        <p:nvSpPr>
          <p:cNvPr id="17" name="Rectangle 16">
            <a:extLst>
              <a:ext uri="{FF2B5EF4-FFF2-40B4-BE49-F238E27FC236}">
                <a16:creationId xmlns:a16="http://schemas.microsoft.com/office/drawing/2014/main" id="{512C46F2-7A75-4C33-B65E-187549E3B033}"/>
              </a:ext>
            </a:extLst>
          </p:cNvPr>
          <p:cNvSpPr/>
          <p:nvPr/>
        </p:nvSpPr>
        <p:spPr>
          <a:xfrm>
            <a:off x="3881375" y="1458762"/>
            <a:ext cx="1958382" cy="504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22" name="Rectangle 21">
            <a:extLst>
              <a:ext uri="{FF2B5EF4-FFF2-40B4-BE49-F238E27FC236}">
                <a16:creationId xmlns:a16="http://schemas.microsoft.com/office/drawing/2014/main" id="{02CB8E18-F35F-43A1-9BD8-40F901095227}"/>
              </a:ext>
            </a:extLst>
          </p:cNvPr>
          <p:cNvSpPr/>
          <p:nvPr/>
        </p:nvSpPr>
        <p:spPr>
          <a:xfrm>
            <a:off x="3948220" y="152516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גיבוש מודל תמריצים</a:t>
            </a:r>
          </a:p>
        </p:txBody>
      </p:sp>
      <p:sp>
        <p:nvSpPr>
          <p:cNvPr id="31" name="Rectangle 30">
            <a:extLst>
              <a:ext uri="{FF2B5EF4-FFF2-40B4-BE49-F238E27FC236}">
                <a16:creationId xmlns:a16="http://schemas.microsoft.com/office/drawing/2014/main" id="{2DBB9190-EA24-450B-A72A-16B4EDF9BF5F}"/>
              </a:ext>
            </a:extLst>
          </p:cNvPr>
          <p:cNvSpPr/>
          <p:nvPr/>
        </p:nvSpPr>
        <p:spPr>
          <a:xfrm>
            <a:off x="319859" y="2155204"/>
            <a:ext cx="11590830" cy="3554385"/>
          </a:xfrm>
          <a:prstGeom prst="rect">
            <a:avLst/>
          </a:prstGeom>
          <a:solidFill>
            <a:schemeClr val="accent2">
              <a:alpha val="30000"/>
            </a:schemeClr>
          </a:solidFill>
          <a:ln>
            <a:noFill/>
          </a:ln>
        </p:spPr>
        <p:style>
          <a:lnRef idx="2">
            <a:schemeClr val="accent2"/>
          </a:lnRef>
          <a:fillRef idx="1">
            <a:schemeClr val="lt1"/>
          </a:fillRef>
          <a:effectRef idx="0">
            <a:schemeClr val="accent2"/>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282828"/>
              </a:solidFill>
              <a:effectLst/>
              <a:uLnTx/>
              <a:uFillTx/>
              <a:latin typeface="Calibri"/>
              <a:ea typeface="+mn-ea"/>
              <a:cs typeface="Calibri"/>
            </a:endParaRPr>
          </a:p>
        </p:txBody>
      </p:sp>
      <p:sp>
        <p:nvSpPr>
          <p:cNvPr id="43" name="Rectangle 42">
            <a:extLst>
              <a:ext uri="{FF2B5EF4-FFF2-40B4-BE49-F238E27FC236}">
                <a16:creationId xmlns:a16="http://schemas.microsoft.com/office/drawing/2014/main" id="{C27727A5-8734-4903-82E2-B52640D853E9}"/>
              </a:ext>
            </a:extLst>
          </p:cNvPr>
          <p:cNvSpPr/>
          <p:nvPr/>
        </p:nvSpPr>
        <p:spPr>
          <a:xfrm>
            <a:off x="3260436" y="2272891"/>
            <a:ext cx="2687266" cy="3046988"/>
          </a:xfrm>
          <a:prstGeom prst="rect">
            <a:avLst/>
          </a:prstGeom>
        </p:spPr>
        <p:txBody>
          <a:bodyPr wrap="square">
            <a:spAutoFit/>
          </a:bodyPr>
          <a:lstStyle/>
          <a:p>
            <a:pPr lvl="0" algn="r" rtl="1">
              <a:buClr>
                <a:srgbClr val="9FCEC0"/>
              </a:buClr>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בהתבסס על עבודות קודמות שנעשו בנושא עבור משרד הרווחה, בחינת מודלים דומים בעולם </a:t>
            </a:r>
            <a:r>
              <a:rPr kumimoji="0" lang="he-IL" sz="160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והביקושים</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על פי עקרונות של כלכלה התנהגותית, גיבוש מודל תמריצים במטרה:</a:t>
            </a:r>
          </a:p>
          <a:p>
            <a:pPr marL="268288" lvl="0" indent="-268288" algn="r" rtl="1">
              <a:buClr>
                <a:srgbClr val="9FCEC0"/>
              </a:buClr>
              <a:buAutoNum type="arabicPeriod"/>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לעודד אזרחים ותיקים לצרוך שירותים בקהילה בדגש על קהילות תומכות</a:t>
            </a:r>
          </a:p>
          <a:p>
            <a:pPr marL="228600" lvl="0" indent="-228600" algn="r" rtl="1">
              <a:buClr>
                <a:srgbClr val="9FCEC0"/>
              </a:buClr>
              <a:buAutoNum type="arabicPeriod"/>
              <a:defRPr/>
            </a:pPr>
            <a:r>
              <a:rPr lang="he-IL" sz="1600" dirty="0">
                <a:solidFill>
                  <a:srgbClr val="282828"/>
                </a:solidFill>
                <a:latin typeface="Calibri" panose="020F0502020204030204" pitchFamily="34" charset="0"/>
                <a:cs typeface="Calibri" panose="020F0502020204030204" pitchFamily="34" charset="0"/>
              </a:rPr>
              <a:t>לעודד אזרחים ותיקים להמיר חלק מהקצבה הכספית בצריכת שירותים</a:t>
            </a: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28" name="Rectangle 27">
            <a:extLst>
              <a:ext uri="{FF2B5EF4-FFF2-40B4-BE49-F238E27FC236}">
                <a16:creationId xmlns:a16="http://schemas.microsoft.com/office/drawing/2014/main" id="{A95A52EA-1235-47E8-ABED-14800A2492CC}"/>
              </a:ext>
            </a:extLst>
          </p:cNvPr>
          <p:cNvSpPr/>
          <p:nvPr/>
        </p:nvSpPr>
        <p:spPr>
          <a:xfrm>
            <a:off x="6600443" y="1935354"/>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5966C8">
                    <a:lumMod val="40000"/>
                    <a:lumOff val="60000"/>
                  </a:srgbClr>
                </a:solidFill>
                <a:effectLst/>
                <a:uLnTx/>
                <a:uFillTx/>
                <a:latin typeface="Assistant" pitchFamily="2" charset="-79"/>
                <a:ea typeface="+mn-ea"/>
                <a:cs typeface="Calibri"/>
              </a:rPr>
              <a:t>01</a:t>
            </a:r>
          </a:p>
        </p:txBody>
      </p:sp>
      <p:sp>
        <p:nvSpPr>
          <p:cNvPr id="29" name="Rectangle 28">
            <a:extLst>
              <a:ext uri="{FF2B5EF4-FFF2-40B4-BE49-F238E27FC236}">
                <a16:creationId xmlns:a16="http://schemas.microsoft.com/office/drawing/2014/main" id="{E4D49931-4C3E-4CDB-8684-768F6FD99E9C}"/>
              </a:ext>
            </a:extLst>
          </p:cNvPr>
          <p:cNvSpPr/>
          <p:nvPr/>
        </p:nvSpPr>
        <p:spPr>
          <a:xfrm>
            <a:off x="6211007" y="1458762"/>
            <a:ext cx="1958382" cy="504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30" name="Rectangle 29">
            <a:extLst>
              <a:ext uri="{FF2B5EF4-FFF2-40B4-BE49-F238E27FC236}">
                <a16:creationId xmlns:a16="http://schemas.microsoft.com/office/drawing/2014/main" id="{4D60C06D-0018-48DA-AECC-7B9EBEA706D6}"/>
              </a:ext>
            </a:extLst>
          </p:cNvPr>
          <p:cNvSpPr/>
          <p:nvPr/>
        </p:nvSpPr>
        <p:spPr>
          <a:xfrm>
            <a:off x="6033103" y="2291766"/>
            <a:ext cx="2159762"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ניתוח נתונים אודות מקבלי קצבת סיעוד כספית וצורכי שירותים חברתיים בקהילה(קהילות תומכות, מרכזי יום וכו') במטרה להעריך את המשמעות הכלכלית בהגדלת מספר האזרחים הבוחרים בשירותים חברתיים בקהילה על פני קבלת קצבה בכסף</a:t>
            </a:r>
          </a:p>
          <a:p>
            <a:pPr marL="0" marR="0" lvl="0" indent="0" algn="r" defTabSz="914400" rtl="1" eaLnBrk="1" fontAlgn="auto" latinLnBrk="0" hangingPunct="1">
              <a:lnSpc>
                <a:spcPct val="100000"/>
              </a:lnSpc>
              <a:spcBef>
                <a:spcPts val="0"/>
              </a:spcBef>
              <a:spcAft>
                <a:spcPts val="0"/>
              </a:spcAft>
              <a:buClr>
                <a:srgbClr val="9FCEC0"/>
              </a:buClr>
              <a:buSzTx/>
              <a:buFontTx/>
              <a:buNone/>
              <a:tabLst/>
              <a:defRPr/>
            </a:pPr>
            <a:endParaRPr lang="he-IL" sz="1600" dirty="0">
              <a:solidFill>
                <a:srgbClr val="282828"/>
              </a:solidFill>
              <a:latin typeface="Calibri" panose="020F0502020204030204" pitchFamily="34" charset="0"/>
              <a:cs typeface="Calibri" panose="020F05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32" name="Rectangle 31">
            <a:extLst>
              <a:ext uri="{FF2B5EF4-FFF2-40B4-BE49-F238E27FC236}">
                <a16:creationId xmlns:a16="http://schemas.microsoft.com/office/drawing/2014/main" id="{DE7CDCA9-6EB0-4B89-96B5-408F15285181}"/>
              </a:ext>
            </a:extLst>
          </p:cNvPr>
          <p:cNvSpPr/>
          <p:nvPr/>
        </p:nvSpPr>
        <p:spPr>
          <a:xfrm>
            <a:off x="6233130" y="155664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ניתוח השפעה כלכלית</a:t>
            </a:r>
          </a:p>
        </p:txBody>
      </p:sp>
      <p:sp>
        <p:nvSpPr>
          <p:cNvPr id="34" name="TextBox 33">
            <a:extLst>
              <a:ext uri="{FF2B5EF4-FFF2-40B4-BE49-F238E27FC236}">
                <a16:creationId xmlns:a16="http://schemas.microsoft.com/office/drawing/2014/main" id="{D30DD2AC-F036-4020-AD0B-E3CD1659A890}"/>
              </a:ext>
            </a:extLst>
          </p:cNvPr>
          <p:cNvSpPr txBox="1"/>
          <p:nvPr/>
        </p:nvSpPr>
        <p:spPr>
          <a:xfrm>
            <a:off x="2041864" y="6364565"/>
            <a:ext cx="8811087"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
                <a:srgbClr val="9FCEC0"/>
              </a:buClr>
              <a:buSzTx/>
              <a:buFont typeface="Wingdings" panose="05000000000000000000" pitchFamily="2" charset="2"/>
              <a:buChar char="ü"/>
              <a:tabLst/>
              <a:defRPr/>
            </a:pPr>
            <a:r>
              <a:rPr lang="he-IL" sz="1800" dirty="0">
                <a:solidFill>
                  <a:srgbClr val="282828"/>
                </a:solidFill>
                <a:latin typeface="Calibri" panose="020F0502020204030204" pitchFamily="34" charset="0"/>
                <a:cs typeface="Calibri" panose="020F0502020204030204" pitchFamily="34" charset="0"/>
              </a:rPr>
              <a:t>ציר עבודה זה מותנה באיכות הנתונים שיתקבלו מהביטוח הלאומי ומשרד הרווחה</a:t>
            </a:r>
            <a:endParaRPr kumimoji="0" lang="he-IL" sz="1800" i="0" u="none" strike="noStrike" kern="1200" cap="none" spc="0" normalizeH="0" baseline="0" noProof="0" dirty="0">
              <a:ln>
                <a:noFill/>
              </a:ln>
              <a:solidFill>
                <a:srgbClr val="282828"/>
              </a:solidFill>
              <a:effectLst/>
              <a:uLnTx/>
              <a:uFillTx/>
              <a:latin typeface="Calibri"/>
              <a:ea typeface="+mn-ea"/>
              <a:cs typeface="Calibri"/>
            </a:endParaRPr>
          </a:p>
        </p:txBody>
      </p:sp>
      <p:sp>
        <p:nvSpPr>
          <p:cNvPr id="18" name="TextBox 17">
            <a:extLst>
              <a:ext uri="{FF2B5EF4-FFF2-40B4-BE49-F238E27FC236}">
                <a16:creationId xmlns:a16="http://schemas.microsoft.com/office/drawing/2014/main" id="{3B9F842E-0044-4481-A28E-E5788BDD224E}"/>
              </a:ext>
            </a:extLst>
          </p:cNvPr>
          <p:cNvSpPr txBox="1"/>
          <p:nvPr/>
        </p:nvSpPr>
        <p:spPr>
          <a:xfrm>
            <a:off x="466167" y="5709589"/>
            <a:ext cx="11405974" cy="369332"/>
          </a:xfrm>
          <a:prstGeom prst="rect">
            <a:avLst/>
          </a:prstGeom>
          <a:noFill/>
        </p:spPr>
        <p:txBody>
          <a:bodyPr wrap="square" rtlCol="1">
            <a:spAutoFit/>
          </a:bodyPr>
          <a:lstStyle/>
          <a:p>
            <a:pPr algn="r" rtl="1"/>
            <a:r>
              <a:rPr lang="he-IL" dirty="0">
                <a:latin typeface="Calibri" panose="020F0502020204030204" pitchFamily="34" charset="0"/>
                <a:cs typeface="Calibri" panose="020F0502020204030204" pitchFamily="34" charset="0"/>
              </a:rPr>
              <a:t>תוצר: מודל </a:t>
            </a:r>
            <a:r>
              <a:rPr lang="he-IL" dirty="0" err="1">
                <a:latin typeface="Calibri" panose="020F0502020204030204" pitchFamily="34" charset="0"/>
                <a:cs typeface="Calibri" panose="020F0502020204030204" pitchFamily="34" charset="0"/>
              </a:rPr>
              <a:t>תמרוץ</a:t>
            </a:r>
            <a:r>
              <a:rPr lang="he-IL" dirty="0">
                <a:latin typeface="Calibri" panose="020F0502020204030204" pitchFamily="34" charset="0"/>
                <a:cs typeface="Calibri" panose="020F0502020204030204" pitchFamily="34" charset="0"/>
              </a:rPr>
              <a:t> לאזרח לבחירה בצריכת שירותים </a:t>
            </a:r>
          </a:p>
        </p:txBody>
      </p:sp>
    </p:spTree>
    <p:extLst>
      <p:ext uri="{BB962C8B-B14F-4D97-AF65-F5344CB8AC3E}">
        <p14:creationId xmlns:p14="http://schemas.microsoft.com/office/powerpoint/2010/main" val="4283390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txBox="1">
            <a:spLocks/>
          </p:cNvSpPr>
          <p:nvPr/>
        </p:nvSpPr>
        <p:spPr>
          <a:xfrm>
            <a:off x="528176" y="1013989"/>
            <a:ext cx="11343965" cy="6478194"/>
          </a:xfrm>
          <a:prstGeom prst="rect">
            <a:avLst/>
          </a:prstGeom>
        </p:spPr>
        <p:txBody>
          <a:bodyPr>
            <a:no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מציין מיקום של מספר שקופית 3"/>
          <p:cNvSpPr>
            <a:spLocks noGrp="1"/>
          </p:cNvSpPr>
          <p:nvPr>
            <p:ph type="sldNum" sz="quarter" idx="12"/>
          </p:nvPr>
        </p:nvSpPr>
        <p:spPr>
          <a:prstGeom prst="rect">
            <a:avLst/>
          </a:prstGeom>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90BAB6C6-5707-44BC-AB11-1F797F972D1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Calibri" panose="020F050202020403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6</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Calibri" panose="020F0502020204030204" pitchFamily="34" charset="0"/>
            </a:endParaRPr>
          </a:p>
        </p:txBody>
      </p:sp>
      <p:cxnSp>
        <p:nvCxnSpPr>
          <p:cNvPr id="12" name="Straight Connector 11">
            <a:extLst>
              <a:ext uri="{FF2B5EF4-FFF2-40B4-BE49-F238E27FC236}">
                <a16:creationId xmlns:a16="http://schemas.microsoft.com/office/drawing/2014/main" id="{D11292E5-8359-49E5-AE48-6DAA9A82B116}"/>
              </a:ext>
            </a:extLst>
          </p:cNvPr>
          <p:cNvCxnSpPr/>
          <p:nvPr/>
        </p:nvCxnSpPr>
        <p:spPr>
          <a:xfrm>
            <a:off x="12128248" y="478699"/>
            <a:ext cx="0" cy="708751"/>
          </a:xfrm>
          <a:prstGeom prst="line">
            <a:avLst/>
          </a:prstGeom>
          <a:noFill/>
          <a:ln w="127000" cap="flat" cmpd="sng" algn="ctr">
            <a:solidFill>
              <a:srgbClr val="FAC300"/>
            </a:solidFill>
            <a:prstDash val="solid"/>
            <a:miter lim="800000"/>
          </a:ln>
          <a:effectLst/>
        </p:spPr>
      </p:cxnSp>
      <p:pic>
        <p:nvPicPr>
          <p:cNvPr id="7" name="Picture 6" descr="Logo&#10;&#10;Description automatically generated">
            <a:extLst>
              <a:ext uri="{FF2B5EF4-FFF2-40B4-BE49-F238E27FC236}">
                <a16:creationId xmlns:a16="http://schemas.microsoft.com/office/drawing/2014/main" id="{0D42A835-004E-440A-A447-A6A07C8B55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413" y="5926100"/>
            <a:ext cx="311609" cy="365125"/>
          </a:xfrm>
          <a:prstGeom prst="rect">
            <a:avLst/>
          </a:prstGeom>
        </p:spPr>
      </p:pic>
      <p:sp>
        <p:nvSpPr>
          <p:cNvPr id="8" name="Title 7">
            <a:extLst>
              <a:ext uri="{FF2B5EF4-FFF2-40B4-BE49-F238E27FC236}">
                <a16:creationId xmlns:a16="http://schemas.microsoft.com/office/drawing/2014/main" id="{C2A2B709-0B17-43B9-8ECC-6DBF8AB99DA5}"/>
              </a:ext>
            </a:extLst>
          </p:cNvPr>
          <p:cNvSpPr>
            <a:spLocks noGrp="1"/>
          </p:cNvSpPr>
          <p:nvPr>
            <p:ph type="title"/>
          </p:nvPr>
        </p:nvSpPr>
        <p:spPr>
          <a:xfrm>
            <a:off x="466167" y="397025"/>
            <a:ext cx="11466419" cy="555475"/>
          </a:xfrm>
        </p:spPr>
        <p:txBody>
          <a:bodyPr/>
          <a:lstStyle/>
          <a:p>
            <a:r>
              <a:rPr lang="he-IL" dirty="0"/>
              <a:t>גיבוש מודל השירות, מודל ההתקשרות ומערך מדידה</a:t>
            </a:r>
          </a:p>
        </p:txBody>
      </p:sp>
      <p:sp>
        <p:nvSpPr>
          <p:cNvPr id="10" name="Rectangle 9">
            <a:extLst>
              <a:ext uri="{FF2B5EF4-FFF2-40B4-BE49-F238E27FC236}">
                <a16:creationId xmlns:a16="http://schemas.microsoft.com/office/drawing/2014/main" id="{59992B2B-AB44-49DA-A1D9-B66FCE7854FB}"/>
              </a:ext>
            </a:extLst>
          </p:cNvPr>
          <p:cNvSpPr/>
          <p:nvPr/>
        </p:nvSpPr>
        <p:spPr>
          <a:xfrm>
            <a:off x="326714" y="952500"/>
            <a:ext cx="11590830" cy="5655129"/>
          </a:xfrm>
          <a:prstGeom prst="rect">
            <a:avLst/>
          </a:prstGeom>
          <a:solidFill>
            <a:schemeClr val="bg1"/>
          </a:solidFill>
          <a:effectLst>
            <a:outerShdw blurRad="254000" sx="102000" sy="102000" algn="ctr" rotWithShape="0">
              <a:schemeClr val="accent3">
                <a:lumMod val="50000"/>
                <a:alpha val="20000"/>
              </a:schemeClr>
            </a:outerShdw>
          </a:effectLst>
        </p:spPr>
        <p:txBody>
          <a:bodyPr wrap="square" lIns="108000" tIns="72000" rIns="108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srgbClr val="FAC300">
                    <a:lumMod val="60000"/>
                    <a:lumOff val="40000"/>
                  </a:srgbClr>
                </a:solidFill>
                <a:effectLst/>
                <a:uLnTx/>
                <a:uFillTx/>
                <a:latin typeface="Assistant" pitchFamily="2" charset="-79"/>
                <a:ea typeface="+mn-ea"/>
                <a:cs typeface="Calibri"/>
              </a:rPr>
              <a:t>04</a:t>
            </a:r>
            <a:endParaRPr kumimoji="0" lang="he-IL" sz="1600" b="1" i="0" u="none" strike="noStrike" kern="1200" cap="none" spc="0" normalizeH="0" baseline="0" noProof="0" dirty="0">
              <a:ln>
                <a:noFill/>
              </a:ln>
              <a:solidFill>
                <a:srgbClr val="FAC300">
                  <a:lumMod val="60000"/>
                  <a:lumOff val="40000"/>
                </a:srgbClr>
              </a:solidFill>
              <a:effectLst/>
              <a:uLnTx/>
              <a:uFillTx/>
              <a:latin typeface="Assistant" pitchFamily="2" charset="-79"/>
              <a:ea typeface="+mn-ea"/>
              <a:cs typeface="Calibri"/>
            </a:endParaRPr>
          </a:p>
        </p:txBody>
      </p:sp>
      <p:sp>
        <p:nvSpPr>
          <p:cNvPr id="14" name="Rectangle 13">
            <a:extLst>
              <a:ext uri="{FF2B5EF4-FFF2-40B4-BE49-F238E27FC236}">
                <a16:creationId xmlns:a16="http://schemas.microsoft.com/office/drawing/2014/main" id="{08CDC014-ABCB-48EF-AF30-7C998BAE33F8}"/>
              </a:ext>
            </a:extLst>
          </p:cNvPr>
          <p:cNvSpPr/>
          <p:nvPr/>
        </p:nvSpPr>
        <p:spPr>
          <a:xfrm>
            <a:off x="5739135" y="1484745"/>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5">
                    <a:lumMod val="40000"/>
                    <a:lumOff val="60000"/>
                  </a:schemeClr>
                </a:solidFill>
                <a:effectLst/>
                <a:uLnTx/>
                <a:uFillTx/>
                <a:latin typeface="Assistant" pitchFamily="2" charset="-79"/>
                <a:ea typeface="+mn-ea"/>
                <a:cs typeface="Calibri"/>
              </a:rPr>
              <a:t>02</a:t>
            </a:r>
          </a:p>
        </p:txBody>
      </p:sp>
      <p:sp>
        <p:nvSpPr>
          <p:cNvPr id="15" name="Rectangle 14">
            <a:extLst>
              <a:ext uri="{FF2B5EF4-FFF2-40B4-BE49-F238E27FC236}">
                <a16:creationId xmlns:a16="http://schemas.microsoft.com/office/drawing/2014/main" id="{CDA87FD2-87A0-48C9-B4AF-86C1EFF6806E}"/>
              </a:ext>
            </a:extLst>
          </p:cNvPr>
          <p:cNvSpPr/>
          <p:nvPr/>
        </p:nvSpPr>
        <p:spPr>
          <a:xfrm>
            <a:off x="3440964" y="1484745"/>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CA578">
                    <a:lumMod val="40000"/>
                    <a:lumOff val="60000"/>
                  </a:srgbClr>
                </a:solidFill>
                <a:effectLst/>
                <a:uLnTx/>
                <a:uFillTx/>
                <a:latin typeface="Assistant" pitchFamily="2" charset="-79"/>
                <a:ea typeface="+mn-ea"/>
                <a:cs typeface="Calibri"/>
              </a:rPr>
              <a:t>03</a:t>
            </a:r>
          </a:p>
        </p:txBody>
      </p:sp>
      <p:sp>
        <p:nvSpPr>
          <p:cNvPr id="17" name="Rectangle 16">
            <a:extLst>
              <a:ext uri="{FF2B5EF4-FFF2-40B4-BE49-F238E27FC236}">
                <a16:creationId xmlns:a16="http://schemas.microsoft.com/office/drawing/2014/main" id="{512C46F2-7A75-4C33-B65E-187549E3B033}"/>
              </a:ext>
            </a:extLst>
          </p:cNvPr>
          <p:cNvSpPr/>
          <p:nvPr/>
        </p:nvSpPr>
        <p:spPr>
          <a:xfrm>
            <a:off x="5213614" y="998181"/>
            <a:ext cx="1958382" cy="504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22" name="Rectangle 21">
            <a:extLst>
              <a:ext uri="{FF2B5EF4-FFF2-40B4-BE49-F238E27FC236}">
                <a16:creationId xmlns:a16="http://schemas.microsoft.com/office/drawing/2014/main" id="{02CB8E18-F35F-43A1-9BD8-40F901095227}"/>
              </a:ext>
            </a:extLst>
          </p:cNvPr>
          <p:cNvSpPr/>
          <p:nvPr/>
        </p:nvSpPr>
        <p:spPr>
          <a:xfrm>
            <a:off x="5280459" y="1064579"/>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מודל התקשרות</a:t>
            </a:r>
          </a:p>
        </p:txBody>
      </p:sp>
      <p:sp>
        <p:nvSpPr>
          <p:cNvPr id="24" name="Rectangle 23">
            <a:extLst>
              <a:ext uri="{FF2B5EF4-FFF2-40B4-BE49-F238E27FC236}">
                <a16:creationId xmlns:a16="http://schemas.microsoft.com/office/drawing/2014/main" id="{05E40E3E-FA02-4F40-91B8-AF28BA421FE8}"/>
              </a:ext>
            </a:extLst>
          </p:cNvPr>
          <p:cNvSpPr/>
          <p:nvPr/>
        </p:nvSpPr>
        <p:spPr>
          <a:xfrm>
            <a:off x="2883982" y="998181"/>
            <a:ext cx="1958382" cy="504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b="1" dirty="0">
                <a:solidFill>
                  <a:srgbClr val="FFFFFF"/>
                </a:solidFill>
                <a:latin typeface="Assistant" pitchFamily="2" charset="-79"/>
                <a:cs typeface="Calibri"/>
              </a:rPr>
              <a:t>מודל מדידה</a:t>
            </a:r>
            <a:endParaRPr kumimoji="0" lang="en-IL" sz="1400" b="1" i="0" u="none" strike="noStrike" kern="1200" cap="none" spc="0" normalizeH="0" baseline="0" noProof="0" dirty="0">
              <a:ln>
                <a:noFill/>
              </a:ln>
              <a:solidFill>
                <a:srgbClr val="FFFFFF"/>
              </a:solidFill>
              <a:effectLst/>
              <a:uLnTx/>
              <a:uFillTx/>
              <a:latin typeface="Assistant" pitchFamily="2" charset="-79"/>
              <a:ea typeface="+mn-ea"/>
              <a:cs typeface="Calibri"/>
            </a:endParaRPr>
          </a:p>
        </p:txBody>
      </p:sp>
      <p:sp>
        <p:nvSpPr>
          <p:cNvPr id="31" name="Rectangle 30">
            <a:extLst>
              <a:ext uri="{FF2B5EF4-FFF2-40B4-BE49-F238E27FC236}">
                <a16:creationId xmlns:a16="http://schemas.microsoft.com/office/drawing/2014/main" id="{2DBB9190-EA24-450B-A72A-16B4EDF9BF5F}"/>
              </a:ext>
            </a:extLst>
          </p:cNvPr>
          <p:cNvSpPr/>
          <p:nvPr/>
        </p:nvSpPr>
        <p:spPr>
          <a:xfrm>
            <a:off x="403961" y="1648943"/>
            <a:ext cx="11590830" cy="4364518"/>
          </a:xfrm>
          <a:prstGeom prst="rect">
            <a:avLst/>
          </a:prstGeom>
          <a:solidFill>
            <a:schemeClr val="accent2">
              <a:alpha val="30000"/>
            </a:schemeClr>
          </a:solidFill>
          <a:ln>
            <a:noFill/>
          </a:ln>
        </p:spPr>
        <p:style>
          <a:lnRef idx="2">
            <a:schemeClr val="accent2"/>
          </a:lnRef>
          <a:fillRef idx="1">
            <a:schemeClr val="lt1"/>
          </a:fillRef>
          <a:effectRef idx="0">
            <a:schemeClr val="accent2"/>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282828"/>
              </a:solidFill>
              <a:effectLst/>
              <a:uLnTx/>
              <a:uFillTx/>
              <a:latin typeface="Calibri"/>
              <a:ea typeface="+mn-ea"/>
              <a:cs typeface="Calibri"/>
            </a:endParaRPr>
          </a:p>
        </p:txBody>
      </p:sp>
      <p:sp>
        <p:nvSpPr>
          <p:cNvPr id="43" name="Rectangle 42">
            <a:extLst>
              <a:ext uri="{FF2B5EF4-FFF2-40B4-BE49-F238E27FC236}">
                <a16:creationId xmlns:a16="http://schemas.microsoft.com/office/drawing/2014/main" id="{C27727A5-8734-4903-82E2-B52640D853E9}"/>
              </a:ext>
            </a:extLst>
          </p:cNvPr>
          <p:cNvSpPr/>
          <p:nvPr/>
        </p:nvSpPr>
        <p:spPr>
          <a:xfrm>
            <a:off x="5120179" y="1812310"/>
            <a:ext cx="2159762" cy="3216265"/>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על בסיס מחקר השטח ועבודות קודמות שנעשו עבור משרד הרווחה גיבוש מודל התקשרותי/מכרזי שיאפשר:</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הרחבה מהירה של </a:t>
            </a:r>
            <a:r>
              <a:rPr lang="he-IL" sz="1600" dirty="0">
                <a:solidFill>
                  <a:srgbClr val="282828"/>
                </a:solidFill>
                <a:latin typeface="Calibri" panose="020F0502020204030204" pitchFamily="34" charset="0"/>
                <a:cs typeface="Calibri" panose="020F0502020204030204" pitchFamily="34" charset="0"/>
              </a:rPr>
              <a:t>קהילות תומכות ושירותים נוספים בקהילה</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ופריסה ארצית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תפעול וניהול יעילים</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שמירה על איכות השירות</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28" name="Rectangle 27">
            <a:extLst>
              <a:ext uri="{FF2B5EF4-FFF2-40B4-BE49-F238E27FC236}">
                <a16:creationId xmlns:a16="http://schemas.microsoft.com/office/drawing/2014/main" id="{A95A52EA-1235-47E8-ABED-14800A2492CC}"/>
              </a:ext>
            </a:extLst>
          </p:cNvPr>
          <p:cNvSpPr/>
          <p:nvPr/>
        </p:nvSpPr>
        <p:spPr>
          <a:xfrm>
            <a:off x="7932682" y="1474773"/>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5966C8">
                    <a:lumMod val="40000"/>
                    <a:lumOff val="60000"/>
                  </a:srgbClr>
                </a:solidFill>
                <a:effectLst/>
                <a:uLnTx/>
                <a:uFillTx/>
                <a:latin typeface="Assistant" pitchFamily="2" charset="-79"/>
                <a:ea typeface="+mn-ea"/>
                <a:cs typeface="Calibri"/>
              </a:rPr>
              <a:t>01</a:t>
            </a:r>
          </a:p>
        </p:txBody>
      </p:sp>
      <p:sp>
        <p:nvSpPr>
          <p:cNvPr id="29" name="Rectangle 28">
            <a:extLst>
              <a:ext uri="{FF2B5EF4-FFF2-40B4-BE49-F238E27FC236}">
                <a16:creationId xmlns:a16="http://schemas.microsoft.com/office/drawing/2014/main" id="{E4D49931-4C3E-4CDB-8684-768F6FD99E9C}"/>
              </a:ext>
            </a:extLst>
          </p:cNvPr>
          <p:cNvSpPr/>
          <p:nvPr/>
        </p:nvSpPr>
        <p:spPr>
          <a:xfrm>
            <a:off x="7543246" y="998181"/>
            <a:ext cx="1958382" cy="504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30" name="Rectangle 29">
            <a:extLst>
              <a:ext uri="{FF2B5EF4-FFF2-40B4-BE49-F238E27FC236}">
                <a16:creationId xmlns:a16="http://schemas.microsoft.com/office/drawing/2014/main" id="{4D60C06D-0018-48DA-AECC-7B9EBEA706D6}"/>
              </a:ext>
            </a:extLst>
          </p:cNvPr>
          <p:cNvSpPr/>
          <p:nvPr/>
        </p:nvSpPr>
        <p:spPr>
          <a:xfrm>
            <a:off x="7241706" y="1812310"/>
            <a:ext cx="2561461" cy="420115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על בסיס מחקר השטח ועבודות קודמות שנעשו עבור משרד הרווחה גיבוש מודל שירות שכולל:</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תיאוריית שינוי לשירות והגדרת תוצאות למקבלי השירות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סל השירותים החברתיים </a:t>
            </a:r>
            <a:r>
              <a:rPr kumimoji="0" lang="he-IL" sz="160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בקהיל</a:t>
            </a:r>
            <a:r>
              <a:rPr lang="he-IL" sz="1600" dirty="0">
                <a:solidFill>
                  <a:srgbClr val="282828"/>
                </a:solidFill>
                <a:latin typeface="Calibri" panose="020F0502020204030204" pitchFamily="34" charset="0"/>
                <a:cs typeface="Calibri" panose="020F0502020204030204" pitchFamily="34" charset="0"/>
              </a:rPr>
              <a:t>ה, תוך מיקוד בשירותים בקהילות תומכות,</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הנדרשים לצורך מענה על הצרכים והתוצאות המצופות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הגדרה של התשומות והתפוקות הנדרשות לצורך הפעלת השירותים והקהילות התומכות</a:t>
            </a:r>
            <a:endPar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32" name="Rectangle 31">
            <a:extLst>
              <a:ext uri="{FF2B5EF4-FFF2-40B4-BE49-F238E27FC236}">
                <a16:creationId xmlns:a16="http://schemas.microsoft.com/office/drawing/2014/main" id="{DE7CDCA9-6EB0-4B89-96B5-408F15285181}"/>
              </a:ext>
            </a:extLst>
          </p:cNvPr>
          <p:cNvSpPr/>
          <p:nvPr/>
        </p:nvSpPr>
        <p:spPr>
          <a:xfrm>
            <a:off x="7565369" y="1096059"/>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מודל שירות</a:t>
            </a:r>
          </a:p>
        </p:txBody>
      </p:sp>
      <p:sp>
        <p:nvSpPr>
          <p:cNvPr id="33" name="Rectangle 32">
            <a:extLst>
              <a:ext uri="{FF2B5EF4-FFF2-40B4-BE49-F238E27FC236}">
                <a16:creationId xmlns:a16="http://schemas.microsoft.com/office/drawing/2014/main" id="{A09530C6-8FB3-434F-BA20-5882EF53C752}"/>
              </a:ext>
            </a:extLst>
          </p:cNvPr>
          <p:cNvSpPr/>
          <p:nvPr/>
        </p:nvSpPr>
        <p:spPr>
          <a:xfrm>
            <a:off x="2792218" y="1790276"/>
            <a:ext cx="2159762" cy="223138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על בסיס מודל השירות ומחקר השטח</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גיבוש מודל לוגי לשירותים בקהילה</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בניית מערך מדידה המתמקד הן בתוצאות עבור מקבל השירות והן באיכות השירות הניתן</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20" name="TextBox 19">
            <a:extLst>
              <a:ext uri="{FF2B5EF4-FFF2-40B4-BE49-F238E27FC236}">
                <a16:creationId xmlns:a16="http://schemas.microsoft.com/office/drawing/2014/main" id="{CA283181-F1E1-4D1B-887E-BB6BBA0CB737}"/>
              </a:ext>
            </a:extLst>
          </p:cNvPr>
          <p:cNvSpPr txBox="1"/>
          <p:nvPr/>
        </p:nvSpPr>
        <p:spPr>
          <a:xfrm>
            <a:off x="489818" y="6013460"/>
            <a:ext cx="11405974" cy="369332"/>
          </a:xfrm>
          <a:prstGeom prst="rect">
            <a:avLst/>
          </a:prstGeom>
          <a:noFill/>
        </p:spPr>
        <p:txBody>
          <a:bodyPr wrap="square" rtlCol="1">
            <a:spAutoFit/>
          </a:bodyPr>
          <a:lstStyle/>
          <a:p>
            <a:pPr algn="r" rtl="1"/>
            <a:r>
              <a:rPr lang="he-IL" dirty="0">
                <a:latin typeface="Calibri" panose="020F0502020204030204" pitchFamily="34" charset="0"/>
                <a:cs typeface="Calibri" panose="020F0502020204030204" pitchFamily="34" charset="0"/>
              </a:rPr>
              <a:t>תוצר: תכנית יישומית להרחבת השירות – ראו הרחבה בשקף הבא</a:t>
            </a:r>
          </a:p>
        </p:txBody>
      </p:sp>
    </p:spTree>
    <p:extLst>
      <p:ext uri="{BB962C8B-B14F-4D97-AF65-F5344CB8AC3E}">
        <p14:creationId xmlns:p14="http://schemas.microsoft.com/office/powerpoint/2010/main" val="848427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79E82-7A39-4A70-8972-AA0F2DACBC4C}"/>
              </a:ext>
            </a:extLst>
          </p:cNvPr>
          <p:cNvSpPr>
            <a:spLocks noGrp="1"/>
          </p:cNvSpPr>
          <p:nvPr>
            <p:ph type="title"/>
          </p:nvPr>
        </p:nvSpPr>
        <p:spPr>
          <a:xfrm>
            <a:off x="1225480" y="392713"/>
            <a:ext cx="10515600" cy="555475"/>
          </a:xfrm>
        </p:spPr>
        <p:txBody>
          <a:bodyPr/>
          <a:lstStyle/>
          <a:p>
            <a:r>
              <a:rPr lang="he-IL" dirty="0" err="1"/>
              <a:t>התכנית</a:t>
            </a:r>
            <a:r>
              <a:rPr lang="he-IL" dirty="0"/>
              <a:t> היישומית להרחבת השירותים תספק המלצות קונקרטיות שיאפשרו כתיבה ופרסום של מכרז רכש חברתי ותכלול: </a:t>
            </a:r>
          </a:p>
        </p:txBody>
      </p:sp>
      <p:sp>
        <p:nvSpPr>
          <p:cNvPr id="3" name="Slide Number Placeholder 2">
            <a:extLst>
              <a:ext uri="{FF2B5EF4-FFF2-40B4-BE49-F238E27FC236}">
                <a16:creationId xmlns:a16="http://schemas.microsoft.com/office/drawing/2014/main" id="{4E2ED8A3-4978-4626-972E-1FD7B1595474}"/>
              </a:ext>
            </a:extLst>
          </p:cNvPr>
          <p:cNvSpPr>
            <a:spLocks noGrp="1"/>
          </p:cNvSpPr>
          <p:nvPr>
            <p:ph type="sldNum" sz="quarter" idx="12"/>
          </p:nvPr>
        </p:nvSpPr>
        <p:spPr/>
        <p:txBody>
          <a:bodyPr/>
          <a:lstStyle/>
          <a:p>
            <a:fld id="{18F36642-002E-4C98-915B-826072CB88D7}" type="slidenum">
              <a:rPr lang="he-IL" smtClean="0"/>
              <a:t>7</a:t>
            </a:fld>
            <a:endParaRPr lang="he-IL"/>
          </a:p>
        </p:txBody>
      </p:sp>
      <p:sp>
        <p:nvSpPr>
          <p:cNvPr id="4" name="Rectangle 3">
            <a:extLst>
              <a:ext uri="{FF2B5EF4-FFF2-40B4-BE49-F238E27FC236}">
                <a16:creationId xmlns:a16="http://schemas.microsoft.com/office/drawing/2014/main" id="{D9EF84BF-4A75-4714-96A7-3809F43ADBA2}"/>
              </a:ext>
            </a:extLst>
          </p:cNvPr>
          <p:cNvSpPr/>
          <p:nvPr/>
        </p:nvSpPr>
        <p:spPr>
          <a:xfrm>
            <a:off x="319859" y="1458762"/>
            <a:ext cx="11590830" cy="5246838"/>
          </a:xfrm>
          <a:prstGeom prst="rect">
            <a:avLst/>
          </a:prstGeom>
          <a:solidFill>
            <a:schemeClr val="bg1"/>
          </a:solidFill>
          <a:effectLst>
            <a:outerShdw blurRad="254000" sx="102000" sy="102000" algn="ctr" rotWithShape="0">
              <a:schemeClr val="accent3">
                <a:lumMod val="50000"/>
                <a:alpha val="20000"/>
              </a:schemeClr>
            </a:outerShdw>
          </a:effectLst>
        </p:spPr>
        <p:txBody>
          <a:bodyPr wrap="square" lIns="108000" tIns="72000" rIns="108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srgbClr val="FAC300">
                    <a:lumMod val="60000"/>
                    <a:lumOff val="40000"/>
                  </a:srgbClr>
                </a:solidFill>
                <a:effectLst/>
                <a:uLnTx/>
                <a:uFillTx/>
                <a:latin typeface="Assistant" pitchFamily="2" charset="-79"/>
                <a:ea typeface="+mn-ea"/>
                <a:cs typeface="Calibri"/>
              </a:rPr>
              <a:t>04</a:t>
            </a:r>
            <a:endParaRPr kumimoji="0" lang="he-IL" sz="1600" b="1" i="0" u="none" strike="noStrike" kern="1200" cap="none" spc="0" normalizeH="0" baseline="0" noProof="0" dirty="0">
              <a:ln>
                <a:noFill/>
              </a:ln>
              <a:solidFill>
                <a:srgbClr val="FAC300">
                  <a:lumMod val="60000"/>
                  <a:lumOff val="40000"/>
                </a:srgbClr>
              </a:solidFill>
              <a:effectLst/>
              <a:uLnTx/>
              <a:uFillTx/>
              <a:latin typeface="Assistant" pitchFamily="2" charset="-79"/>
              <a:ea typeface="+mn-ea"/>
              <a:cs typeface="Calibri"/>
            </a:endParaRPr>
          </a:p>
        </p:txBody>
      </p:sp>
      <p:sp>
        <p:nvSpPr>
          <p:cNvPr id="5" name="Rectangle 4">
            <a:extLst>
              <a:ext uri="{FF2B5EF4-FFF2-40B4-BE49-F238E27FC236}">
                <a16:creationId xmlns:a16="http://schemas.microsoft.com/office/drawing/2014/main" id="{584FE7FF-FF79-4CBE-8DF3-FD80C82A38E9}"/>
              </a:ext>
            </a:extLst>
          </p:cNvPr>
          <p:cNvSpPr/>
          <p:nvPr/>
        </p:nvSpPr>
        <p:spPr>
          <a:xfrm>
            <a:off x="6360298"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5">
                    <a:lumMod val="40000"/>
                    <a:lumOff val="60000"/>
                  </a:schemeClr>
                </a:solidFill>
                <a:effectLst/>
                <a:uLnTx/>
                <a:uFillTx/>
                <a:latin typeface="Assistant" pitchFamily="2" charset="-79"/>
                <a:ea typeface="+mn-ea"/>
                <a:cs typeface="Calibri"/>
              </a:rPr>
              <a:t>02</a:t>
            </a:r>
          </a:p>
        </p:txBody>
      </p:sp>
      <p:sp>
        <p:nvSpPr>
          <p:cNvPr id="6" name="Rectangle 5">
            <a:extLst>
              <a:ext uri="{FF2B5EF4-FFF2-40B4-BE49-F238E27FC236}">
                <a16:creationId xmlns:a16="http://schemas.microsoft.com/office/drawing/2014/main" id="{314E619F-37CD-4A87-A317-E7F1753B416F}"/>
              </a:ext>
            </a:extLst>
          </p:cNvPr>
          <p:cNvSpPr/>
          <p:nvPr/>
        </p:nvSpPr>
        <p:spPr>
          <a:xfrm>
            <a:off x="4062127"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CA578">
                    <a:lumMod val="40000"/>
                    <a:lumOff val="60000"/>
                  </a:srgbClr>
                </a:solidFill>
                <a:effectLst/>
                <a:uLnTx/>
                <a:uFillTx/>
                <a:latin typeface="Assistant" pitchFamily="2" charset="-79"/>
                <a:ea typeface="+mn-ea"/>
                <a:cs typeface="Calibri"/>
              </a:rPr>
              <a:t>03</a:t>
            </a:r>
          </a:p>
        </p:txBody>
      </p:sp>
      <p:sp>
        <p:nvSpPr>
          <p:cNvPr id="8" name="Rectangle 7">
            <a:extLst>
              <a:ext uri="{FF2B5EF4-FFF2-40B4-BE49-F238E27FC236}">
                <a16:creationId xmlns:a16="http://schemas.microsoft.com/office/drawing/2014/main" id="{DDF4AB68-A703-447E-9D5A-F736720B8579}"/>
              </a:ext>
            </a:extLst>
          </p:cNvPr>
          <p:cNvSpPr/>
          <p:nvPr/>
        </p:nvSpPr>
        <p:spPr>
          <a:xfrm>
            <a:off x="5834777" y="1458762"/>
            <a:ext cx="1958382" cy="504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9" name="Rectangle 8">
            <a:extLst>
              <a:ext uri="{FF2B5EF4-FFF2-40B4-BE49-F238E27FC236}">
                <a16:creationId xmlns:a16="http://schemas.microsoft.com/office/drawing/2014/main" id="{95E44883-7839-4D9D-820E-9C42641782A3}"/>
              </a:ext>
            </a:extLst>
          </p:cNvPr>
          <p:cNvSpPr/>
          <p:nvPr/>
        </p:nvSpPr>
        <p:spPr>
          <a:xfrm>
            <a:off x="5901622" y="152516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מודל מכרזי</a:t>
            </a:r>
          </a:p>
        </p:txBody>
      </p:sp>
      <p:sp>
        <p:nvSpPr>
          <p:cNvPr id="10" name="Rectangle 9">
            <a:extLst>
              <a:ext uri="{FF2B5EF4-FFF2-40B4-BE49-F238E27FC236}">
                <a16:creationId xmlns:a16="http://schemas.microsoft.com/office/drawing/2014/main" id="{C49268F7-363F-483A-BBAF-E9FD7B18D2C2}"/>
              </a:ext>
            </a:extLst>
          </p:cNvPr>
          <p:cNvSpPr/>
          <p:nvPr/>
        </p:nvSpPr>
        <p:spPr>
          <a:xfrm>
            <a:off x="3131562" y="1525160"/>
            <a:ext cx="3351718"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srgbClr val="FFFFFF"/>
                </a:solidFill>
                <a:effectLst/>
                <a:uLnTx/>
                <a:uFillTx/>
                <a:latin typeface="Assistant" pitchFamily="2" charset="-79"/>
                <a:ea typeface="+mn-ea"/>
                <a:cs typeface="Calibri"/>
              </a:rPr>
              <a:t>סיווג לקהלי יעד ויצירת פרסונות מייצגות  </a:t>
            </a:r>
          </a:p>
        </p:txBody>
      </p:sp>
      <p:sp>
        <p:nvSpPr>
          <p:cNvPr id="11" name="Rectangle 10">
            <a:extLst>
              <a:ext uri="{FF2B5EF4-FFF2-40B4-BE49-F238E27FC236}">
                <a16:creationId xmlns:a16="http://schemas.microsoft.com/office/drawing/2014/main" id="{80286444-0F68-4272-9935-1A874464D02A}"/>
              </a:ext>
            </a:extLst>
          </p:cNvPr>
          <p:cNvSpPr/>
          <p:nvPr/>
        </p:nvSpPr>
        <p:spPr>
          <a:xfrm>
            <a:off x="3505145" y="1458762"/>
            <a:ext cx="1958382" cy="504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b="1" dirty="0">
                <a:solidFill>
                  <a:srgbClr val="FFFFFF"/>
                </a:solidFill>
                <a:latin typeface="Assistant" pitchFamily="2" charset="-79"/>
                <a:cs typeface="Calibri"/>
              </a:rPr>
              <a:t>מדידה ותמריצים למפעילים</a:t>
            </a:r>
            <a:endParaRPr kumimoji="0" lang="en-IL" sz="1400" b="1" i="0" u="none" strike="noStrike" kern="1200" cap="none" spc="0" normalizeH="0" baseline="0" noProof="0" dirty="0">
              <a:ln>
                <a:noFill/>
              </a:ln>
              <a:solidFill>
                <a:srgbClr val="FFFFFF"/>
              </a:solidFill>
              <a:effectLst/>
              <a:uLnTx/>
              <a:uFillTx/>
              <a:latin typeface="Assistant" pitchFamily="2" charset="-79"/>
              <a:ea typeface="+mn-ea"/>
              <a:cs typeface="Calibri"/>
            </a:endParaRPr>
          </a:p>
        </p:txBody>
      </p:sp>
      <p:sp>
        <p:nvSpPr>
          <p:cNvPr id="13" name="Rectangle 12">
            <a:extLst>
              <a:ext uri="{FF2B5EF4-FFF2-40B4-BE49-F238E27FC236}">
                <a16:creationId xmlns:a16="http://schemas.microsoft.com/office/drawing/2014/main" id="{72CF4EB9-BCE1-494A-AD4A-CD72D36A6709}"/>
              </a:ext>
            </a:extLst>
          </p:cNvPr>
          <p:cNvSpPr/>
          <p:nvPr/>
        </p:nvSpPr>
        <p:spPr>
          <a:xfrm>
            <a:off x="319859" y="2155203"/>
            <a:ext cx="11590830" cy="4318837"/>
          </a:xfrm>
          <a:prstGeom prst="rect">
            <a:avLst/>
          </a:prstGeom>
          <a:solidFill>
            <a:schemeClr val="accent2">
              <a:alpha val="30000"/>
            </a:schemeClr>
          </a:solidFill>
          <a:ln>
            <a:noFill/>
          </a:ln>
        </p:spPr>
        <p:style>
          <a:lnRef idx="2">
            <a:schemeClr val="accent2"/>
          </a:lnRef>
          <a:fillRef idx="1">
            <a:schemeClr val="lt1"/>
          </a:fillRef>
          <a:effectRef idx="0">
            <a:schemeClr val="accent2"/>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282828"/>
              </a:solidFill>
              <a:effectLst/>
              <a:uLnTx/>
              <a:uFillTx/>
              <a:latin typeface="Calibri"/>
              <a:ea typeface="+mn-ea"/>
              <a:cs typeface="Calibri"/>
            </a:endParaRPr>
          </a:p>
        </p:txBody>
      </p:sp>
      <p:sp>
        <p:nvSpPr>
          <p:cNvPr id="14" name="Rectangle 13">
            <a:extLst>
              <a:ext uri="{FF2B5EF4-FFF2-40B4-BE49-F238E27FC236}">
                <a16:creationId xmlns:a16="http://schemas.microsoft.com/office/drawing/2014/main" id="{66D83251-9899-4EB1-A472-90212B015134}"/>
              </a:ext>
            </a:extLst>
          </p:cNvPr>
          <p:cNvSpPr/>
          <p:nvPr/>
        </p:nvSpPr>
        <p:spPr>
          <a:xfrm>
            <a:off x="5615843" y="2272891"/>
            <a:ext cx="2327961" cy="4278094"/>
          </a:xfrm>
          <a:prstGeom prst="rect">
            <a:avLst/>
          </a:prstGeom>
        </p:spPr>
        <p:txBody>
          <a:bodyPr wrap="square">
            <a:spAutoFit/>
          </a:bodyPr>
          <a:lstStyle/>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המלצה על המודל </a:t>
            </a:r>
            <a:r>
              <a:rPr kumimoji="0" lang="he-IL" sz="160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המכרזי</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מבין מגוון האפשרויות (מכרז רשימה/מכרז מסגרת/מכרז אחיד לרשויות מקומיות וכו') שיאפשר הרחבה ופריסה ארצית של השירות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המלצה על תנאי סף למפעילים ואמות מידה להערכת הצעות שיאפשרו הרחבה של השירות ופריסה ארצית לצד שמירה על איכות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המלצה למודל תשלום למפעילים (תעריף קבוע/פר תפוקה/מבוסס תוצאות וכו')</a:t>
            </a: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15" name="Rectangle 14">
            <a:extLst>
              <a:ext uri="{FF2B5EF4-FFF2-40B4-BE49-F238E27FC236}">
                <a16:creationId xmlns:a16="http://schemas.microsoft.com/office/drawing/2014/main" id="{0688B5FF-A03C-45BB-B225-E8E82A3A4909}"/>
              </a:ext>
            </a:extLst>
          </p:cNvPr>
          <p:cNvSpPr/>
          <p:nvPr/>
        </p:nvSpPr>
        <p:spPr>
          <a:xfrm>
            <a:off x="8553845"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5966C8">
                    <a:lumMod val="40000"/>
                    <a:lumOff val="60000"/>
                  </a:srgbClr>
                </a:solidFill>
                <a:effectLst/>
                <a:uLnTx/>
                <a:uFillTx/>
                <a:latin typeface="Assistant" pitchFamily="2" charset="-79"/>
                <a:ea typeface="+mn-ea"/>
                <a:cs typeface="Calibri"/>
              </a:rPr>
              <a:t>01</a:t>
            </a:r>
          </a:p>
        </p:txBody>
      </p:sp>
      <p:sp>
        <p:nvSpPr>
          <p:cNvPr id="16" name="Rectangle 15">
            <a:extLst>
              <a:ext uri="{FF2B5EF4-FFF2-40B4-BE49-F238E27FC236}">
                <a16:creationId xmlns:a16="http://schemas.microsoft.com/office/drawing/2014/main" id="{70674E81-2764-4C61-9183-50C01E3974BA}"/>
              </a:ext>
            </a:extLst>
          </p:cNvPr>
          <p:cNvSpPr/>
          <p:nvPr/>
        </p:nvSpPr>
        <p:spPr>
          <a:xfrm>
            <a:off x="8164409" y="1458762"/>
            <a:ext cx="1958382" cy="504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17" name="Rectangle 16">
            <a:extLst>
              <a:ext uri="{FF2B5EF4-FFF2-40B4-BE49-F238E27FC236}">
                <a16:creationId xmlns:a16="http://schemas.microsoft.com/office/drawing/2014/main" id="{37EEC348-5BC4-42BA-A964-99AB89A7725B}"/>
              </a:ext>
            </a:extLst>
          </p:cNvPr>
          <p:cNvSpPr/>
          <p:nvPr/>
        </p:nvSpPr>
        <p:spPr>
          <a:xfrm>
            <a:off x="7986505" y="2272891"/>
            <a:ext cx="2159762" cy="4201150"/>
          </a:xfrm>
          <a:prstGeom prst="rect">
            <a:avLst/>
          </a:prstGeom>
        </p:spPr>
        <p:txBody>
          <a:bodyPr wrap="square">
            <a:spAutoFit/>
          </a:bodyPr>
          <a:lstStyle/>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המלצה לגבי כוח האדם (כולל דרישות השכלה, ניסיון והכשרה) הנדרש להפעלת השירות הן מול מקבל השירות והן במעטפת המקצועית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המלצה לגבי אופן </a:t>
            </a:r>
            <a:r>
              <a:rPr lang="he-IL" sz="1600" dirty="0" err="1">
                <a:solidFill>
                  <a:srgbClr val="282828"/>
                </a:solidFill>
                <a:latin typeface="Calibri" panose="020F0502020204030204" pitchFamily="34" charset="0"/>
                <a:cs typeface="Calibri" panose="020F0502020204030204" pitchFamily="34" charset="0"/>
              </a:rPr>
              <a:t>ההפנייה</a:t>
            </a:r>
            <a:r>
              <a:rPr lang="he-IL" sz="1600" dirty="0">
                <a:solidFill>
                  <a:srgbClr val="282828"/>
                </a:solidFill>
                <a:latin typeface="Calibri" panose="020F0502020204030204" pitchFamily="34" charset="0"/>
                <a:cs typeface="Calibri" panose="020F0502020204030204" pitchFamily="34" charset="0"/>
              </a:rPr>
              <a:t> לקבלת השירותים, התאמת הסל האישי, בנייה מעקב ועדכון של </a:t>
            </a:r>
            <a:r>
              <a:rPr lang="he-IL" sz="1600" dirty="0" err="1">
                <a:solidFill>
                  <a:srgbClr val="282828"/>
                </a:solidFill>
                <a:latin typeface="Calibri" panose="020F0502020204030204" pitchFamily="34" charset="0"/>
                <a:cs typeface="Calibri" panose="020F0502020204030204" pitchFamily="34" charset="0"/>
              </a:rPr>
              <a:t>תכניות</a:t>
            </a:r>
            <a:r>
              <a:rPr lang="he-IL" sz="1600" dirty="0">
                <a:solidFill>
                  <a:srgbClr val="282828"/>
                </a:solidFill>
                <a:latin typeface="Calibri" panose="020F0502020204030204" pitchFamily="34" charset="0"/>
                <a:cs typeface="Calibri" panose="020F0502020204030204" pitchFamily="34" charset="0"/>
              </a:rPr>
              <a:t> אישיות למקבל השירות</a:t>
            </a:r>
            <a:endPar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endParaRP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lang="he-IL" sz="1600" dirty="0">
                <a:solidFill>
                  <a:srgbClr val="282828"/>
                </a:solidFill>
                <a:latin typeface="Calibri" panose="020F0502020204030204" pitchFamily="34" charset="0"/>
                <a:cs typeface="Calibri" panose="020F0502020204030204" pitchFamily="34" charset="0"/>
              </a:rPr>
              <a:t>המלצה בנוגע לשירותים שיש לכלול בקהילות התומכות ובשירותים נדרשים נוספים בקהילה</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18" name="Rectangle 17">
            <a:extLst>
              <a:ext uri="{FF2B5EF4-FFF2-40B4-BE49-F238E27FC236}">
                <a16:creationId xmlns:a16="http://schemas.microsoft.com/office/drawing/2014/main" id="{AA9ADD4C-33E5-41DF-88B9-E037B35656AC}"/>
              </a:ext>
            </a:extLst>
          </p:cNvPr>
          <p:cNvSpPr/>
          <p:nvPr/>
        </p:nvSpPr>
        <p:spPr>
          <a:xfrm>
            <a:off x="8186532" y="155664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מודל שירות</a:t>
            </a:r>
          </a:p>
        </p:txBody>
      </p:sp>
      <p:sp>
        <p:nvSpPr>
          <p:cNvPr id="19" name="Rectangle 18">
            <a:extLst>
              <a:ext uri="{FF2B5EF4-FFF2-40B4-BE49-F238E27FC236}">
                <a16:creationId xmlns:a16="http://schemas.microsoft.com/office/drawing/2014/main" id="{ACCA7277-426F-4B0C-B526-E8D239B353CD}"/>
              </a:ext>
            </a:extLst>
          </p:cNvPr>
          <p:cNvSpPr/>
          <p:nvPr/>
        </p:nvSpPr>
        <p:spPr>
          <a:xfrm>
            <a:off x="3413381" y="2250857"/>
            <a:ext cx="2159762" cy="2477601"/>
          </a:xfrm>
          <a:prstGeom prst="rect">
            <a:avLst/>
          </a:prstGeom>
        </p:spPr>
        <p:txBody>
          <a:bodyPr wrap="square">
            <a:spAutoFit/>
          </a:bodyPr>
          <a:lstStyle/>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המלצות על מדדים שיש לכלול במכרז + תכנית להטמעת המדידה בשירות</a:t>
            </a:r>
          </a:p>
          <a:p>
            <a:pPr marL="228600" marR="0" lvl="0" indent="-228600" algn="r" defTabSz="914400" rtl="1" eaLnBrk="1" fontAlgn="auto" latinLnBrk="0" hangingPunct="1">
              <a:lnSpc>
                <a:spcPct val="100000"/>
              </a:lnSpc>
              <a:spcBef>
                <a:spcPts val="0"/>
              </a:spcBef>
              <a:spcAft>
                <a:spcPts val="0"/>
              </a:spcAft>
              <a:buClr>
                <a:srgbClr val="9FCEC0"/>
              </a:buClr>
              <a:buSzTx/>
              <a:buFontTx/>
              <a:buAutoNum type="arabicPeriod"/>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המלצות לתמריצים כלכליים למפעילים שיכללו במכרז ויקושרו לתוצאות נדרשות מהשירות</a:t>
            </a:r>
            <a:endParaRPr kumimoji="0" lang="he-IL" sz="1600" i="0" u="none" strike="noStrike" kern="1200" cap="none" spc="0" normalizeH="0" baseline="0" noProof="0" dirty="0">
              <a:ln>
                <a:noFill/>
              </a:ln>
              <a:solidFill>
                <a:srgbClr val="282828"/>
              </a:solidFill>
              <a:effectLst/>
              <a:uLnTx/>
              <a:uFillTx/>
              <a:latin typeface="Calibri"/>
              <a:ea typeface="+mn-ea"/>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Tree>
    <p:extLst>
      <p:ext uri="{BB962C8B-B14F-4D97-AF65-F5344CB8AC3E}">
        <p14:creationId xmlns:p14="http://schemas.microsoft.com/office/powerpoint/2010/main" val="3971242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txBox="1">
            <a:spLocks/>
          </p:cNvSpPr>
          <p:nvPr/>
        </p:nvSpPr>
        <p:spPr>
          <a:xfrm>
            <a:off x="528176" y="1013989"/>
            <a:ext cx="11343965" cy="6478194"/>
          </a:xfrm>
          <a:prstGeom prst="rect">
            <a:avLst/>
          </a:prstGeom>
        </p:spPr>
        <p:txBody>
          <a:bodyPr>
            <a:no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r" defTabSz="914400" rtl="1" eaLnBrk="1" fontAlgn="auto" latinLnBrk="0" hangingPunct="1">
              <a:lnSpc>
                <a:spcPct val="100000"/>
              </a:lnSpc>
              <a:spcBef>
                <a:spcPct val="20000"/>
              </a:spcBef>
              <a:spcAft>
                <a:spcPts val="0"/>
              </a:spcAft>
              <a:buClrTx/>
              <a:buSzTx/>
              <a:buFont typeface="Arial" pitchFamily="34" charset="0"/>
              <a:buNone/>
              <a:tabLst/>
              <a:defRPr/>
            </a:pPr>
            <a:endPar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מציין מיקום של מספר שקופית 3"/>
          <p:cNvSpPr>
            <a:spLocks noGrp="1"/>
          </p:cNvSpPr>
          <p:nvPr>
            <p:ph type="sldNum" sz="quarter" idx="12"/>
          </p:nvPr>
        </p:nvSpPr>
        <p:spPr>
          <a:prstGeom prst="rect">
            <a:avLst/>
          </a:prstGeom>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90BAB6C6-5707-44BC-AB11-1F797F972D15}"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Calibri" panose="020F050202020403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8</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Calibri" panose="020F0502020204030204" pitchFamily="34" charset="0"/>
            </a:endParaRPr>
          </a:p>
        </p:txBody>
      </p:sp>
      <p:cxnSp>
        <p:nvCxnSpPr>
          <p:cNvPr id="12" name="Straight Connector 11">
            <a:extLst>
              <a:ext uri="{FF2B5EF4-FFF2-40B4-BE49-F238E27FC236}">
                <a16:creationId xmlns:a16="http://schemas.microsoft.com/office/drawing/2014/main" id="{D11292E5-8359-49E5-AE48-6DAA9A82B116}"/>
              </a:ext>
            </a:extLst>
          </p:cNvPr>
          <p:cNvCxnSpPr/>
          <p:nvPr/>
        </p:nvCxnSpPr>
        <p:spPr>
          <a:xfrm>
            <a:off x="12128248" y="478699"/>
            <a:ext cx="0" cy="708751"/>
          </a:xfrm>
          <a:prstGeom prst="line">
            <a:avLst/>
          </a:prstGeom>
          <a:noFill/>
          <a:ln w="127000" cap="flat" cmpd="sng" algn="ctr">
            <a:solidFill>
              <a:srgbClr val="FAC300"/>
            </a:solidFill>
            <a:prstDash val="solid"/>
            <a:miter lim="800000"/>
          </a:ln>
          <a:effectLst/>
        </p:spPr>
      </p:cxnSp>
      <p:pic>
        <p:nvPicPr>
          <p:cNvPr id="7" name="Picture 6" descr="Logo&#10;&#10;Description automatically generated">
            <a:extLst>
              <a:ext uri="{FF2B5EF4-FFF2-40B4-BE49-F238E27FC236}">
                <a16:creationId xmlns:a16="http://schemas.microsoft.com/office/drawing/2014/main" id="{0D42A835-004E-440A-A447-A6A07C8B55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4558" y="6432362"/>
            <a:ext cx="311609" cy="365125"/>
          </a:xfrm>
          <a:prstGeom prst="rect">
            <a:avLst/>
          </a:prstGeom>
        </p:spPr>
      </p:pic>
      <p:sp>
        <p:nvSpPr>
          <p:cNvPr id="8" name="Title 7">
            <a:extLst>
              <a:ext uri="{FF2B5EF4-FFF2-40B4-BE49-F238E27FC236}">
                <a16:creationId xmlns:a16="http://schemas.microsoft.com/office/drawing/2014/main" id="{C2A2B709-0B17-43B9-8ECC-6DBF8AB99DA5}"/>
              </a:ext>
            </a:extLst>
          </p:cNvPr>
          <p:cNvSpPr>
            <a:spLocks noGrp="1"/>
          </p:cNvSpPr>
          <p:nvPr>
            <p:ph type="title"/>
          </p:nvPr>
        </p:nvSpPr>
        <p:spPr>
          <a:xfrm>
            <a:off x="466167" y="397025"/>
            <a:ext cx="11466419" cy="555475"/>
          </a:xfrm>
        </p:spPr>
        <p:txBody>
          <a:bodyPr/>
          <a:lstStyle/>
          <a:p>
            <a:r>
              <a:rPr lang="he-IL" dirty="0"/>
              <a:t>פלטפורמה דיגיטלית לאמצעי תשלום לבני משפחה מטפלים</a:t>
            </a:r>
          </a:p>
        </p:txBody>
      </p:sp>
      <p:sp>
        <p:nvSpPr>
          <p:cNvPr id="10" name="Rectangle 9">
            <a:extLst>
              <a:ext uri="{FF2B5EF4-FFF2-40B4-BE49-F238E27FC236}">
                <a16:creationId xmlns:a16="http://schemas.microsoft.com/office/drawing/2014/main" id="{59992B2B-AB44-49DA-A1D9-B66FCE7854FB}"/>
              </a:ext>
            </a:extLst>
          </p:cNvPr>
          <p:cNvSpPr/>
          <p:nvPr/>
        </p:nvSpPr>
        <p:spPr>
          <a:xfrm>
            <a:off x="319859" y="1458762"/>
            <a:ext cx="11590830" cy="4953907"/>
          </a:xfrm>
          <a:prstGeom prst="rect">
            <a:avLst/>
          </a:prstGeom>
          <a:solidFill>
            <a:schemeClr val="bg1"/>
          </a:solidFill>
          <a:effectLst>
            <a:outerShdw blurRad="254000" sx="102000" sy="102000" algn="ctr" rotWithShape="0">
              <a:schemeClr val="accent3">
                <a:lumMod val="50000"/>
                <a:alpha val="20000"/>
              </a:schemeClr>
            </a:outerShdw>
          </a:effectLst>
        </p:spPr>
        <p:txBody>
          <a:bodyPr wrap="square" lIns="108000" tIns="72000" rIns="10800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600" b="1" i="0" u="none" strike="noStrike" kern="1200" cap="none" spc="0" normalizeH="0" baseline="0" noProof="0" dirty="0">
              <a:ln>
                <a:noFill/>
              </a:ln>
              <a:solidFill>
                <a:srgbClr val="FAC300">
                  <a:lumMod val="60000"/>
                  <a:lumOff val="40000"/>
                </a:srgbClr>
              </a:solidFill>
              <a:effectLst/>
              <a:uLnTx/>
              <a:uFillTx/>
              <a:latin typeface="Assistant" pitchFamily="2" charset="-79"/>
              <a:ea typeface="+mn-ea"/>
              <a:cs typeface="Calibri"/>
            </a:endParaRPr>
          </a:p>
        </p:txBody>
      </p:sp>
      <p:sp>
        <p:nvSpPr>
          <p:cNvPr id="14" name="Rectangle 13">
            <a:extLst>
              <a:ext uri="{FF2B5EF4-FFF2-40B4-BE49-F238E27FC236}">
                <a16:creationId xmlns:a16="http://schemas.microsoft.com/office/drawing/2014/main" id="{08CDC014-ABCB-48EF-AF30-7C998BAE33F8}"/>
              </a:ext>
            </a:extLst>
          </p:cNvPr>
          <p:cNvSpPr/>
          <p:nvPr/>
        </p:nvSpPr>
        <p:spPr>
          <a:xfrm>
            <a:off x="4406896" y="1945326"/>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chemeClr val="accent5">
                    <a:lumMod val="40000"/>
                    <a:lumOff val="60000"/>
                  </a:schemeClr>
                </a:solidFill>
                <a:effectLst/>
                <a:uLnTx/>
                <a:uFillTx/>
                <a:latin typeface="Assistant" pitchFamily="2" charset="-79"/>
                <a:ea typeface="+mn-ea"/>
                <a:cs typeface="Calibri"/>
              </a:rPr>
              <a:t>02</a:t>
            </a:r>
          </a:p>
        </p:txBody>
      </p:sp>
      <p:sp>
        <p:nvSpPr>
          <p:cNvPr id="17" name="Rectangle 16">
            <a:extLst>
              <a:ext uri="{FF2B5EF4-FFF2-40B4-BE49-F238E27FC236}">
                <a16:creationId xmlns:a16="http://schemas.microsoft.com/office/drawing/2014/main" id="{512C46F2-7A75-4C33-B65E-187549E3B033}"/>
              </a:ext>
            </a:extLst>
          </p:cNvPr>
          <p:cNvSpPr/>
          <p:nvPr/>
        </p:nvSpPr>
        <p:spPr>
          <a:xfrm>
            <a:off x="3881375" y="1458762"/>
            <a:ext cx="1958382" cy="5040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22" name="Rectangle 21">
            <a:extLst>
              <a:ext uri="{FF2B5EF4-FFF2-40B4-BE49-F238E27FC236}">
                <a16:creationId xmlns:a16="http://schemas.microsoft.com/office/drawing/2014/main" id="{02CB8E18-F35F-43A1-9BD8-40F901095227}"/>
              </a:ext>
            </a:extLst>
          </p:cNvPr>
          <p:cNvSpPr/>
          <p:nvPr/>
        </p:nvSpPr>
        <p:spPr>
          <a:xfrm>
            <a:off x="3948220" y="152516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תכנית ליישום והטמעה</a:t>
            </a:r>
          </a:p>
        </p:txBody>
      </p:sp>
      <p:sp>
        <p:nvSpPr>
          <p:cNvPr id="31" name="Rectangle 30">
            <a:extLst>
              <a:ext uri="{FF2B5EF4-FFF2-40B4-BE49-F238E27FC236}">
                <a16:creationId xmlns:a16="http://schemas.microsoft.com/office/drawing/2014/main" id="{2DBB9190-EA24-450B-A72A-16B4EDF9BF5F}"/>
              </a:ext>
            </a:extLst>
          </p:cNvPr>
          <p:cNvSpPr/>
          <p:nvPr/>
        </p:nvSpPr>
        <p:spPr>
          <a:xfrm>
            <a:off x="319859" y="2155204"/>
            <a:ext cx="11590830" cy="3554385"/>
          </a:xfrm>
          <a:prstGeom prst="rect">
            <a:avLst/>
          </a:prstGeom>
          <a:solidFill>
            <a:schemeClr val="accent2">
              <a:alpha val="30000"/>
            </a:schemeClr>
          </a:solidFill>
          <a:ln>
            <a:noFill/>
          </a:ln>
        </p:spPr>
        <p:style>
          <a:lnRef idx="2">
            <a:schemeClr val="accent2"/>
          </a:lnRef>
          <a:fillRef idx="1">
            <a:schemeClr val="lt1"/>
          </a:fillRef>
          <a:effectRef idx="0">
            <a:schemeClr val="accent2"/>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dirty="0">
              <a:ln>
                <a:noFill/>
              </a:ln>
              <a:solidFill>
                <a:srgbClr val="282828"/>
              </a:solidFill>
              <a:effectLst/>
              <a:uLnTx/>
              <a:uFillTx/>
              <a:latin typeface="Calibri"/>
              <a:ea typeface="+mn-ea"/>
              <a:cs typeface="Calibri"/>
            </a:endParaRPr>
          </a:p>
        </p:txBody>
      </p:sp>
      <p:sp>
        <p:nvSpPr>
          <p:cNvPr id="43" name="Rectangle 42">
            <a:extLst>
              <a:ext uri="{FF2B5EF4-FFF2-40B4-BE49-F238E27FC236}">
                <a16:creationId xmlns:a16="http://schemas.microsoft.com/office/drawing/2014/main" id="{C27727A5-8734-4903-82E2-B52640D853E9}"/>
              </a:ext>
            </a:extLst>
          </p:cNvPr>
          <p:cNvSpPr/>
          <p:nvPr/>
        </p:nvSpPr>
        <p:spPr>
          <a:xfrm>
            <a:off x="3787940" y="2272891"/>
            <a:ext cx="2159762" cy="830997"/>
          </a:xfrm>
          <a:prstGeom prst="rect">
            <a:avLst/>
          </a:prstGeom>
        </p:spPr>
        <p:txBody>
          <a:bodyPr wrap="square">
            <a:spAutoFit/>
          </a:bodyPr>
          <a:lstStyle/>
          <a:p>
            <a:pPr lvl="0" algn="r" rtl="1">
              <a:buClr>
                <a:srgbClr val="9FCEC0"/>
              </a:buClr>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המלצה על החלופה מועדפת </a:t>
            </a:r>
            <a:r>
              <a:rPr kumimoji="0" lang="he-IL" sz="160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ותכנית</a:t>
            </a: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אופרטיבית להטמעתה בשירות.</a:t>
            </a: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28" name="Rectangle 27">
            <a:extLst>
              <a:ext uri="{FF2B5EF4-FFF2-40B4-BE49-F238E27FC236}">
                <a16:creationId xmlns:a16="http://schemas.microsoft.com/office/drawing/2014/main" id="{A95A52EA-1235-47E8-ABED-14800A2492CC}"/>
              </a:ext>
            </a:extLst>
          </p:cNvPr>
          <p:cNvSpPr/>
          <p:nvPr/>
        </p:nvSpPr>
        <p:spPr>
          <a:xfrm>
            <a:off x="6600443" y="1935354"/>
            <a:ext cx="1025082" cy="244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5966C8">
                    <a:lumMod val="40000"/>
                    <a:lumOff val="60000"/>
                  </a:srgbClr>
                </a:solidFill>
                <a:effectLst/>
                <a:uLnTx/>
                <a:uFillTx/>
                <a:latin typeface="Assistant" pitchFamily="2" charset="-79"/>
                <a:ea typeface="+mn-ea"/>
                <a:cs typeface="Calibri"/>
              </a:rPr>
              <a:t>01</a:t>
            </a:r>
          </a:p>
        </p:txBody>
      </p:sp>
      <p:sp>
        <p:nvSpPr>
          <p:cNvPr id="29" name="Rectangle 28">
            <a:extLst>
              <a:ext uri="{FF2B5EF4-FFF2-40B4-BE49-F238E27FC236}">
                <a16:creationId xmlns:a16="http://schemas.microsoft.com/office/drawing/2014/main" id="{E4D49931-4C3E-4CDB-8684-768F6FD99E9C}"/>
              </a:ext>
            </a:extLst>
          </p:cNvPr>
          <p:cNvSpPr/>
          <p:nvPr/>
        </p:nvSpPr>
        <p:spPr>
          <a:xfrm>
            <a:off x="6211007" y="1458762"/>
            <a:ext cx="1958382" cy="504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FFFFFF"/>
              </a:solidFill>
              <a:effectLst/>
              <a:uLnTx/>
              <a:uFillTx/>
              <a:latin typeface="Calibri"/>
              <a:ea typeface="+mn-ea"/>
              <a:cs typeface="Calibri"/>
            </a:endParaRPr>
          </a:p>
        </p:txBody>
      </p:sp>
      <p:sp>
        <p:nvSpPr>
          <p:cNvPr id="30" name="Rectangle 29">
            <a:extLst>
              <a:ext uri="{FF2B5EF4-FFF2-40B4-BE49-F238E27FC236}">
                <a16:creationId xmlns:a16="http://schemas.microsoft.com/office/drawing/2014/main" id="{4D60C06D-0018-48DA-AECC-7B9EBEA706D6}"/>
              </a:ext>
            </a:extLst>
          </p:cNvPr>
          <p:cNvSpPr/>
          <p:nvPr/>
        </p:nvSpPr>
        <p:spPr>
          <a:xfrm>
            <a:off x="6033103" y="2291766"/>
            <a:ext cx="2159762" cy="247760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
                <a:srgbClr val="9FCEC0"/>
              </a:buClr>
              <a:buSzTx/>
              <a:buFontTx/>
              <a:buNone/>
              <a:tabLst/>
              <a:defRPr/>
            </a:pPr>
            <a:r>
              <a:rPr kumimoji="0" lang="he-IL" sz="160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הגדרת קריטריונים חובה לפתרון הרצוי בהתאם למידע שיתקבל ממשרד הרווחה על הקשיים והצרכים  ובחינת פתרונות קיימים (במידה ויש) מבוססי דיגיטל שיתנו מענה הן לצרכים והן ולחובות הרגולטוריות</a:t>
            </a:r>
            <a:endParaRPr lang="he-IL" sz="1600" dirty="0">
              <a:solidFill>
                <a:srgbClr val="282828"/>
              </a:solidFill>
              <a:latin typeface="Calibri" panose="020F0502020204030204" pitchFamily="34" charset="0"/>
              <a:cs typeface="Calibri" panose="020F05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100" i="0" u="none" strike="noStrike" kern="1200" cap="none" spc="0" normalizeH="0" baseline="0" noProof="0" dirty="0">
              <a:ln>
                <a:noFill/>
              </a:ln>
              <a:solidFill>
                <a:srgbClr val="282828"/>
              </a:solidFill>
              <a:effectLst/>
              <a:uLnTx/>
              <a:uFillTx/>
              <a:latin typeface="Calibri"/>
              <a:ea typeface="+mn-ea"/>
              <a:cs typeface="Calibri"/>
            </a:endParaRPr>
          </a:p>
        </p:txBody>
      </p:sp>
      <p:sp>
        <p:nvSpPr>
          <p:cNvPr id="32" name="Rectangle 31">
            <a:extLst>
              <a:ext uri="{FF2B5EF4-FFF2-40B4-BE49-F238E27FC236}">
                <a16:creationId xmlns:a16="http://schemas.microsoft.com/office/drawing/2014/main" id="{DE7CDCA9-6EB0-4B89-96B5-408F15285181}"/>
              </a:ext>
            </a:extLst>
          </p:cNvPr>
          <p:cNvSpPr/>
          <p:nvPr/>
        </p:nvSpPr>
        <p:spPr>
          <a:xfrm>
            <a:off x="6233130" y="1556640"/>
            <a:ext cx="1942435" cy="302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FFFFFF"/>
                </a:solidFill>
                <a:effectLst/>
                <a:uLnTx/>
                <a:uFillTx/>
                <a:latin typeface="Assistant" pitchFamily="2" charset="-79"/>
                <a:ea typeface="+mn-ea"/>
                <a:cs typeface="Calibri"/>
              </a:rPr>
              <a:t>סקירת שוק</a:t>
            </a:r>
          </a:p>
        </p:txBody>
      </p:sp>
    </p:spTree>
    <p:extLst>
      <p:ext uri="{BB962C8B-B14F-4D97-AF65-F5344CB8AC3E}">
        <p14:creationId xmlns:p14="http://schemas.microsoft.com/office/powerpoint/2010/main" val="2225265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B55A1-9145-4B56-B49E-FB65AF254A65}"/>
              </a:ext>
            </a:extLst>
          </p:cNvPr>
          <p:cNvSpPr>
            <a:spLocks noGrp="1"/>
          </p:cNvSpPr>
          <p:nvPr>
            <p:ph type="title"/>
          </p:nvPr>
        </p:nvSpPr>
        <p:spPr>
          <a:xfrm>
            <a:off x="1490063" y="491620"/>
            <a:ext cx="10515600" cy="555475"/>
          </a:xfrm>
        </p:spPr>
        <p:txBody>
          <a:bodyPr/>
          <a:lstStyle/>
          <a:p>
            <a:r>
              <a:rPr lang="he-IL" dirty="0"/>
              <a:t>תמחור</a:t>
            </a:r>
          </a:p>
        </p:txBody>
      </p:sp>
      <p:sp>
        <p:nvSpPr>
          <p:cNvPr id="4" name="מציין מיקום של מספר שקופית 3">
            <a:extLst>
              <a:ext uri="{FF2B5EF4-FFF2-40B4-BE49-F238E27FC236}">
                <a16:creationId xmlns:a16="http://schemas.microsoft.com/office/drawing/2014/main" id="{FD3CCB3E-4E1E-47D0-B88D-C4D9260F28A2}"/>
              </a:ext>
            </a:extLst>
          </p:cNvPr>
          <p:cNvSpPr txBox="1">
            <a:spLocks/>
          </p:cNvSpPr>
          <p:nvPr/>
        </p:nvSpPr>
        <p:spPr>
          <a:xfrm>
            <a:off x="0" y="67580"/>
            <a:ext cx="490393" cy="365125"/>
          </a:xfrm>
          <a:prstGeom prst="rect">
            <a:avLst/>
          </a:prstGeom>
        </p:spPr>
        <p:txBody>
          <a:bodyPr/>
          <a:ls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rtl="1">
              <a:defRPr/>
            </a:pPr>
            <a:fld id="{90BAB6C6-5707-44BC-AB11-1F797F972D15}" type="slidenum">
              <a:rPr lang="he-IL" sz="1200" smtClean="0">
                <a:solidFill>
                  <a:prstClr val="black">
                    <a:tint val="75000"/>
                  </a:prstClr>
                </a:solidFill>
                <a:latin typeface="Calibri" panose="020F0502020204030204"/>
                <a:cs typeface="Calibri" panose="020F0502020204030204" pitchFamily="34" charset="0"/>
              </a:rPr>
              <a:pPr algn="r" rtl="1">
                <a:defRPr/>
              </a:pPr>
              <a:t>9</a:t>
            </a:fld>
            <a:endParaRPr lang="he-IL" sz="1200" dirty="0">
              <a:solidFill>
                <a:prstClr val="black">
                  <a:tint val="75000"/>
                </a:prstClr>
              </a:solidFill>
              <a:latin typeface="Calibri" panose="020F0502020204030204"/>
              <a:cs typeface="Calibri" panose="020F0502020204030204" pitchFamily="34" charset="0"/>
            </a:endParaRPr>
          </a:p>
        </p:txBody>
      </p:sp>
      <p:graphicFrame>
        <p:nvGraphicFramePr>
          <p:cNvPr id="5" name="Table 4">
            <a:extLst>
              <a:ext uri="{FF2B5EF4-FFF2-40B4-BE49-F238E27FC236}">
                <a16:creationId xmlns:a16="http://schemas.microsoft.com/office/drawing/2014/main" id="{23F499D6-5E9D-4748-8DA7-C401A3AB3963}"/>
              </a:ext>
            </a:extLst>
          </p:cNvPr>
          <p:cNvGraphicFramePr>
            <a:graphicFrameLocks noGrp="1"/>
          </p:cNvGraphicFramePr>
          <p:nvPr>
            <p:extLst>
              <p:ext uri="{D42A27DB-BD31-4B8C-83A1-F6EECF244321}">
                <p14:modId xmlns:p14="http://schemas.microsoft.com/office/powerpoint/2010/main" val="451558381"/>
              </p:ext>
            </p:extLst>
          </p:nvPr>
        </p:nvGraphicFramePr>
        <p:xfrm>
          <a:off x="1490063" y="1449389"/>
          <a:ext cx="8942655" cy="3753155"/>
        </p:xfrm>
        <a:graphic>
          <a:graphicData uri="http://schemas.openxmlformats.org/drawingml/2006/table">
            <a:tbl>
              <a:tblPr rtl="1" firstRow="1" bandRow="1">
                <a:tableStyleId>{F5AB1C69-6EDB-4FF4-983F-18BD219EF322}</a:tableStyleId>
              </a:tblPr>
              <a:tblGrid>
                <a:gridCol w="3527416">
                  <a:extLst>
                    <a:ext uri="{9D8B030D-6E8A-4147-A177-3AD203B41FA5}">
                      <a16:colId xmlns:a16="http://schemas.microsoft.com/office/drawing/2014/main" val="785341421"/>
                    </a:ext>
                  </a:extLst>
                </a:gridCol>
                <a:gridCol w="3037498">
                  <a:extLst>
                    <a:ext uri="{9D8B030D-6E8A-4147-A177-3AD203B41FA5}">
                      <a16:colId xmlns:a16="http://schemas.microsoft.com/office/drawing/2014/main" val="1966911132"/>
                    </a:ext>
                  </a:extLst>
                </a:gridCol>
                <a:gridCol w="2377741">
                  <a:extLst>
                    <a:ext uri="{9D8B030D-6E8A-4147-A177-3AD203B41FA5}">
                      <a16:colId xmlns:a16="http://schemas.microsoft.com/office/drawing/2014/main" val="1155761958"/>
                    </a:ext>
                  </a:extLst>
                </a:gridCol>
              </a:tblGrid>
              <a:tr h="346195">
                <a:tc>
                  <a:txBody>
                    <a:bodyPr/>
                    <a:lstStyle/>
                    <a:p>
                      <a:pPr algn="ctr" rtl="1" fontAlgn="ctr"/>
                      <a:r>
                        <a:rPr lang="he-IL" sz="1600" u="none" strike="noStrike">
                          <a:effectLst/>
                        </a:rPr>
                        <a:t>ציר עבודה</a:t>
                      </a:r>
                      <a:endParaRPr lang="he-IL" sz="1600" b="1" i="0" u="none" strike="noStrike">
                        <a:solidFill>
                          <a:srgbClr val="000000"/>
                        </a:solidFill>
                        <a:effectLst/>
                        <a:latin typeface="Arial" panose="020B0604020202020204" pitchFamily="34" charset="0"/>
                      </a:endParaRPr>
                    </a:p>
                  </a:txBody>
                  <a:tcPr marL="8014" marR="8014" marT="8014" marB="0" anchor="ctr"/>
                </a:tc>
                <a:tc>
                  <a:txBody>
                    <a:bodyPr/>
                    <a:lstStyle/>
                    <a:p>
                      <a:pPr algn="ctr" rtl="1" fontAlgn="ctr"/>
                      <a:r>
                        <a:rPr lang="he-IL" sz="1600" u="none" strike="noStrike">
                          <a:effectLst/>
                        </a:rPr>
                        <a:t>משימות</a:t>
                      </a:r>
                      <a:endParaRPr lang="he-IL" sz="1600" b="1" i="0" u="none" strike="noStrike">
                        <a:solidFill>
                          <a:srgbClr val="000000"/>
                        </a:solidFill>
                        <a:effectLst/>
                        <a:latin typeface="Arial" panose="020B0604020202020204" pitchFamily="34" charset="0"/>
                      </a:endParaRPr>
                    </a:p>
                  </a:txBody>
                  <a:tcPr marL="8014" marR="8014" marT="8014" marB="0" anchor="ctr"/>
                </a:tc>
                <a:tc>
                  <a:txBody>
                    <a:bodyPr/>
                    <a:lstStyle/>
                    <a:p>
                      <a:pPr algn="ctr" rtl="1" fontAlgn="ctr"/>
                      <a:r>
                        <a:rPr lang="he-IL" sz="1600" u="none" strike="noStrike" dirty="0">
                          <a:effectLst/>
                        </a:rPr>
                        <a:t>עלות מוערכת ללא מע"מ</a:t>
                      </a:r>
                      <a:endParaRPr lang="he-IL" sz="1600" b="1" i="0" u="none" strike="noStrike" dirty="0">
                        <a:solidFill>
                          <a:srgbClr val="000000"/>
                        </a:solidFill>
                        <a:effectLst/>
                        <a:latin typeface="Arial" panose="020B0604020202020204" pitchFamily="34" charset="0"/>
                      </a:endParaRPr>
                    </a:p>
                  </a:txBody>
                  <a:tcPr marL="8014" marR="8014" marT="8014" marB="0" anchor="ctr"/>
                </a:tc>
                <a:extLst>
                  <a:ext uri="{0D108BD9-81ED-4DB2-BD59-A6C34878D82A}">
                    <a16:rowId xmlns:a16="http://schemas.microsoft.com/office/drawing/2014/main" val="3535974809"/>
                  </a:ext>
                </a:extLst>
              </a:tr>
              <a:tr h="252477">
                <a:tc rowSpan="5">
                  <a:txBody>
                    <a:bodyPr/>
                    <a:lstStyle/>
                    <a:p>
                      <a:pPr lvl="1" algn="r" rtl="1" fontAlgn="ctr"/>
                      <a:r>
                        <a:rPr lang="he-IL" sz="1400" u="none" strike="noStrike" dirty="0">
                          <a:effectLst/>
                        </a:rPr>
                        <a:t>מחקר שטח</a:t>
                      </a:r>
                      <a:endParaRPr lang="he-IL" sz="1400" b="0" i="0" u="none" strike="noStrike" dirty="0">
                        <a:solidFill>
                          <a:srgbClr val="000000"/>
                        </a:solidFill>
                        <a:effectLst/>
                        <a:latin typeface="Arial" panose="020B0604020202020204" pitchFamily="34" charset="0"/>
                      </a:endParaRPr>
                    </a:p>
                  </a:txBody>
                  <a:tcPr marL="8014" marR="8014" marT="8014" marB="0" anchor="ctr"/>
                </a:tc>
                <a:tc>
                  <a:txBody>
                    <a:bodyPr/>
                    <a:lstStyle/>
                    <a:p>
                      <a:pPr lvl="1" algn="r" rtl="1" fontAlgn="ctr"/>
                      <a:r>
                        <a:rPr lang="he-IL" sz="1400" b="0" i="0" u="none" strike="noStrike" dirty="0">
                          <a:solidFill>
                            <a:srgbClr val="000000"/>
                          </a:solidFill>
                          <a:effectLst/>
                          <a:latin typeface="Arial" panose="020B0604020202020204" pitchFamily="34" charset="0"/>
                        </a:rPr>
                        <a:t>מקבלי שירות ובני משפחה</a:t>
                      </a:r>
                    </a:p>
                  </a:txBody>
                  <a:tcPr marL="8014" marR="8014" marT="8014" marB="0" anchor="ctr"/>
                </a:tc>
                <a:tc rowSpan="5">
                  <a:txBody>
                    <a:bodyPr/>
                    <a:lstStyle/>
                    <a:p>
                      <a:pPr algn="ctr" rtl="0" fontAlgn="ctr"/>
                      <a:r>
                        <a:rPr lang="he-IL" sz="1400" b="0" i="0" u="none" strike="noStrike" dirty="0">
                          <a:solidFill>
                            <a:srgbClr val="000000"/>
                          </a:solidFill>
                          <a:effectLst/>
                          <a:latin typeface="Arial" panose="020B0604020202020204" pitchFamily="34" charset="0"/>
                        </a:rPr>
                        <a:t>147,600</a:t>
                      </a:r>
                    </a:p>
                  </a:txBody>
                  <a:tcPr marL="8014" marR="8014" marT="8014" marB="0" anchor="ctr"/>
                </a:tc>
                <a:extLst>
                  <a:ext uri="{0D108BD9-81ED-4DB2-BD59-A6C34878D82A}">
                    <a16:rowId xmlns:a16="http://schemas.microsoft.com/office/drawing/2014/main" val="2491662011"/>
                  </a:ext>
                </a:extLst>
              </a:tr>
              <a:tr h="25247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מפעילים</a:t>
                      </a:r>
                    </a:p>
                  </a:txBody>
                  <a:tcPr marL="8014" marR="8014" marT="8014" marB="0" anchor="ctr">
                    <a:solidFill>
                      <a:srgbClr val="EAEAF5"/>
                    </a:solidFill>
                  </a:tcP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solidFill>
                      <a:srgbClr val="EAEAF5"/>
                    </a:solidFill>
                  </a:tcPr>
                </a:tc>
                <a:extLst>
                  <a:ext uri="{0D108BD9-81ED-4DB2-BD59-A6C34878D82A}">
                    <a16:rowId xmlns:a16="http://schemas.microsoft.com/office/drawing/2014/main" val="1662268793"/>
                  </a:ext>
                </a:extLst>
              </a:tr>
              <a:tr h="29816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רשויות מקומיות</a:t>
                      </a:r>
                    </a:p>
                  </a:txBody>
                  <a:tcPr marL="8014" marR="8014" marT="8014" marB="0" anchor="ctr"/>
                </a:tc>
                <a:tc vMerge="1">
                  <a:txBody>
                    <a:bodyPr/>
                    <a:lstStyle/>
                    <a:p>
                      <a:pPr rtl="1"/>
                      <a:endParaRPr lang="he-IL"/>
                    </a:p>
                  </a:txBody>
                  <a:tcPr/>
                </a:tc>
                <a:extLst>
                  <a:ext uri="{0D108BD9-81ED-4DB2-BD59-A6C34878D82A}">
                    <a16:rowId xmlns:a16="http://schemas.microsoft.com/office/drawing/2014/main" val="1034773876"/>
                  </a:ext>
                </a:extLst>
              </a:tr>
              <a:tr h="29816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גורמי מטה</a:t>
                      </a:r>
                    </a:p>
                  </a:txBody>
                  <a:tcPr marL="8014" marR="8014" marT="8014" marB="0" anchor="ctr"/>
                </a:tc>
                <a:tc vMerge="1">
                  <a:txBody>
                    <a:bodyPr/>
                    <a:lstStyle/>
                    <a:p>
                      <a:pPr rtl="1"/>
                      <a:endParaRPr lang="he-IL"/>
                    </a:p>
                  </a:txBody>
                  <a:tcPr/>
                </a:tc>
                <a:extLst>
                  <a:ext uri="{0D108BD9-81ED-4DB2-BD59-A6C34878D82A}">
                    <a16:rowId xmlns:a16="http://schemas.microsoft.com/office/drawing/2014/main" val="2860561894"/>
                  </a:ext>
                </a:extLst>
              </a:tr>
              <a:tr h="29816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פיקוח</a:t>
                      </a:r>
                    </a:p>
                  </a:txBody>
                  <a:tcPr marL="8014" marR="8014" marT="8014" marB="0" anchor="ct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tc>
                <a:extLst>
                  <a:ext uri="{0D108BD9-81ED-4DB2-BD59-A6C34878D82A}">
                    <a16:rowId xmlns:a16="http://schemas.microsoft.com/office/drawing/2014/main" val="4238246387"/>
                  </a:ext>
                </a:extLst>
              </a:tr>
              <a:tr h="252477">
                <a:tc rowSpan="2">
                  <a:txBody>
                    <a:bodyPr/>
                    <a:lstStyle/>
                    <a:p>
                      <a:pPr lvl="1" algn="r" rtl="1" fontAlgn="ctr"/>
                      <a:r>
                        <a:rPr lang="he-IL" sz="1400" u="none" strike="noStrike" dirty="0">
                          <a:effectLst/>
                        </a:rPr>
                        <a:t>ניתוח כלכלי</a:t>
                      </a:r>
                      <a:endParaRPr lang="he-IL" sz="1400" b="0" i="0" u="none" strike="noStrike" dirty="0">
                        <a:solidFill>
                          <a:srgbClr val="000000"/>
                        </a:solidFill>
                        <a:effectLst/>
                        <a:latin typeface="Arial" panose="020B0604020202020204" pitchFamily="34" charset="0"/>
                      </a:endParaRPr>
                    </a:p>
                  </a:txBody>
                  <a:tcPr marL="8014" marR="8014" marT="8014" marB="0" anchor="ctr"/>
                </a:tc>
                <a:tc>
                  <a:txBody>
                    <a:bodyPr/>
                    <a:lstStyle/>
                    <a:p>
                      <a:pPr lvl="1" algn="r" rtl="1" fontAlgn="ctr"/>
                      <a:r>
                        <a:rPr lang="he-IL" sz="1400" b="0" i="0" u="none" strike="noStrike" dirty="0">
                          <a:solidFill>
                            <a:srgbClr val="000000"/>
                          </a:solidFill>
                          <a:effectLst/>
                          <a:latin typeface="Arial" panose="020B0604020202020204" pitchFamily="34" charset="0"/>
                        </a:rPr>
                        <a:t>ניתוח השפעה כלכלית</a:t>
                      </a:r>
                    </a:p>
                  </a:txBody>
                  <a:tcPr marL="8014" marR="8014" marT="8014" marB="0" anchor="ctr"/>
                </a:tc>
                <a:tc rowSpan="2">
                  <a:txBody>
                    <a:bodyPr/>
                    <a:lstStyle/>
                    <a:p>
                      <a:pPr algn="ctr" rtl="0" fontAlgn="ctr"/>
                      <a:r>
                        <a:rPr lang="he-IL" sz="1400" b="0" i="0" u="none" strike="noStrike" dirty="0">
                          <a:solidFill>
                            <a:srgbClr val="000000"/>
                          </a:solidFill>
                          <a:effectLst/>
                          <a:latin typeface="Arial" panose="020B0604020202020204" pitchFamily="34" charset="0"/>
                        </a:rPr>
                        <a:t>151,500</a:t>
                      </a:r>
                    </a:p>
                  </a:txBody>
                  <a:tcPr marL="8014" marR="8014" marT="8014" marB="0" anchor="ctr"/>
                </a:tc>
                <a:extLst>
                  <a:ext uri="{0D108BD9-81ED-4DB2-BD59-A6C34878D82A}">
                    <a16:rowId xmlns:a16="http://schemas.microsoft.com/office/drawing/2014/main" val="2114993415"/>
                  </a:ext>
                </a:extLst>
              </a:tr>
              <a:tr h="25247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מודל תמריצים</a:t>
                      </a:r>
                    </a:p>
                  </a:txBody>
                  <a:tcPr marL="8014" marR="8014" marT="8014" marB="0" anchor="ctr">
                    <a:solidFill>
                      <a:srgbClr val="D1D3EB"/>
                    </a:solidFill>
                  </a:tcP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solidFill>
                      <a:srgbClr val="D1D3EB"/>
                    </a:solidFill>
                  </a:tcPr>
                </a:tc>
                <a:extLst>
                  <a:ext uri="{0D108BD9-81ED-4DB2-BD59-A6C34878D82A}">
                    <a16:rowId xmlns:a16="http://schemas.microsoft.com/office/drawing/2014/main" val="3934176178"/>
                  </a:ext>
                </a:extLst>
              </a:tr>
              <a:tr h="271269">
                <a:tc rowSpan="3">
                  <a:txBody>
                    <a:bodyPr/>
                    <a:lstStyle/>
                    <a:p>
                      <a:pPr lvl="1" algn="r" rtl="1" fontAlgn="ctr"/>
                      <a:r>
                        <a:rPr lang="he-IL" sz="1400" u="none" strike="noStrike" dirty="0">
                          <a:effectLst/>
                        </a:rPr>
                        <a:t>תכנית יישומית</a:t>
                      </a:r>
                      <a:endParaRPr lang="he-IL" sz="1400" b="0" i="0" u="none" strike="noStrike" dirty="0">
                        <a:solidFill>
                          <a:srgbClr val="000000"/>
                        </a:solidFill>
                        <a:effectLst/>
                        <a:latin typeface="Arial" panose="020B0604020202020204" pitchFamily="34" charset="0"/>
                      </a:endParaRPr>
                    </a:p>
                  </a:txBody>
                  <a:tcPr marL="8014" marR="8014" marT="8014" marB="0" anchor="ctr"/>
                </a:tc>
                <a:tc>
                  <a:txBody>
                    <a:bodyPr/>
                    <a:lstStyle/>
                    <a:p>
                      <a:pPr lvl="1" algn="r" rtl="1" fontAlgn="ctr"/>
                      <a:r>
                        <a:rPr lang="he-IL" sz="1400" b="0" i="0" u="none" strike="noStrike" dirty="0">
                          <a:solidFill>
                            <a:srgbClr val="000000"/>
                          </a:solidFill>
                          <a:effectLst/>
                          <a:latin typeface="Arial" panose="020B0604020202020204" pitchFamily="34" charset="0"/>
                        </a:rPr>
                        <a:t>מודל שירות</a:t>
                      </a:r>
                    </a:p>
                  </a:txBody>
                  <a:tcPr marL="8014" marR="8014" marT="8014" marB="0" anchor="ctr"/>
                </a:tc>
                <a:tc rowSpan="3">
                  <a:txBody>
                    <a:bodyPr/>
                    <a:lstStyle/>
                    <a:p>
                      <a:pPr algn="ctr" rtl="0" fontAlgn="ctr"/>
                      <a:r>
                        <a:rPr lang="he-IL" sz="1400" b="0" i="0" u="none" strike="noStrike" dirty="0">
                          <a:solidFill>
                            <a:srgbClr val="000000"/>
                          </a:solidFill>
                          <a:effectLst/>
                          <a:latin typeface="Arial" panose="020B0604020202020204" pitchFamily="34" charset="0"/>
                        </a:rPr>
                        <a:t>118,000</a:t>
                      </a:r>
                    </a:p>
                  </a:txBody>
                  <a:tcPr marL="8014" marR="8014" marT="8014" marB="0" anchor="ctr"/>
                </a:tc>
                <a:extLst>
                  <a:ext uri="{0D108BD9-81ED-4DB2-BD59-A6C34878D82A}">
                    <a16:rowId xmlns:a16="http://schemas.microsoft.com/office/drawing/2014/main" val="1877712455"/>
                  </a:ext>
                </a:extLst>
              </a:tr>
              <a:tr h="25247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מודל התקשרותי/מכרזי</a:t>
                      </a:r>
                    </a:p>
                  </a:txBody>
                  <a:tcPr marL="8014" marR="8014" marT="8014" marB="0" anchor="ctr">
                    <a:solidFill>
                      <a:srgbClr val="EAEAF5"/>
                    </a:solidFill>
                  </a:tcP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solidFill>
                      <a:srgbClr val="EAEAF5"/>
                    </a:solidFill>
                  </a:tcPr>
                </a:tc>
                <a:extLst>
                  <a:ext uri="{0D108BD9-81ED-4DB2-BD59-A6C34878D82A}">
                    <a16:rowId xmlns:a16="http://schemas.microsoft.com/office/drawing/2014/main" val="724617640"/>
                  </a:ext>
                </a:extLst>
              </a:tr>
              <a:tr h="25247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מודל מדידה</a:t>
                      </a:r>
                    </a:p>
                  </a:txBody>
                  <a:tcPr marL="8014" marR="8014" marT="8014" marB="0" anchor="ct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tc>
                <a:extLst>
                  <a:ext uri="{0D108BD9-81ED-4DB2-BD59-A6C34878D82A}">
                    <a16:rowId xmlns:a16="http://schemas.microsoft.com/office/drawing/2014/main" val="2744417424"/>
                  </a:ext>
                </a:extLst>
              </a:tr>
              <a:tr h="190371">
                <a:tc rowSpan="2">
                  <a:txBody>
                    <a:bodyPr/>
                    <a:lstStyle/>
                    <a:p>
                      <a:pPr lvl="1" algn="r" rtl="1" fontAlgn="ctr"/>
                      <a:r>
                        <a:rPr lang="he-IL" sz="1400" u="none" strike="noStrike" dirty="0">
                          <a:effectLst/>
                        </a:rPr>
                        <a:t>בחינת פלטפורמה תפעולית לתשלום לבני משפחה מטפלים </a:t>
                      </a:r>
                      <a:endParaRPr lang="he-IL" sz="1400" b="0" i="0" u="none" strike="noStrike" dirty="0">
                        <a:solidFill>
                          <a:srgbClr val="000000"/>
                        </a:solidFill>
                        <a:effectLst/>
                        <a:latin typeface="Arial" panose="020B0604020202020204" pitchFamily="34" charset="0"/>
                      </a:endParaRPr>
                    </a:p>
                  </a:txBody>
                  <a:tcPr marL="8014" marR="8014" marT="8014" marB="0" anchor="ctr"/>
                </a:tc>
                <a:tc>
                  <a:txBody>
                    <a:bodyPr/>
                    <a:lstStyle/>
                    <a:p>
                      <a:pPr lvl="1" algn="r" rtl="1" fontAlgn="ctr"/>
                      <a:r>
                        <a:rPr lang="he-IL" sz="1400" b="0" i="0" u="none" strike="noStrike" dirty="0">
                          <a:solidFill>
                            <a:srgbClr val="000000"/>
                          </a:solidFill>
                          <a:effectLst/>
                          <a:latin typeface="Arial" panose="020B0604020202020204" pitchFamily="34" charset="0"/>
                        </a:rPr>
                        <a:t>סקירת שוק</a:t>
                      </a:r>
                    </a:p>
                  </a:txBody>
                  <a:tcPr marL="8014" marR="8014" marT="8014" marB="0" anchor="ctr"/>
                </a:tc>
                <a:tc rowSpan="2">
                  <a:txBody>
                    <a:bodyPr/>
                    <a:lstStyle/>
                    <a:p>
                      <a:pPr algn="ctr" rtl="0" fontAlgn="ctr"/>
                      <a:r>
                        <a:rPr lang="he-IL" sz="1400" b="0" i="0" u="none" strike="noStrike" dirty="0">
                          <a:solidFill>
                            <a:srgbClr val="000000"/>
                          </a:solidFill>
                          <a:effectLst/>
                          <a:latin typeface="Arial" panose="020B0604020202020204" pitchFamily="34" charset="0"/>
                        </a:rPr>
                        <a:t>48,500</a:t>
                      </a:r>
                    </a:p>
                  </a:txBody>
                  <a:tcPr marL="8014" marR="8014" marT="8014" marB="0" anchor="ctr"/>
                </a:tc>
                <a:extLst>
                  <a:ext uri="{0D108BD9-81ED-4DB2-BD59-A6C34878D82A}">
                    <a16:rowId xmlns:a16="http://schemas.microsoft.com/office/drawing/2014/main" val="4025037363"/>
                  </a:ext>
                </a:extLst>
              </a:tr>
              <a:tr h="252477">
                <a:tc vMerge="1">
                  <a:txBody>
                    <a:bodyPr/>
                    <a:lstStyle/>
                    <a:p>
                      <a:pPr rtl="1"/>
                      <a:endParaRPr lang="he-IL"/>
                    </a:p>
                  </a:txBody>
                  <a:tcPr/>
                </a:tc>
                <a:tc>
                  <a:txBody>
                    <a:bodyPr/>
                    <a:lstStyle/>
                    <a:p>
                      <a:pPr lvl="1" algn="r" rtl="1" fontAlgn="ctr"/>
                      <a:r>
                        <a:rPr lang="he-IL" sz="1400" b="0" i="0" u="none" strike="noStrike" dirty="0">
                          <a:solidFill>
                            <a:srgbClr val="000000"/>
                          </a:solidFill>
                          <a:effectLst/>
                          <a:latin typeface="Arial" panose="020B0604020202020204" pitchFamily="34" charset="0"/>
                        </a:rPr>
                        <a:t>תכנית ליישום</a:t>
                      </a:r>
                    </a:p>
                  </a:txBody>
                  <a:tcPr marL="8014" marR="8014" marT="8014" marB="0" anchor="ctr">
                    <a:solidFill>
                      <a:srgbClr val="D1D3EB"/>
                    </a:solidFill>
                  </a:tcPr>
                </a:tc>
                <a:tc vMerge="1">
                  <a:txBody>
                    <a:bodyPr/>
                    <a:lstStyle/>
                    <a:p>
                      <a:pPr algn="ctr" rtl="0" fontAlgn="ctr"/>
                      <a:endParaRPr lang="he-IL" sz="1400" b="0" i="0" u="none" strike="noStrike" dirty="0">
                        <a:solidFill>
                          <a:srgbClr val="000000"/>
                        </a:solidFill>
                        <a:effectLst/>
                        <a:latin typeface="Arial" panose="020B0604020202020204" pitchFamily="34" charset="0"/>
                      </a:endParaRPr>
                    </a:p>
                  </a:txBody>
                  <a:tcPr marL="8014" marR="8014" marT="8014" marB="0" anchor="ctr">
                    <a:solidFill>
                      <a:srgbClr val="D1D3EB"/>
                    </a:solidFill>
                  </a:tcPr>
                </a:tc>
                <a:extLst>
                  <a:ext uri="{0D108BD9-81ED-4DB2-BD59-A6C34878D82A}">
                    <a16:rowId xmlns:a16="http://schemas.microsoft.com/office/drawing/2014/main" val="886441114"/>
                  </a:ext>
                </a:extLst>
              </a:tr>
              <a:tr h="252477">
                <a:tc gridSpan="2">
                  <a:txBody>
                    <a:bodyPr/>
                    <a:lstStyle/>
                    <a:p>
                      <a:pPr lvl="1" algn="ctr" rtl="1" fontAlgn="b"/>
                      <a:r>
                        <a:rPr lang="he-IL" sz="1600" b="1" i="0" u="none" strike="noStrike" dirty="0">
                          <a:solidFill>
                            <a:srgbClr val="000000"/>
                          </a:solidFill>
                          <a:effectLst/>
                          <a:latin typeface="Arial" panose="020B0604020202020204" pitchFamily="34" charset="0"/>
                        </a:rPr>
                        <a:t>סה"כ</a:t>
                      </a:r>
                    </a:p>
                  </a:txBody>
                  <a:tcPr marL="8014" marR="8014" marT="8014" marB="0" anchor="b"/>
                </a:tc>
                <a:tc hMerge="1">
                  <a:txBody>
                    <a:bodyPr/>
                    <a:lstStyle/>
                    <a:p>
                      <a:pPr lvl="1" algn="r" rtl="1" fontAlgn="b"/>
                      <a:endParaRPr lang="he-IL" sz="1200" b="1" i="0" u="none" strike="noStrike" dirty="0">
                        <a:solidFill>
                          <a:srgbClr val="000000"/>
                        </a:solidFill>
                        <a:effectLst/>
                        <a:latin typeface="Arial" panose="020B0604020202020204" pitchFamily="34" charset="0"/>
                      </a:endParaRPr>
                    </a:p>
                  </a:txBody>
                  <a:tcPr marL="8014" marR="8014" marT="8014" marB="0" anchor="b"/>
                </a:tc>
                <a:tc>
                  <a:txBody>
                    <a:bodyPr/>
                    <a:lstStyle/>
                    <a:p>
                      <a:pPr algn="ctr" rtl="0" fontAlgn="ctr"/>
                      <a:r>
                        <a:rPr lang="he-IL" sz="1600" b="1" i="0" u="none" strike="noStrike" dirty="0">
                          <a:solidFill>
                            <a:srgbClr val="000000"/>
                          </a:solidFill>
                          <a:effectLst/>
                          <a:latin typeface="Arial" panose="020B0604020202020204" pitchFamily="34" charset="0"/>
                        </a:rPr>
                        <a:t>465,600 ₪ </a:t>
                      </a:r>
                    </a:p>
                  </a:txBody>
                  <a:tcPr marL="8014" marR="8014" marT="8014" marB="0" anchor="ctr"/>
                </a:tc>
                <a:extLst>
                  <a:ext uri="{0D108BD9-81ED-4DB2-BD59-A6C34878D82A}">
                    <a16:rowId xmlns:a16="http://schemas.microsoft.com/office/drawing/2014/main" val="2478539671"/>
                  </a:ext>
                </a:extLst>
              </a:tr>
            </a:tbl>
          </a:graphicData>
        </a:graphic>
      </p:graphicFrame>
    </p:spTree>
    <p:extLst>
      <p:ext uri="{BB962C8B-B14F-4D97-AF65-F5344CB8AC3E}">
        <p14:creationId xmlns:p14="http://schemas.microsoft.com/office/powerpoint/2010/main" val="2798831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F22AB-E0C0-4ED7-8B1C-CBAF1EF3AF67}"/>
              </a:ext>
            </a:extLst>
          </p:cNvPr>
          <p:cNvSpPr>
            <a:spLocks noGrp="1"/>
          </p:cNvSpPr>
          <p:nvPr>
            <p:ph type="title"/>
          </p:nvPr>
        </p:nvSpPr>
        <p:spPr>
          <a:xfrm>
            <a:off x="4143375" y="2540150"/>
            <a:ext cx="3333750" cy="555475"/>
          </a:xfrm>
        </p:spPr>
        <p:txBody>
          <a:bodyPr/>
          <a:lstStyle/>
          <a:p>
            <a:pPr algn="ctr"/>
            <a:r>
              <a:rPr lang="he-IL" sz="7200" dirty="0"/>
              <a:t>תודה</a:t>
            </a:r>
          </a:p>
        </p:txBody>
      </p:sp>
      <p:sp>
        <p:nvSpPr>
          <p:cNvPr id="3" name="Slide Number Placeholder 2">
            <a:extLst>
              <a:ext uri="{FF2B5EF4-FFF2-40B4-BE49-F238E27FC236}">
                <a16:creationId xmlns:a16="http://schemas.microsoft.com/office/drawing/2014/main" id="{C8643641-67CC-43F9-89ED-73A01D232900}"/>
              </a:ext>
            </a:extLst>
          </p:cNvPr>
          <p:cNvSpPr>
            <a:spLocks noGrp="1"/>
          </p:cNvSpPr>
          <p:nvPr>
            <p:ph type="sldNum" sz="quarter" idx="12"/>
          </p:nvPr>
        </p:nvSpPr>
        <p:spPr/>
        <p:txBody>
          <a:bodyPr/>
          <a:lstStyle/>
          <a:p>
            <a:fld id="{18F36642-002E-4C98-915B-826072CB88D7}" type="slidenum">
              <a:rPr lang="he-IL" smtClean="0"/>
              <a:t>10</a:t>
            </a:fld>
            <a:endParaRPr lang="he-IL"/>
          </a:p>
        </p:txBody>
      </p:sp>
    </p:spTree>
    <p:extLst>
      <p:ext uri="{BB962C8B-B14F-4D97-AF65-F5344CB8AC3E}">
        <p14:creationId xmlns:p14="http://schemas.microsoft.com/office/powerpoint/2010/main" val="11631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white">
  <a:themeElements>
    <a:clrScheme name="Custom 1">
      <a:dk1>
        <a:srgbClr val="282828"/>
      </a:dk1>
      <a:lt1>
        <a:srgbClr val="FFFFFF"/>
      </a:lt1>
      <a:dk2>
        <a:srgbClr val="282828"/>
      </a:dk2>
      <a:lt2>
        <a:srgbClr val="FFFFFF"/>
      </a:lt2>
      <a:accent1>
        <a:srgbClr val="FAC300"/>
      </a:accent1>
      <a:accent2>
        <a:srgbClr val="EEEEEE"/>
      </a:accent2>
      <a:accent3>
        <a:srgbClr val="5966C8"/>
      </a:accent3>
      <a:accent4>
        <a:srgbClr val="2CA578"/>
      </a:accent4>
      <a:accent5>
        <a:srgbClr val="FD5C5D"/>
      </a:accent5>
      <a:accent6>
        <a:srgbClr val="81B8BA"/>
      </a:accent6>
      <a:hlink>
        <a:srgbClr val="2B73D1"/>
      </a:hlink>
      <a:folHlink>
        <a:srgbClr val="2B73D0"/>
      </a:folHlink>
    </a:clrScheme>
    <a:fontScheme name="ey 01">
      <a:majorFont>
        <a:latin typeface="Assistant bold"/>
        <a:ea typeface=""/>
        <a:cs typeface="Assistant bold"/>
      </a:majorFont>
      <a:minorFont>
        <a:latin typeface="Assistant"/>
        <a:ea typeface=""/>
        <a:cs typeface="Assistan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er &amp; digital template 02" id="{6EA2307B-8EE6-AE4E-B88B-53DD0B6C333D}" vid="{4571A8F2-832B-C147-8ECC-FF011ED7AC34}"/>
    </a:ext>
  </a:extLst>
</a:theme>
</file>

<file path=ppt/theme/theme3.xml><?xml version="1.0" encoding="utf-8"?>
<a:theme xmlns:a="http://schemas.openxmlformats.org/drawingml/2006/main" name="14_white">
  <a:themeElements>
    <a:clrScheme name="Custom 1">
      <a:dk1>
        <a:srgbClr val="282828"/>
      </a:dk1>
      <a:lt1>
        <a:srgbClr val="FFFFFF"/>
      </a:lt1>
      <a:dk2>
        <a:srgbClr val="282828"/>
      </a:dk2>
      <a:lt2>
        <a:srgbClr val="FFFFFF"/>
      </a:lt2>
      <a:accent1>
        <a:srgbClr val="FAC300"/>
      </a:accent1>
      <a:accent2>
        <a:srgbClr val="EEEEEE"/>
      </a:accent2>
      <a:accent3>
        <a:srgbClr val="5966C8"/>
      </a:accent3>
      <a:accent4>
        <a:srgbClr val="2CA578"/>
      </a:accent4>
      <a:accent5>
        <a:srgbClr val="FD5C5D"/>
      </a:accent5>
      <a:accent6>
        <a:srgbClr val="81B8BA"/>
      </a:accent6>
      <a:hlink>
        <a:srgbClr val="2B73D1"/>
      </a:hlink>
      <a:folHlink>
        <a:srgbClr val="2B73D0"/>
      </a:folHlink>
    </a:clrScheme>
    <a:fontScheme name="ey 01">
      <a:majorFont>
        <a:latin typeface="Assistant bold"/>
        <a:ea typeface=""/>
        <a:cs typeface="Assistant bold"/>
      </a:majorFont>
      <a:minorFont>
        <a:latin typeface="Assistant"/>
        <a:ea typeface=""/>
        <a:cs typeface="Assistan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er &amp; digital template 02" id="{6EA2307B-8EE6-AE4E-B88B-53DD0B6C333D}" vid="{4571A8F2-832B-C147-8ECC-FF011ED7AC34}"/>
    </a:ext>
  </a:extLst>
</a:theme>
</file>

<file path=ppt/theme/theme4.xml><?xml version="1.0" encoding="utf-8"?>
<a:theme xmlns:a="http://schemas.openxmlformats.org/drawingml/2006/main" name="4_white">
  <a:themeElements>
    <a:clrScheme name="Custom 1">
      <a:dk1>
        <a:srgbClr val="282828"/>
      </a:dk1>
      <a:lt1>
        <a:srgbClr val="FFFFFF"/>
      </a:lt1>
      <a:dk2>
        <a:srgbClr val="282828"/>
      </a:dk2>
      <a:lt2>
        <a:srgbClr val="FFFFFF"/>
      </a:lt2>
      <a:accent1>
        <a:srgbClr val="FAC300"/>
      </a:accent1>
      <a:accent2>
        <a:srgbClr val="EEEEEE"/>
      </a:accent2>
      <a:accent3>
        <a:srgbClr val="5966C8"/>
      </a:accent3>
      <a:accent4>
        <a:srgbClr val="2CA578"/>
      </a:accent4>
      <a:accent5>
        <a:srgbClr val="FD5C5D"/>
      </a:accent5>
      <a:accent6>
        <a:srgbClr val="81B8BA"/>
      </a:accent6>
      <a:hlink>
        <a:srgbClr val="2B73D1"/>
      </a:hlink>
      <a:folHlink>
        <a:srgbClr val="2B73D0"/>
      </a:folHlink>
    </a:clrScheme>
    <a:fontScheme name="ey 01">
      <a:majorFont>
        <a:latin typeface="Assistant bold"/>
        <a:ea typeface=""/>
        <a:cs typeface="Assistant bold"/>
      </a:majorFont>
      <a:minorFont>
        <a:latin typeface="Assistant"/>
        <a:ea typeface=""/>
        <a:cs typeface="Assistan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er &amp; digital template 02" id="{6EA2307B-8EE6-AE4E-B88B-53DD0B6C333D}" vid="{4571A8F2-832B-C147-8ECC-FF011ED7AC34}"/>
    </a:ext>
  </a:extLst>
</a:theme>
</file>

<file path=ppt/theme/theme5.xml><?xml version="1.0" encoding="utf-8"?>
<a:theme xmlns:a="http://schemas.openxmlformats.org/drawingml/2006/main" name="white">
  <a:themeElements>
    <a:clrScheme name="EY GPS ISREAL">
      <a:dk1>
        <a:srgbClr val="282828"/>
      </a:dk1>
      <a:lt1>
        <a:srgbClr val="FFFFFF"/>
      </a:lt1>
      <a:dk2>
        <a:srgbClr val="282828"/>
      </a:dk2>
      <a:lt2>
        <a:srgbClr val="FFFFFF"/>
      </a:lt2>
      <a:accent1>
        <a:srgbClr val="FAC300"/>
      </a:accent1>
      <a:accent2>
        <a:srgbClr val="78B5B6"/>
      </a:accent2>
      <a:accent3>
        <a:srgbClr val="5260C6"/>
      </a:accent3>
      <a:accent4>
        <a:srgbClr val="2CA578"/>
      </a:accent4>
      <a:accent5>
        <a:srgbClr val="FD5151"/>
      </a:accent5>
      <a:accent6>
        <a:srgbClr val="FF8A4F"/>
      </a:accent6>
      <a:hlink>
        <a:srgbClr val="3E89CA"/>
      </a:hlink>
      <a:folHlink>
        <a:srgbClr val="3E89CA"/>
      </a:folHlink>
    </a:clrScheme>
    <a:fontScheme name="Custom 3">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rael GPS EY -CALIBRI template 2020.potx" id="{0672FF3D-8F7B-4984-868E-B3CD20151EAC}" vid="{0B5E8901-D349-4E87-A776-D2CC0608DCA7}"/>
    </a:ext>
  </a:extLst>
</a:theme>
</file>

<file path=ppt/theme/theme6.xml><?xml version="1.0" encoding="utf-8"?>
<a:theme xmlns:a="http://schemas.openxmlformats.org/drawingml/2006/main" name="5_white">
  <a:themeElements>
    <a:clrScheme name="Custom 1">
      <a:dk1>
        <a:srgbClr val="282828"/>
      </a:dk1>
      <a:lt1>
        <a:srgbClr val="FFFFFF"/>
      </a:lt1>
      <a:dk2>
        <a:srgbClr val="282828"/>
      </a:dk2>
      <a:lt2>
        <a:srgbClr val="FFFFFF"/>
      </a:lt2>
      <a:accent1>
        <a:srgbClr val="FAC300"/>
      </a:accent1>
      <a:accent2>
        <a:srgbClr val="EEEEEE"/>
      </a:accent2>
      <a:accent3>
        <a:srgbClr val="5966C8"/>
      </a:accent3>
      <a:accent4>
        <a:srgbClr val="2CA578"/>
      </a:accent4>
      <a:accent5>
        <a:srgbClr val="FD5C5D"/>
      </a:accent5>
      <a:accent6>
        <a:srgbClr val="81B8BA"/>
      </a:accent6>
      <a:hlink>
        <a:srgbClr val="2B73D1"/>
      </a:hlink>
      <a:folHlink>
        <a:srgbClr val="2B73D0"/>
      </a:folHlink>
    </a:clrScheme>
    <a:fontScheme name="ey 01">
      <a:majorFont>
        <a:latin typeface="Assistant bold"/>
        <a:ea typeface=""/>
        <a:cs typeface="Assistant bold"/>
      </a:majorFont>
      <a:minorFont>
        <a:latin typeface="Assistant"/>
        <a:ea typeface=""/>
        <a:cs typeface="Assistan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er &amp; digital template 02" id="{6EA2307B-8EE6-AE4E-B88B-53DD0B6C333D}" vid="{4571A8F2-832B-C147-8ECC-FF011ED7AC3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5F135DACA0A246A67C6AEF37FD1B6F" ma:contentTypeVersion="12" ma:contentTypeDescription="Create a new document." ma:contentTypeScope="" ma:versionID="6e1d7ace259fbceca09e305b7111eb8b">
  <xsd:schema xmlns:xsd="http://www.w3.org/2001/XMLSchema" xmlns:xs="http://www.w3.org/2001/XMLSchema" xmlns:p="http://schemas.microsoft.com/office/2006/metadata/properties" xmlns:ns2="7e5b6718-3bd4-4fdc-b639-9c4f8b1b01e1" xmlns:ns3="7f0e858c-9e53-430c-b505-95086974374e" targetNamespace="http://schemas.microsoft.com/office/2006/metadata/properties" ma:root="true" ma:fieldsID="5bfd9bdb44feabce74764986598910a2" ns2:_="" ns3:_="">
    <xsd:import namespace="7e5b6718-3bd4-4fdc-b639-9c4f8b1b01e1"/>
    <xsd:import namespace="7f0e858c-9e53-430c-b505-95086974374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5b6718-3bd4-4fdc-b639-9c4f8b1b01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f0e858c-9e53-430c-b505-95086974374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7f0e858c-9e53-430c-b505-95086974374e">
      <UserInfo>
        <DisplayName>Dov Berry</DisplayName>
        <AccountId>24</AccountId>
        <AccountType/>
      </UserInfo>
      <UserInfo>
        <DisplayName>Offir Doitchman</DisplayName>
        <AccountId>9</AccountId>
        <AccountType/>
      </UserInfo>
      <UserInfo>
        <DisplayName>Ayelet Dayan</DisplayName>
        <AccountId>36</AccountId>
        <AccountType/>
      </UserInfo>
      <UserInfo>
        <DisplayName>Limor Stern</DisplayName>
        <AccountId>37</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606368-6000-4079-8F2B-4ACB698A1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5b6718-3bd4-4fdc-b639-9c4f8b1b01e1"/>
    <ds:schemaRef ds:uri="7f0e858c-9e53-430c-b505-9508697437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BEE4DE2-C916-4ED6-B9F6-5EB7676A2CC9}">
  <ds:schemaRefs>
    <ds:schemaRef ds:uri="http://purl.org/dc/elements/1.1/"/>
    <ds:schemaRef ds:uri="http://purl.org/dc/terms/"/>
    <ds:schemaRef ds:uri="http://schemas.openxmlformats.org/package/2006/metadata/core-properties"/>
    <ds:schemaRef ds:uri="http://schemas.microsoft.com/office/2006/documentManagement/types"/>
    <ds:schemaRef ds:uri="7e5b6718-3bd4-4fdc-b639-9c4f8b1b01e1"/>
    <ds:schemaRef ds:uri="http://schemas.microsoft.com/office/infopath/2007/PartnerControls"/>
    <ds:schemaRef ds:uri="7f0e858c-9e53-430c-b505-95086974374e"/>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30164D18-61AB-4496-ADDD-CB33499FCAB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5271</TotalTime>
  <Words>931</Words>
  <Application>Microsoft Office PowerPoint</Application>
  <PresentationFormat>מסך רחב</PresentationFormat>
  <Paragraphs>153</Paragraphs>
  <Slides>10</Slides>
  <Notes>1</Notes>
  <HiddenSlides>0</HiddenSlides>
  <MMClips>0</MMClips>
  <ScaleCrop>false</ScaleCrop>
  <HeadingPairs>
    <vt:vector size="6" baseType="variant">
      <vt:variant>
        <vt:lpstr>גופנים בשימוש</vt:lpstr>
      </vt:variant>
      <vt:variant>
        <vt:i4>6</vt:i4>
      </vt:variant>
      <vt:variant>
        <vt:lpstr>ערכת נושא</vt:lpstr>
      </vt:variant>
      <vt:variant>
        <vt:i4>6</vt:i4>
      </vt:variant>
      <vt:variant>
        <vt:lpstr>כותרות שקופיות</vt:lpstr>
      </vt:variant>
      <vt:variant>
        <vt:i4>10</vt:i4>
      </vt:variant>
    </vt:vector>
  </HeadingPairs>
  <TitlesOfParts>
    <vt:vector size="22" baseType="lpstr">
      <vt:lpstr>Arial</vt:lpstr>
      <vt:lpstr>Assistant</vt:lpstr>
      <vt:lpstr>Calibri</vt:lpstr>
      <vt:lpstr>Calibri Light</vt:lpstr>
      <vt:lpstr>Times New Roman</vt:lpstr>
      <vt:lpstr>Wingdings</vt:lpstr>
      <vt:lpstr>Office Theme</vt:lpstr>
      <vt:lpstr>3_white</vt:lpstr>
      <vt:lpstr>14_white</vt:lpstr>
      <vt:lpstr>4_white</vt:lpstr>
      <vt:lpstr>white</vt:lpstr>
      <vt:lpstr>5_white</vt:lpstr>
      <vt:lpstr>הצעה למתן שירותי ייעוץ, ליווי ומעטפת מקצועית עבור המוסד לביטוח לאומי ומשרד הרווחה והביטחון החברתי</vt:lpstr>
      <vt:lpstr>מטרה</vt:lpstr>
      <vt:lpstr>תהליך העבודה (פירוט בשקפים הבאים)</vt:lpstr>
      <vt:lpstr>מחקר שטח</vt:lpstr>
      <vt:lpstr>ניתוח כלכלי</vt:lpstr>
      <vt:lpstr>גיבוש מודל השירות, מודל ההתקשרות ומערך מדידה</vt:lpstr>
      <vt:lpstr>התכנית היישומית להרחבת השירותים תספק המלצות קונקרטיות שיאפשרו כתיבה ופרסום של מכרז רכש חברתי ותכלול: </vt:lpstr>
      <vt:lpstr>פלטפורמה דיגיטלית לאמצעי תשלום לבני משפחה מטפלים</vt:lpstr>
      <vt:lpstr>תמחור</vt:lpstr>
      <vt:lpstr>תודה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תכולות העבודה – קהילות תומכות דור 3.0</dc:title>
  <dc:creator>Limor Stern</dc:creator>
  <cp:lastModifiedBy>אביעד יצחקי</cp:lastModifiedBy>
  <cp:revision>23</cp:revision>
  <dcterms:created xsi:type="dcterms:W3CDTF">2023-03-27T05:42:05Z</dcterms:created>
  <dcterms:modified xsi:type="dcterms:W3CDTF">2023-05-09T05:02:42Z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0x010100F85F135DACA0A246A67C6AEF37FD1B6F</vt:lpwstr>
  </property>
</Properties>
</file>