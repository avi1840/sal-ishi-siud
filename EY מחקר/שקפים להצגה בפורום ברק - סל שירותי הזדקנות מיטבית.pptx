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147470680" r:id="rId5"/>
    <p:sldId id="2147471225" r:id="rId6"/>
    <p:sldId id="2147471226" r:id="rId7"/>
    <p:sldId id="2147471196" r:id="rId8"/>
    <p:sldId id="2147471227" r:id="rId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B19CC9-95B7-4588-923B-79021EE6F648}" v="84" dt="2024-09-28T20:47:14.4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6" d="100"/>
          <a:sy n="106" d="100"/>
        </p:scale>
        <p:origin x="7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elet Dayan" userId="53454eb9-7f8b-4ddb-af19-fd1cdaf752d4" providerId="ADAL" clId="{A8B19CC9-95B7-4588-923B-79021EE6F648}"/>
    <pc:docChg chg="undo custSel addSld delSld modSld sldOrd delMainMaster modMainMaster">
      <pc:chgData name="Ayelet Dayan" userId="53454eb9-7f8b-4ddb-af19-fd1cdaf752d4" providerId="ADAL" clId="{A8B19CC9-95B7-4588-923B-79021EE6F648}" dt="2024-09-28T20:47:30.359" v="3524" actId="1076"/>
      <pc:docMkLst>
        <pc:docMk/>
      </pc:docMkLst>
      <pc:sldChg chg="del">
        <pc:chgData name="Ayelet Dayan" userId="53454eb9-7f8b-4ddb-af19-fd1cdaf752d4" providerId="ADAL" clId="{A8B19CC9-95B7-4588-923B-79021EE6F648}" dt="2024-09-25T15:36:21.214" v="638" actId="47"/>
        <pc:sldMkLst>
          <pc:docMk/>
          <pc:sldMk cId="786082183" sldId="256"/>
        </pc:sldMkLst>
      </pc:sldChg>
      <pc:sldChg chg="addSp modSp mod">
        <pc:chgData name="Ayelet Dayan" userId="53454eb9-7f8b-4ddb-af19-fd1cdaf752d4" providerId="ADAL" clId="{A8B19CC9-95B7-4588-923B-79021EE6F648}" dt="2024-09-28T20:46:10.666" v="3437"/>
        <pc:sldMkLst>
          <pc:docMk/>
          <pc:sldMk cId="3182091338" sldId="2147470680"/>
        </pc:sldMkLst>
        <pc:spChg chg="add mod">
          <ac:chgData name="Ayelet Dayan" userId="53454eb9-7f8b-4ddb-af19-fd1cdaf752d4" providerId="ADAL" clId="{A8B19CC9-95B7-4588-923B-79021EE6F648}" dt="2024-09-28T20:46:10.666" v="3437"/>
          <ac:spMkLst>
            <pc:docMk/>
            <pc:sldMk cId="3182091338" sldId="2147470680"/>
            <ac:spMk id="2" creationId="{066440F8-13AD-8393-1AE4-45D7C47B1449}"/>
          </ac:spMkLst>
        </pc:spChg>
        <pc:spChg chg="mod">
          <ac:chgData name="Ayelet Dayan" userId="53454eb9-7f8b-4ddb-af19-fd1cdaf752d4" providerId="ADAL" clId="{A8B19CC9-95B7-4588-923B-79021EE6F648}" dt="2024-09-26T02:52:00.152" v="1579" actId="20577"/>
          <ac:spMkLst>
            <pc:docMk/>
            <pc:sldMk cId="3182091338" sldId="2147470680"/>
            <ac:spMk id="8" creationId="{54AD1490-FFD5-DD64-6AF1-F03A94212B28}"/>
          </ac:spMkLst>
        </pc:spChg>
        <pc:spChg chg="mod">
          <ac:chgData name="Ayelet Dayan" userId="53454eb9-7f8b-4ddb-af19-fd1cdaf752d4" providerId="ADAL" clId="{A8B19CC9-95B7-4588-923B-79021EE6F648}" dt="2024-09-26T02:28:37.152" v="851" actId="20577"/>
          <ac:spMkLst>
            <pc:docMk/>
            <pc:sldMk cId="3182091338" sldId="2147470680"/>
            <ac:spMk id="11" creationId="{84C1EF01-9C63-6764-D908-43DFB9E2287A}"/>
          </ac:spMkLst>
        </pc:spChg>
      </pc:sldChg>
      <pc:sldChg chg="addSp delSp modSp mod ord">
        <pc:chgData name="Ayelet Dayan" userId="53454eb9-7f8b-4ddb-af19-fd1cdaf752d4" providerId="ADAL" clId="{A8B19CC9-95B7-4588-923B-79021EE6F648}" dt="2024-09-28T20:47:09.670" v="3503" actId="20577"/>
        <pc:sldMkLst>
          <pc:docMk/>
          <pc:sldMk cId="1456889475" sldId="2147471196"/>
        </pc:sldMkLst>
        <pc:spChg chg="add mod">
          <ac:chgData name="Ayelet Dayan" userId="53454eb9-7f8b-4ddb-af19-fd1cdaf752d4" providerId="ADAL" clId="{A8B19CC9-95B7-4588-923B-79021EE6F648}" dt="2024-09-28T20:47:09.670" v="3503" actId="20577"/>
          <ac:spMkLst>
            <pc:docMk/>
            <pc:sldMk cId="1456889475" sldId="2147471196"/>
            <ac:spMk id="2" creationId="{40A905D7-7215-8D9D-3890-D16249A09FD5}"/>
          </ac:spMkLst>
        </pc:spChg>
        <pc:spChg chg="del">
          <ac:chgData name="Ayelet Dayan" userId="53454eb9-7f8b-4ddb-af19-fd1cdaf752d4" providerId="ADAL" clId="{A8B19CC9-95B7-4588-923B-79021EE6F648}" dt="2024-09-25T15:19:23.788" v="0" actId="478"/>
          <ac:spMkLst>
            <pc:docMk/>
            <pc:sldMk cId="1456889475" sldId="2147471196"/>
            <ac:spMk id="4" creationId="{4030AC00-F73E-323B-60C8-62556EEA3F70}"/>
          </ac:spMkLst>
        </pc:spChg>
        <pc:spChg chg="mod">
          <ac:chgData name="Ayelet Dayan" userId="53454eb9-7f8b-4ddb-af19-fd1cdaf752d4" providerId="ADAL" clId="{A8B19CC9-95B7-4588-923B-79021EE6F648}" dt="2024-09-26T03:18:44.211" v="1846" actId="164"/>
          <ac:spMkLst>
            <pc:docMk/>
            <pc:sldMk cId="1456889475" sldId="2147471196"/>
            <ac:spMk id="6" creationId="{3C570C2B-A78A-C4D9-C5D0-FB6D48B4FFEE}"/>
          </ac:spMkLst>
        </pc:spChg>
        <pc:spChg chg="mod">
          <ac:chgData name="Ayelet Dayan" userId="53454eb9-7f8b-4ddb-af19-fd1cdaf752d4" providerId="ADAL" clId="{A8B19CC9-95B7-4588-923B-79021EE6F648}" dt="2024-09-26T03:18:44.211" v="1846" actId="164"/>
          <ac:spMkLst>
            <pc:docMk/>
            <pc:sldMk cId="1456889475" sldId="2147471196"/>
            <ac:spMk id="7" creationId="{BDDECCF0-CACD-7DC0-2290-68E4F3CE145A}"/>
          </ac:spMkLst>
        </pc:spChg>
        <pc:spChg chg="mod">
          <ac:chgData name="Ayelet Dayan" userId="53454eb9-7f8b-4ddb-af19-fd1cdaf752d4" providerId="ADAL" clId="{A8B19CC9-95B7-4588-923B-79021EE6F648}" dt="2024-09-26T02:56:47.949" v="1595"/>
          <ac:spMkLst>
            <pc:docMk/>
            <pc:sldMk cId="1456889475" sldId="2147471196"/>
            <ac:spMk id="20" creationId="{5B7CB699-FD9B-0DF5-E24E-C96FFA64D093}"/>
          </ac:spMkLst>
        </pc:spChg>
        <pc:spChg chg="mod">
          <ac:chgData name="Ayelet Dayan" userId="53454eb9-7f8b-4ddb-af19-fd1cdaf752d4" providerId="ADAL" clId="{A8B19CC9-95B7-4588-923B-79021EE6F648}" dt="2024-09-26T02:56:47.949" v="1595"/>
          <ac:spMkLst>
            <pc:docMk/>
            <pc:sldMk cId="1456889475" sldId="2147471196"/>
            <ac:spMk id="23" creationId="{1D051653-995C-B99D-8A5A-1FF7E3DC8515}"/>
          </ac:spMkLst>
        </pc:spChg>
        <pc:spChg chg="add mod">
          <ac:chgData name="Ayelet Dayan" userId="53454eb9-7f8b-4ddb-af19-fd1cdaf752d4" providerId="ADAL" clId="{A8B19CC9-95B7-4588-923B-79021EE6F648}" dt="2024-09-26T02:56:47.949" v="1595"/>
          <ac:spMkLst>
            <pc:docMk/>
            <pc:sldMk cId="1456889475" sldId="2147471196"/>
            <ac:spMk id="28" creationId="{4E373959-78B5-0280-4F20-A939B1369538}"/>
          </ac:spMkLst>
        </pc:spChg>
        <pc:spChg chg="mod">
          <ac:chgData name="Ayelet Dayan" userId="53454eb9-7f8b-4ddb-af19-fd1cdaf752d4" providerId="ADAL" clId="{A8B19CC9-95B7-4588-923B-79021EE6F648}" dt="2024-09-26T03:08:55.001" v="1715" actId="20577"/>
          <ac:spMkLst>
            <pc:docMk/>
            <pc:sldMk cId="1456889475" sldId="2147471196"/>
            <ac:spMk id="30" creationId="{5F67FDC7-BB7F-360C-742C-5C7EC2E2B04A}"/>
          </ac:spMkLst>
        </pc:spChg>
        <pc:spChg chg="add mod">
          <ac:chgData name="Ayelet Dayan" userId="53454eb9-7f8b-4ddb-af19-fd1cdaf752d4" providerId="ADAL" clId="{A8B19CC9-95B7-4588-923B-79021EE6F648}" dt="2024-09-26T02:56:47.949" v="1595"/>
          <ac:spMkLst>
            <pc:docMk/>
            <pc:sldMk cId="1456889475" sldId="2147471196"/>
            <ac:spMk id="33" creationId="{4C5AA239-EBF2-D637-D4F7-71FA1E4D7820}"/>
          </ac:spMkLst>
        </pc:spChg>
        <pc:spChg chg="mod ord">
          <ac:chgData name="Ayelet Dayan" userId="53454eb9-7f8b-4ddb-af19-fd1cdaf752d4" providerId="ADAL" clId="{A8B19CC9-95B7-4588-923B-79021EE6F648}" dt="2024-09-26T03:13:22.916" v="1754" actId="165"/>
          <ac:spMkLst>
            <pc:docMk/>
            <pc:sldMk cId="1456889475" sldId="2147471196"/>
            <ac:spMk id="34" creationId="{931720D9-D730-DEBB-C8AF-5EED62C648E0}"/>
          </ac:spMkLst>
        </pc:spChg>
        <pc:spChg chg="mod">
          <ac:chgData name="Ayelet Dayan" userId="53454eb9-7f8b-4ddb-af19-fd1cdaf752d4" providerId="ADAL" clId="{A8B19CC9-95B7-4588-923B-79021EE6F648}" dt="2024-09-26T03:13:22.916" v="1754" actId="165"/>
          <ac:spMkLst>
            <pc:docMk/>
            <pc:sldMk cId="1456889475" sldId="2147471196"/>
            <ac:spMk id="35" creationId="{5C17D8C2-CAC2-795E-5914-0F4836D5B893}"/>
          </ac:spMkLst>
        </pc:spChg>
        <pc:spChg chg="del">
          <ac:chgData name="Ayelet Dayan" userId="53454eb9-7f8b-4ddb-af19-fd1cdaf752d4" providerId="ADAL" clId="{A8B19CC9-95B7-4588-923B-79021EE6F648}" dt="2024-09-25T15:19:26.328" v="1" actId="478"/>
          <ac:spMkLst>
            <pc:docMk/>
            <pc:sldMk cId="1456889475" sldId="2147471196"/>
            <ac:spMk id="36" creationId="{DBA8A42F-07AA-7DEF-9774-639B4A9EBA69}"/>
          </ac:spMkLst>
        </pc:spChg>
        <pc:spChg chg="mod">
          <ac:chgData name="Ayelet Dayan" userId="53454eb9-7f8b-4ddb-af19-fd1cdaf752d4" providerId="ADAL" clId="{A8B19CC9-95B7-4588-923B-79021EE6F648}" dt="2024-09-26T03:18:46.435" v="1847" actId="164"/>
          <ac:spMkLst>
            <pc:docMk/>
            <pc:sldMk cId="1456889475" sldId="2147471196"/>
            <ac:spMk id="38" creationId="{C6861981-1435-339F-B9F4-134A8064152C}"/>
          </ac:spMkLst>
        </pc:spChg>
        <pc:spChg chg="mod ord topLvl">
          <ac:chgData name="Ayelet Dayan" userId="53454eb9-7f8b-4ddb-af19-fd1cdaf752d4" providerId="ADAL" clId="{A8B19CC9-95B7-4588-923B-79021EE6F648}" dt="2024-09-26T03:14:40.847" v="1784" actId="1076"/>
          <ac:spMkLst>
            <pc:docMk/>
            <pc:sldMk cId="1456889475" sldId="2147471196"/>
            <ac:spMk id="40" creationId="{680039A8-35AA-729A-C51A-E78322D54EDB}"/>
          </ac:spMkLst>
        </pc:spChg>
        <pc:spChg chg="mod">
          <ac:chgData name="Ayelet Dayan" userId="53454eb9-7f8b-4ddb-af19-fd1cdaf752d4" providerId="ADAL" clId="{A8B19CC9-95B7-4588-923B-79021EE6F648}" dt="2024-09-26T02:56:56.418" v="1598" actId="164"/>
          <ac:spMkLst>
            <pc:docMk/>
            <pc:sldMk cId="1456889475" sldId="2147471196"/>
            <ac:spMk id="41" creationId="{9684D8F2-316C-C829-2835-B299D4DC0D5F}"/>
          </ac:spMkLst>
        </pc:spChg>
        <pc:spChg chg="mod topLvl">
          <ac:chgData name="Ayelet Dayan" userId="53454eb9-7f8b-4ddb-af19-fd1cdaf752d4" providerId="ADAL" clId="{A8B19CC9-95B7-4588-923B-79021EE6F648}" dt="2024-09-26T03:19:07.724" v="1867" actId="20577"/>
          <ac:spMkLst>
            <pc:docMk/>
            <pc:sldMk cId="1456889475" sldId="2147471196"/>
            <ac:spMk id="48" creationId="{D591EC5E-85BF-ED76-F078-E40C4FC41B27}"/>
          </ac:spMkLst>
        </pc:spChg>
        <pc:spChg chg="mod topLvl">
          <ac:chgData name="Ayelet Dayan" userId="53454eb9-7f8b-4ddb-af19-fd1cdaf752d4" providerId="ADAL" clId="{A8B19CC9-95B7-4588-923B-79021EE6F648}" dt="2024-09-26T03:11:24.475" v="1732" actId="1076"/>
          <ac:spMkLst>
            <pc:docMk/>
            <pc:sldMk cId="1456889475" sldId="2147471196"/>
            <ac:spMk id="49" creationId="{CA07287B-8D7D-CFBF-B33E-79F2EA9F3CE3}"/>
          </ac:spMkLst>
        </pc:spChg>
        <pc:spChg chg="mod ord topLvl">
          <ac:chgData name="Ayelet Dayan" userId="53454eb9-7f8b-4ddb-af19-fd1cdaf752d4" providerId="ADAL" clId="{A8B19CC9-95B7-4588-923B-79021EE6F648}" dt="2024-09-26T03:14:05.316" v="1758" actId="14100"/>
          <ac:spMkLst>
            <pc:docMk/>
            <pc:sldMk cId="1456889475" sldId="2147471196"/>
            <ac:spMk id="51" creationId="{25B19526-40FB-4474-37A6-EDEECD2AFA7E}"/>
          </ac:spMkLst>
        </pc:spChg>
        <pc:spChg chg="mod topLvl">
          <ac:chgData name="Ayelet Dayan" userId="53454eb9-7f8b-4ddb-af19-fd1cdaf752d4" providerId="ADAL" clId="{A8B19CC9-95B7-4588-923B-79021EE6F648}" dt="2024-09-26T03:18:32.530" v="1842" actId="1036"/>
          <ac:spMkLst>
            <pc:docMk/>
            <pc:sldMk cId="1456889475" sldId="2147471196"/>
            <ac:spMk id="52" creationId="{DBAE5C9A-E34F-3FFE-82F2-7EA1FF626959}"/>
          </ac:spMkLst>
        </pc:spChg>
        <pc:spChg chg="mod">
          <ac:chgData name="Ayelet Dayan" userId="53454eb9-7f8b-4ddb-af19-fd1cdaf752d4" providerId="ADAL" clId="{A8B19CC9-95B7-4588-923B-79021EE6F648}" dt="2024-09-26T03:18:44.211" v="1846" actId="164"/>
          <ac:spMkLst>
            <pc:docMk/>
            <pc:sldMk cId="1456889475" sldId="2147471196"/>
            <ac:spMk id="63" creationId="{94353670-67C7-ECC5-7FFB-E04600503459}"/>
          </ac:spMkLst>
        </pc:spChg>
        <pc:spChg chg="mod ord topLvl">
          <ac:chgData name="Ayelet Dayan" userId="53454eb9-7f8b-4ddb-af19-fd1cdaf752d4" providerId="ADAL" clId="{A8B19CC9-95B7-4588-923B-79021EE6F648}" dt="2024-09-26T03:13:28.455" v="1755" actId="164"/>
          <ac:spMkLst>
            <pc:docMk/>
            <pc:sldMk cId="1456889475" sldId="2147471196"/>
            <ac:spMk id="64" creationId="{797104DF-5A16-B26E-9E3B-DFAE2EE516F3}"/>
          </ac:spMkLst>
        </pc:spChg>
        <pc:spChg chg="add mod">
          <ac:chgData name="Ayelet Dayan" userId="53454eb9-7f8b-4ddb-af19-fd1cdaf752d4" providerId="ADAL" clId="{A8B19CC9-95B7-4588-923B-79021EE6F648}" dt="2024-09-26T03:15:59.466" v="1803" actId="14100"/>
          <ac:spMkLst>
            <pc:docMk/>
            <pc:sldMk cId="1456889475" sldId="2147471196"/>
            <ac:spMk id="66" creationId="{BACD3F1D-B976-92DD-728F-7DD047F65A98}"/>
          </ac:spMkLst>
        </pc:spChg>
        <pc:spChg chg="mod">
          <ac:chgData name="Ayelet Dayan" userId="53454eb9-7f8b-4ddb-af19-fd1cdaf752d4" providerId="ADAL" clId="{A8B19CC9-95B7-4588-923B-79021EE6F648}" dt="2024-09-26T03:08:16.038" v="1636" actId="207"/>
          <ac:spMkLst>
            <pc:docMk/>
            <pc:sldMk cId="1456889475" sldId="2147471196"/>
            <ac:spMk id="67" creationId="{E2BEBCC9-2786-5125-3F60-6DF4A64E7977}"/>
          </ac:spMkLst>
        </pc:spChg>
        <pc:spChg chg="mod">
          <ac:chgData name="Ayelet Dayan" userId="53454eb9-7f8b-4ddb-af19-fd1cdaf752d4" providerId="ADAL" clId="{A8B19CC9-95B7-4588-923B-79021EE6F648}" dt="2024-09-26T03:15:11.708" v="1795"/>
          <ac:spMkLst>
            <pc:docMk/>
            <pc:sldMk cId="1456889475" sldId="2147471196"/>
            <ac:spMk id="77" creationId="{54A41F2B-A254-05C4-2AB8-34D0278CBED9}"/>
          </ac:spMkLst>
        </pc:spChg>
        <pc:spChg chg="mod">
          <ac:chgData name="Ayelet Dayan" userId="53454eb9-7f8b-4ddb-af19-fd1cdaf752d4" providerId="ADAL" clId="{A8B19CC9-95B7-4588-923B-79021EE6F648}" dt="2024-09-26T03:15:11.708" v="1795"/>
          <ac:spMkLst>
            <pc:docMk/>
            <pc:sldMk cId="1456889475" sldId="2147471196"/>
            <ac:spMk id="79" creationId="{93D98C6D-6714-693D-55E9-6BA2BC7B4117}"/>
          </ac:spMkLst>
        </pc:spChg>
        <pc:spChg chg="mod">
          <ac:chgData name="Ayelet Dayan" userId="53454eb9-7f8b-4ddb-af19-fd1cdaf752d4" providerId="ADAL" clId="{A8B19CC9-95B7-4588-923B-79021EE6F648}" dt="2024-09-26T03:15:11.708" v="1795"/>
          <ac:spMkLst>
            <pc:docMk/>
            <pc:sldMk cId="1456889475" sldId="2147471196"/>
            <ac:spMk id="80" creationId="{22E6A405-F789-825E-BDAE-9D893346B01C}"/>
          </ac:spMkLst>
        </pc:spChg>
        <pc:spChg chg="mod">
          <ac:chgData name="Ayelet Dayan" userId="53454eb9-7f8b-4ddb-af19-fd1cdaf752d4" providerId="ADAL" clId="{A8B19CC9-95B7-4588-923B-79021EE6F648}" dt="2024-09-26T03:15:11.708" v="1795"/>
          <ac:spMkLst>
            <pc:docMk/>
            <pc:sldMk cId="1456889475" sldId="2147471196"/>
            <ac:spMk id="83" creationId="{AC42D551-2675-093F-B7AA-E77549352116}"/>
          </ac:spMkLst>
        </pc:spChg>
        <pc:spChg chg="mod">
          <ac:chgData name="Ayelet Dayan" userId="53454eb9-7f8b-4ddb-af19-fd1cdaf752d4" providerId="ADAL" clId="{A8B19CC9-95B7-4588-923B-79021EE6F648}" dt="2024-09-26T03:15:11.708" v="1795"/>
          <ac:spMkLst>
            <pc:docMk/>
            <pc:sldMk cId="1456889475" sldId="2147471196"/>
            <ac:spMk id="84" creationId="{5F69D2E7-E6D7-E847-1F40-B3467F28939F}"/>
          </ac:spMkLst>
        </pc:spChg>
        <pc:spChg chg="mod">
          <ac:chgData name="Ayelet Dayan" userId="53454eb9-7f8b-4ddb-af19-fd1cdaf752d4" providerId="ADAL" clId="{A8B19CC9-95B7-4588-923B-79021EE6F648}" dt="2024-09-26T03:15:11.708" v="1795"/>
          <ac:spMkLst>
            <pc:docMk/>
            <pc:sldMk cId="1456889475" sldId="2147471196"/>
            <ac:spMk id="86" creationId="{6285BE1C-9611-CD77-F399-A95734F7A346}"/>
          </ac:spMkLst>
        </pc:spChg>
        <pc:spChg chg="mod">
          <ac:chgData name="Ayelet Dayan" userId="53454eb9-7f8b-4ddb-af19-fd1cdaf752d4" providerId="ADAL" clId="{A8B19CC9-95B7-4588-923B-79021EE6F648}" dt="2024-09-26T03:15:11.708" v="1795"/>
          <ac:spMkLst>
            <pc:docMk/>
            <pc:sldMk cId="1456889475" sldId="2147471196"/>
            <ac:spMk id="87" creationId="{AE32321F-81C9-D2C4-70DE-2EF260CE3A68}"/>
          </ac:spMkLst>
        </pc:spChg>
        <pc:spChg chg="add mod">
          <ac:chgData name="Ayelet Dayan" userId="53454eb9-7f8b-4ddb-af19-fd1cdaf752d4" providerId="ADAL" clId="{A8B19CC9-95B7-4588-923B-79021EE6F648}" dt="2024-09-26T03:17:33.413" v="1835" actId="20577"/>
          <ac:spMkLst>
            <pc:docMk/>
            <pc:sldMk cId="1456889475" sldId="2147471196"/>
            <ac:spMk id="88" creationId="{127D8124-CEC5-7489-AE8D-9579D7EF2784}"/>
          </ac:spMkLst>
        </pc:spChg>
        <pc:spChg chg="add mod">
          <ac:chgData name="Ayelet Dayan" userId="53454eb9-7f8b-4ddb-af19-fd1cdaf752d4" providerId="ADAL" clId="{A8B19CC9-95B7-4588-923B-79021EE6F648}" dt="2024-09-28T19:00:33.656" v="2196" actId="20577"/>
          <ac:spMkLst>
            <pc:docMk/>
            <pc:sldMk cId="1456889475" sldId="2147471196"/>
            <ac:spMk id="89" creationId="{7C6EB2BA-02DD-6F2B-E33B-F7DC8C6E285F}"/>
          </ac:spMkLst>
        </pc:spChg>
        <pc:spChg chg="add mod">
          <ac:chgData name="Ayelet Dayan" userId="53454eb9-7f8b-4ddb-af19-fd1cdaf752d4" providerId="ADAL" clId="{A8B19CC9-95B7-4588-923B-79021EE6F648}" dt="2024-09-27T03:14:02.192" v="1884" actId="207"/>
          <ac:spMkLst>
            <pc:docMk/>
            <pc:sldMk cId="1456889475" sldId="2147471196"/>
            <ac:spMk id="90" creationId="{5FA96A02-3F80-D650-F82F-4CEF18379790}"/>
          </ac:spMkLst>
        </pc:spChg>
        <pc:spChg chg="add del mod">
          <ac:chgData name="Ayelet Dayan" userId="53454eb9-7f8b-4ddb-af19-fd1cdaf752d4" providerId="ADAL" clId="{A8B19CC9-95B7-4588-923B-79021EE6F648}" dt="2024-09-26T03:15:28.158" v="1798" actId="478"/>
          <ac:spMkLst>
            <pc:docMk/>
            <pc:sldMk cId="1456889475" sldId="2147471196"/>
            <ac:spMk id="92" creationId="{3BB3EB44-9811-1337-636E-C36F30B82502}"/>
          </ac:spMkLst>
        </pc:spChg>
        <pc:grpChg chg="mod">
          <ac:chgData name="Ayelet Dayan" userId="53454eb9-7f8b-4ddb-af19-fd1cdaf752d4" providerId="ADAL" clId="{A8B19CC9-95B7-4588-923B-79021EE6F648}" dt="2024-09-26T03:18:46.435" v="1847" actId="164"/>
          <ac:grpSpMkLst>
            <pc:docMk/>
            <pc:sldMk cId="1456889475" sldId="2147471196"/>
            <ac:grpSpMk id="5" creationId="{E8FB9C73-0A05-9AA6-67D5-82262B245350}"/>
          </ac:grpSpMkLst>
        </pc:grpChg>
        <pc:grpChg chg="mod">
          <ac:chgData name="Ayelet Dayan" userId="53454eb9-7f8b-4ddb-af19-fd1cdaf752d4" providerId="ADAL" clId="{A8B19CC9-95B7-4588-923B-79021EE6F648}" dt="2024-09-26T03:18:46.435" v="1847" actId="164"/>
          <ac:grpSpMkLst>
            <pc:docMk/>
            <pc:sldMk cId="1456889475" sldId="2147471196"/>
            <ac:grpSpMk id="8" creationId="{212A6BFE-A171-C957-AD97-B2A730C39BD7}"/>
          </ac:grpSpMkLst>
        </pc:grpChg>
        <pc:grpChg chg="add mod">
          <ac:chgData name="Ayelet Dayan" userId="53454eb9-7f8b-4ddb-af19-fd1cdaf752d4" providerId="ADAL" clId="{A8B19CC9-95B7-4588-923B-79021EE6F648}" dt="2024-09-26T02:56:47.949" v="1595"/>
          <ac:grpSpMkLst>
            <pc:docMk/>
            <pc:sldMk cId="1456889475" sldId="2147471196"/>
            <ac:grpSpMk id="13" creationId="{DAC9E9BE-27BB-E033-126A-A8ED23AE4273}"/>
          </ac:grpSpMkLst>
        </pc:grpChg>
        <pc:grpChg chg="mod">
          <ac:chgData name="Ayelet Dayan" userId="53454eb9-7f8b-4ddb-af19-fd1cdaf752d4" providerId="ADAL" clId="{A8B19CC9-95B7-4588-923B-79021EE6F648}" dt="2024-09-26T02:56:56.418" v="1598" actId="164"/>
          <ac:grpSpMkLst>
            <pc:docMk/>
            <pc:sldMk cId="1456889475" sldId="2147471196"/>
            <ac:grpSpMk id="27" creationId="{BFB76223-0988-D546-04C5-96A9B3020163}"/>
          </ac:grpSpMkLst>
        </pc:grpChg>
        <pc:grpChg chg="mod topLvl">
          <ac:chgData name="Ayelet Dayan" userId="53454eb9-7f8b-4ddb-af19-fd1cdaf752d4" providerId="ADAL" clId="{A8B19CC9-95B7-4588-923B-79021EE6F648}" dt="2024-09-26T03:14:14.832" v="1761" actId="164"/>
          <ac:grpSpMkLst>
            <pc:docMk/>
            <pc:sldMk cId="1456889475" sldId="2147471196"/>
            <ac:grpSpMk id="32" creationId="{BBBBAE82-5EFD-81CE-9485-F141EFBE6B36}"/>
          </ac:grpSpMkLst>
        </pc:grpChg>
        <pc:grpChg chg="add mod">
          <ac:chgData name="Ayelet Dayan" userId="53454eb9-7f8b-4ddb-af19-fd1cdaf752d4" providerId="ADAL" clId="{A8B19CC9-95B7-4588-923B-79021EE6F648}" dt="2024-09-26T03:14:22.001" v="1782" actId="1036"/>
          <ac:grpSpMkLst>
            <pc:docMk/>
            <pc:sldMk cId="1456889475" sldId="2147471196"/>
            <ac:grpSpMk id="45" creationId="{CD4F383A-FA0A-F6A7-0A40-235B5FCA73E1}"/>
          </ac:grpSpMkLst>
        </pc:grpChg>
        <pc:grpChg chg="add del mod">
          <ac:chgData name="Ayelet Dayan" userId="53454eb9-7f8b-4ddb-af19-fd1cdaf752d4" providerId="ADAL" clId="{A8B19CC9-95B7-4588-923B-79021EE6F648}" dt="2024-09-26T03:09:43.862" v="1721" actId="165"/>
          <ac:grpSpMkLst>
            <pc:docMk/>
            <pc:sldMk cId="1456889475" sldId="2147471196"/>
            <ac:grpSpMk id="46" creationId="{F0039A19-C679-5A39-3E9A-EC496D45CB49}"/>
          </ac:grpSpMkLst>
        </pc:grpChg>
        <pc:grpChg chg="del mod topLvl">
          <ac:chgData name="Ayelet Dayan" userId="53454eb9-7f8b-4ddb-af19-fd1cdaf752d4" providerId="ADAL" clId="{A8B19CC9-95B7-4588-923B-79021EE6F648}" dt="2024-09-26T03:10:01.749" v="1722" actId="165"/>
          <ac:grpSpMkLst>
            <pc:docMk/>
            <pc:sldMk cId="1456889475" sldId="2147471196"/>
            <ac:grpSpMk id="47" creationId="{3CF94332-7E76-9281-F9A1-FC3DD80E3738}"/>
          </ac:grpSpMkLst>
        </pc:grpChg>
        <pc:grpChg chg="add mod">
          <ac:chgData name="Ayelet Dayan" userId="53454eb9-7f8b-4ddb-af19-fd1cdaf752d4" providerId="ADAL" clId="{A8B19CC9-95B7-4588-923B-79021EE6F648}" dt="2024-09-26T03:11:50.486" v="1740" actId="164"/>
          <ac:grpSpMkLst>
            <pc:docMk/>
            <pc:sldMk cId="1456889475" sldId="2147471196"/>
            <ac:grpSpMk id="56" creationId="{CB49E812-8435-8858-537C-A7AF7C31EA95}"/>
          </ac:grpSpMkLst>
        </pc:grpChg>
        <pc:grpChg chg="add del mod topLvl">
          <ac:chgData name="Ayelet Dayan" userId="53454eb9-7f8b-4ddb-af19-fd1cdaf752d4" providerId="ADAL" clId="{A8B19CC9-95B7-4588-923B-79021EE6F648}" dt="2024-09-26T03:13:22.916" v="1754" actId="165"/>
          <ac:grpSpMkLst>
            <pc:docMk/>
            <pc:sldMk cId="1456889475" sldId="2147471196"/>
            <ac:grpSpMk id="57" creationId="{06D254E5-9292-1EE6-49C8-02FFDCE7262C}"/>
          </ac:grpSpMkLst>
        </pc:grpChg>
        <pc:grpChg chg="add del mod">
          <ac:chgData name="Ayelet Dayan" userId="53454eb9-7f8b-4ddb-af19-fd1cdaf752d4" providerId="ADAL" clId="{A8B19CC9-95B7-4588-923B-79021EE6F648}" dt="2024-09-26T03:13:21.207" v="1753" actId="165"/>
          <ac:grpSpMkLst>
            <pc:docMk/>
            <pc:sldMk cId="1456889475" sldId="2147471196"/>
            <ac:grpSpMk id="58" creationId="{B4E45ECC-C0CA-7A8F-F290-182C2CCAE6B7}"/>
          </ac:grpSpMkLst>
        </pc:grpChg>
        <pc:grpChg chg="add mod">
          <ac:chgData name="Ayelet Dayan" userId="53454eb9-7f8b-4ddb-af19-fd1cdaf752d4" providerId="ADAL" clId="{A8B19CC9-95B7-4588-923B-79021EE6F648}" dt="2024-09-26T03:14:14.832" v="1761" actId="164"/>
          <ac:grpSpMkLst>
            <pc:docMk/>
            <pc:sldMk cId="1456889475" sldId="2147471196"/>
            <ac:grpSpMk id="62" creationId="{6CE73CF3-19F9-3E08-2CE0-1BE4C6193676}"/>
          </ac:grpSpMkLst>
        </pc:grpChg>
        <pc:grpChg chg="add mod">
          <ac:chgData name="Ayelet Dayan" userId="53454eb9-7f8b-4ddb-af19-fd1cdaf752d4" providerId="ADAL" clId="{A8B19CC9-95B7-4588-923B-79021EE6F648}" dt="2024-09-26T03:14:22.001" v="1782" actId="1036"/>
          <ac:grpSpMkLst>
            <pc:docMk/>
            <pc:sldMk cId="1456889475" sldId="2147471196"/>
            <ac:grpSpMk id="65" creationId="{C086053C-243D-5D4E-2FC0-92226E385C1D}"/>
          </ac:grpSpMkLst>
        </pc:grpChg>
        <pc:grpChg chg="add del mod">
          <ac:chgData name="Ayelet Dayan" userId="53454eb9-7f8b-4ddb-af19-fd1cdaf752d4" providerId="ADAL" clId="{A8B19CC9-95B7-4588-923B-79021EE6F648}" dt="2024-09-26T03:15:23.170" v="1797" actId="478"/>
          <ac:grpSpMkLst>
            <pc:docMk/>
            <pc:sldMk cId="1456889475" sldId="2147471196"/>
            <ac:grpSpMk id="71" creationId="{9E898D7F-E4DD-11E0-1492-FD944041445E}"/>
          </ac:grpSpMkLst>
        </pc:grpChg>
        <pc:grpChg chg="mod">
          <ac:chgData name="Ayelet Dayan" userId="53454eb9-7f8b-4ddb-af19-fd1cdaf752d4" providerId="ADAL" clId="{A8B19CC9-95B7-4588-923B-79021EE6F648}" dt="2024-09-26T03:15:11.708" v="1795"/>
          <ac:grpSpMkLst>
            <pc:docMk/>
            <pc:sldMk cId="1456889475" sldId="2147471196"/>
            <ac:grpSpMk id="72" creationId="{904816B9-4391-1B2A-DB2B-3EF8BCE2CCE7}"/>
          </ac:grpSpMkLst>
        </pc:grpChg>
        <pc:grpChg chg="mod">
          <ac:chgData name="Ayelet Dayan" userId="53454eb9-7f8b-4ddb-af19-fd1cdaf752d4" providerId="ADAL" clId="{A8B19CC9-95B7-4588-923B-79021EE6F648}" dt="2024-09-26T03:15:11.708" v="1795"/>
          <ac:grpSpMkLst>
            <pc:docMk/>
            <pc:sldMk cId="1456889475" sldId="2147471196"/>
            <ac:grpSpMk id="73" creationId="{C8235C37-3730-9C82-86AD-5EA99EC829C6}"/>
          </ac:grpSpMkLst>
        </pc:grpChg>
        <pc:grpChg chg="add del mod">
          <ac:chgData name="Ayelet Dayan" userId="53454eb9-7f8b-4ddb-af19-fd1cdaf752d4" providerId="ADAL" clId="{A8B19CC9-95B7-4588-923B-79021EE6F648}" dt="2024-09-26T03:15:30.970" v="1799" actId="478"/>
          <ac:grpSpMkLst>
            <pc:docMk/>
            <pc:sldMk cId="1456889475" sldId="2147471196"/>
            <ac:grpSpMk id="81" creationId="{9797D60B-C5F6-439F-0DBD-3E4B16D6F6DD}"/>
          </ac:grpSpMkLst>
        </pc:grpChg>
        <pc:grpChg chg="mod">
          <ac:chgData name="Ayelet Dayan" userId="53454eb9-7f8b-4ddb-af19-fd1cdaf752d4" providerId="ADAL" clId="{A8B19CC9-95B7-4588-923B-79021EE6F648}" dt="2024-09-26T03:15:11.708" v="1795"/>
          <ac:grpSpMkLst>
            <pc:docMk/>
            <pc:sldMk cId="1456889475" sldId="2147471196"/>
            <ac:grpSpMk id="82" creationId="{74B79B12-B65F-AD22-B5B4-11FCFCFE16DC}"/>
          </ac:grpSpMkLst>
        </pc:grpChg>
        <pc:grpChg chg="add mod">
          <ac:chgData name="Ayelet Dayan" userId="53454eb9-7f8b-4ddb-af19-fd1cdaf752d4" providerId="ADAL" clId="{A8B19CC9-95B7-4588-923B-79021EE6F648}" dt="2024-09-26T03:18:09.586" v="1839" actId="164"/>
          <ac:grpSpMkLst>
            <pc:docMk/>
            <pc:sldMk cId="1456889475" sldId="2147471196"/>
            <ac:grpSpMk id="93" creationId="{87A481ED-C792-022B-3139-443D5897FFB2}"/>
          </ac:grpSpMkLst>
        </pc:grpChg>
        <pc:grpChg chg="add mod">
          <ac:chgData name="Ayelet Dayan" userId="53454eb9-7f8b-4ddb-af19-fd1cdaf752d4" providerId="ADAL" clId="{A8B19CC9-95B7-4588-923B-79021EE6F648}" dt="2024-09-26T03:18:44.211" v="1846" actId="164"/>
          <ac:grpSpMkLst>
            <pc:docMk/>
            <pc:sldMk cId="1456889475" sldId="2147471196"/>
            <ac:grpSpMk id="94" creationId="{2F4E21BD-E9E1-B42A-3729-842216D56ADA}"/>
          </ac:grpSpMkLst>
        </pc:grpChg>
        <pc:grpChg chg="add mod">
          <ac:chgData name="Ayelet Dayan" userId="53454eb9-7f8b-4ddb-af19-fd1cdaf752d4" providerId="ADAL" clId="{A8B19CC9-95B7-4588-923B-79021EE6F648}" dt="2024-09-26T03:18:54.299" v="1848" actId="1076"/>
          <ac:grpSpMkLst>
            <pc:docMk/>
            <pc:sldMk cId="1456889475" sldId="2147471196"/>
            <ac:grpSpMk id="95" creationId="{C86A509A-6F9A-B264-DB35-E5FFAB15811C}"/>
          </ac:grpSpMkLst>
        </pc:grpChg>
        <pc:graphicFrameChg chg="add del mod modGraphic">
          <ac:chgData name="Ayelet Dayan" userId="53454eb9-7f8b-4ddb-af19-fd1cdaf752d4" providerId="ADAL" clId="{A8B19CC9-95B7-4588-923B-79021EE6F648}" dt="2024-09-26T02:53:45.489" v="1585" actId="478"/>
          <ac:graphicFrameMkLst>
            <pc:docMk/>
            <pc:sldMk cId="1456889475" sldId="2147471196"/>
            <ac:graphicFrameMk id="2" creationId="{CFD58DBC-0BB4-B234-5C2D-335D1513A515}"/>
          </ac:graphicFrameMkLst>
        </pc:graphicFrameChg>
        <pc:picChg chg="mod ord topLvl">
          <ac:chgData name="Ayelet Dayan" userId="53454eb9-7f8b-4ddb-af19-fd1cdaf752d4" providerId="ADAL" clId="{A8B19CC9-95B7-4588-923B-79021EE6F648}" dt="2024-09-26T03:13:28.455" v="1755" actId="164"/>
          <ac:picMkLst>
            <pc:docMk/>
            <pc:sldMk cId="1456889475" sldId="2147471196"/>
            <ac:picMk id="12" creationId="{F14EAB84-AA18-84C5-E153-42A174D8D06C}"/>
          </ac:picMkLst>
        </pc:picChg>
        <pc:picChg chg="mod">
          <ac:chgData name="Ayelet Dayan" userId="53454eb9-7f8b-4ddb-af19-fd1cdaf752d4" providerId="ADAL" clId="{A8B19CC9-95B7-4588-923B-79021EE6F648}" dt="2024-09-26T02:56:56.418" v="1598" actId="164"/>
          <ac:picMkLst>
            <pc:docMk/>
            <pc:sldMk cId="1456889475" sldId="2147471196"/>
            <ac:picMk id="16" creationId="{90F5E610-EB98-2E56-2332-DF175EBC2778}"/>
          </ac:picMkLst>
        </pc:picChg>
        <pc:picChg chg="mod">
          <ac:chgData name="Ayelet Dayan" userId="53454eb9-7f8b-4ddb-af19-fd1cdaf752d4" providerId="ADAL" clId="{A8B19CC9-95B7-4588-923B-79021EE6F648}" dt="2024-09-26T03:18:44.211" v="1846" actId="164"/>
          <ac:picMkLst>
            <pc:docMk/>
            <pc:sldMk cId="1456889475" sldId="2147471196"/>
            <ac:picMk id="21" creationId="{8490F924-F156-57A1-CF71-37C1218D9C76}"/>
          </ac:picMkLst>
        </pc:picChg>
        <pc:picChg chg="add mod">
          <ac:chgData name="Ayelet Dayan" userId="53454eb9-7f8b-4ddb-af19-fd1cdaf752d4" providerId="ADAL" clId="{A8B19CC9-95B7-4588-923B-79021EE6F648}" dt="2024-09-26T02:56:47.949" v="1595"/>
          <ac:picMkLst>
            <pc:docMk/>
            <pc:sldMk cId="1456889475" sldId="2147471196"/>
            <ac:picMk id="39" creationId="{A1FC1B58-ADB5-FC8F-3B19-18EA4416A0C6}"/>
          </ac:picMkLst>
        </pc:picChg>
        <pc:picChg chg="del mod">
          <ac:chgData name="Ayelet Dayan" userId="53454eb9-7f8b-4ddb-af19-fd1cdaf752d4" providerId="ADAL" clId="{A8B19CC9-95B7-4588-923B-79021EE6F648}" dt="2024-09-26T03:07:05.575" v="1620" actId="478"/>
          <ac:picMkLst>
            <pc:docMk/>
            <pc:sldMk cId="1456889475" sldId="2147471196"/>
            <ac:picMk id="50" creationId="{93918324-41F8-C0E2-F35B-4D22A3AE0ED7}"/>
          </ac:picMkLst>
        </pc:picChg>
        <pc:picChg chg="add mod">
          <ac:chgData name="Ayelet Dayan" userId="53454eb9-7f8b-4ddb-af19-fd1cdaf752d4" providerId="ADAL" clId="{A8B19CC9-95B7-4588-923B-79021EE6F648}" dt="2024-09-26T03:11:24.475" v="1732" actId="1076"/>
          <ac:picMkLst>
            <pc:docMk/>
            <pc:sldMk cId="1456889475" sldId="2147471196"/>
            <ac:picMk id="54" creationId="{7AE429BB-22D6-FF7B-A013-CA0E85DEB131}"/>
          </ac:picMkLst>
        </pc:picChg>
        <pc:picChg chg="mod">
          <ac:chgData name="Ayelet Dayan" userId="53454eb9-7f8b-4ddb-af19-fd1cdaf752d4" providerId="ADAL" clId="{A8B19CC9-95B7-4588-923B-79021EE6F648}" dt="2024-09-26T03:15:11.708" v="1795"/>
          <ac:picMkLst>
            <pc:docMk/>
            <pc:sldMk cId="1456889475" sldId="2147471196"/>
            <ac:picMk id="78" creationId="{8901A552-B680-89C8-B504-4D60DB50ECE6}"/>
          </ac:picMkLst>
        </pc:picChg>
        <pc:picChg chg="mod">
          <ac:chgData name="Ayelet Dayan" userId="53454eb9-7f8b-4ddb-af19-fd1cdaf752d4" providerId="ADAL" clId="{A8B19CC9-95B7-4588-923B-79021EE6F648}" dt="2024-09-26T03:15:11.708" v="1795"/>
          <ac:picMkLst>
            <pc:docMk/>
            <pc:sldMk cId="1456889475" sldId="2147471196"/>
            <ac:picMk id="85" creationId="{2A8AA0C1-099E-46DC-D55A-E2403DB1DE5C}"/>
          </ac:picMkLst>
        </pc:picChg>
        <pc:picChg chg="add mod">
          <ac:chgData name="Ayelet Dayan" userId="53454eb9-7f8b-4ddb-af19-fd1cdaf752d4" providerId="ADAL" clId="{A8B19CC9-95B7-4588-923B-79021EE6F648}" dt="2024-09-26T03:18:09.586" v="1839" actId="164"/>
          <ac:picMkLst>
            <pc:docMk/>
            <pc:sldMk cId="1456889475" sldId="2147471196"/>
            <ac:picMk id="91" creationId="{254A015D-824D-8EA4-7A96-4BC544FB81FC}"/>
          </ac:picMkLst>
        </pc:picChg>
      </pc:sldChg>
      <pc:sldChg chg="addSp delSp modSp add del mod">
        <pc:chgData name="Ayelet Dayan" userId="53454eb9-7f8b-4ddb-af19-fd1cdaf752d4" providerId="ADAL" clId="{A8B19CC9-95B7-4588-923B-79021EE6F648}" dt="2024-09-28T20:46:41.501" v="3470" actId="14100"/>
        <pc:sldMkLst>
          <pc:docMk/>
          <pc:sldMk cId="591745004" sldId="2147471225"/>
        </pc:sldMkLst>
        <pc:spChg chg="del">
          <ac:chgData name="Ayelet Dayan" userId="53454eb9-7f8b-4ddb-af19-fd1cdaf752d4" providerId="ADAL" clId="{A8B19CC9-95B7-4588-923B-79021EE6F648}" dt="2024-09-25T15:33:41.638" v="514" actId="478"/>
          <ac:spMkLst>
            <pc:docMk/>
            <pc:sldMk cId="591745004" sldId="2147471225"/>
            <ac:spMk id="4" creationId="{4030AC00-F73E-323B-60C8-62556EEA3F70}"/>
          </ac:spMkLst>
        </pc:spChg>
        <pc:spChg chg="add mod">
          <ac:chgData name="Ayelet Dayan" userId="53454eb9-7f8b-4ddb-af19-fd1cdaf752d4" providerId="ADAL" clId="{A8B19CC9-95B7-4588-923B-79021EE6F648}" dt="2024-09-28T20:46:41.501" v="3470" actId="14100"/>
          <ac:spMkLst>
            <pc:docMk/>
            <pc:sldMk cId="591745004" sldId="2147471225"/>
            <ac:spMk id="4" creationId="{C46315FC-C7A6-703B-9E64-403AF6E7F34C}"/>
          </ac:spMkLst>
        </pc:spChg>
        <pc:spChg chg="mod">
          <ac:chgData name="Ayelet Dayan" userId="53454eb9-7f8b-4ddb-af19-fd1cdaf752d4" providerId="ADAL" clId="{A8B19CC9-95B7-4588-923B-79021EE6F648}" dt="2024-09-26T02:51:13.654" v="1570" actId="207"/>
          <ac:spMkLst>
            <pc:docMk/>
            <pc:sldMk cId="591745004" sldId="2147471225"/>
            <ac:spMk id="8" creationId="{75C48B6D-8CC4-CC1E-7D43-B44EF2558913}"/>
          </ac:spMkLst>
        </pc:spChg>
        <pc:spChg chg="mod">
          <ac:chgData name="Ayelet Dayan" userId="53454eb9-7f8b-4ddb-af19-fd1cdaf752d4" providerId="ADAL" clId="{A8B19CC9-95B7-4588-923B-79021EE6F648}" dt="2024-09-26T02:22:44.972" v="776" actId="1076"/>
          <ac:spMkLst>
            <pc:docMk/>
            <pc:sldMk cId="591745004" sldId="2147471225"/>
            <ac:spMk id="11" creationId="{D6737E21-608F-2B7B-D3E0-C4A37610F49A}"/>
          </ac:spMkLst>
        </pc:spChg>
        <pc:spChg chg="mod">
          <ac:chgData name="Ayelet Dayan" userId="53454eb9-7f8b-4ddb-af19-fd1cdaf752d4" providerId="ADAL" clId="{A8B19CC9-95B7-4588-923B-79021EE6F648}" dt="2024-09-26T02:50:46.288" v="1568" actId="14826"/>
          <ac:spMkLst>
            <pc:docMk/>
            <pc:sldMk cId="591745004" sldId="2147471225"/>
            <ac:spMk id="13" creationId="{184CA8C1-FDB1-6A83-C929-0322AAC1616C}"/>
          </ac:spMkLst>
        </pc:spChg>
        <pc:spChg chg="mod">
          <ac:chgData name="Ayelet Dayan" userId="53454eb9-7f8b-4ddb-af19-fd1cdaf752d4" providerId="ADAL" clId="{A8B19CC9-95B7-4588-923B-79021EE6F648}" dt="2024-09-28T18:59:39.796" v="2154" actId="1037"/>
          <ac:spMkLst>
            <pc:docMk/>
            <pc:sldMk cId="591745004" sldId="2147471225"/>
            <ac:spMk id="14" creationId="{D0778AC5-99ED-7B7C-F0A6-0CB62CEAD4BC}"/>
          </ac:spMkLst>
        </pc:spChg>
        <pc:spChg chg="mod">
          <ac:chgData name="Ayelet Dayan" userId="53454eb9-7f8b-4ddb-af19-fd1cdaf752d4" providerId="ADAL" clId="{A8B19CC9-95B7-4588-923B-79021EE6F648}" dt="2024-09-28T18:59:39.796" v="2154" actId="1037"/>
          <ac:spMkLst>
            <pc:docMk/>
            <pc:sldMk cId="591745004" sldId="2147471225"/>
            <ac:spMk id="15" creationId="{5F45E710-7ABD-589F-4E20-EEE26127625E}"/>
          </ac:spMkLst>
        </pc:spChg>
        <pc:spChg chg="mod">
          <ac:chgData name="Ayelet Dayan" userId="53454eb9-7f8b-4ddb-af19-fd1cdaf752d4" providerId="ADAL" clId="{A8B19CC9-95B7-4588-923B-79021EE6F648}" dt="2024-09-26T02:50:13.272" v="1567" actId="14826"/>
          <ac:spMkLst>
            <pc:docMk/>
            <pc:sldMk cId="591745004" sldId="2147471225"/>
            <ac:spMk id="16" creationId="{F06B31B7-EF39-2C8F-7373-19A676B1922F}"/>
          </ac:spMkLst>
        </pc:spChg>
        <pc:spChg chg="mod">
          <ac:chgData name="Ayelet Dayan" userId="53454eb9-7f8b-4ddb-af19-fd1cdaf752d4" providerId="ADAL" clId="{A8B19CC9-95B7-4588-923B-79021EE6F648}" dt="2024-09-26T02:50:13.272" v="1567" actId="14826"/>
          <ac:spMkLst>
            <pc:docMk/>
            <pc:sldMk cId="591745004" sldId="2147471225"/>
            <ac:spMk id="17" creationId="{5BD17333-886E-05D8-3A5A-4067620C3572}"/>
          </ac:spMkLst>
        </pc:spChg>
        <pc:spChg chg="mod">
          <ac:chgData name="Ayelet Dayan" userId="53454eb9-7f8b-4ddb-af19-fd1cdaf752d4" providerId="ADAL" clId="{A8B19CC9-95B7-4588-923B-79021EE6F648}" dt="2024-09-26T02:50:13.272" v="1567" actId="14826"/>
          <ac:spMkLst>
            <pc:docMk/>
            <pc:sldMk cId="591745004" sldId="2147471225"/>
            <ac:spMk id="18" creationId="{4C8D340A-04DA-FCF2-E28E-0625A0B556C9}"/>
          </ac:spMkLst>
        </pc:spChg>
        <pc:spChg chg="mod">
          <ac:chgData name="Ayelet Dayan" userId="53454eb9-7f8b-4ddb-af19-fd1cdaf752d4" providerId="ADAL" clId="{A8B19CC9-95B7-4588-923B-79021EE6F648}" dt="2024-09-26T02:50:46.288" v="1568" actId="14826"/>
          <ac:spMkLst>
            <pc:docMk/>
            <pc:sldMk cId="591745004" sldId="2147471225"/>
            <ac:spMk id="20" creationId="{FA7D55B0-0BA8-98E2-9317-E56063D1194E}"/>
          </ac:spMkLst>
        </pc:spChg>
        <pc:spChg chg="mod">
          <ac:chgData name="Ayelet Dayan" userId="53454eb9-7f8b-4ddb-af19-fd1cdaf752d4" providerId="ADAL" clId="{A8B19CC9-95B7-4588-923B-79021EE6F648}" dt="2024-09-26T02:52:11.697" v="1580" actId="113"/>
          <ac:spMkLst>
            <pc:docMk/>
            <pc:sldMk cId="591745004" sldId="2147471225"/>
            <ac:spMk id="23" creationId="{065AB6C3-5140-4A8D-AA5A-36E26C7A33FC}"/>
          </ac:spMkLst>
        </pc:spChg>
        <pc:spChg chg="mod">
          <ac:chgData name="Ayelet Dayan" userId="53454eb9-7f8b-4ddb-af19-fd1cdaf752d4" providerId="ADAL" clId="{A8B19CC9-95B7-4588-923B-79021EE6F648}" dt="2024-09-26T02:51:08.803" v="1569" actId="207"/>
          <ac:spMkLst>
            <pc:docMk/>
            <pc:sldMk cId="591745004" sldId="2147471225"/>
            <ac:spMk id="24" creationId="{BEB256FF-FAE2-C7B9-C49B-B5752BAD5432}"/>
          </ac:spMkLst>
        </pc:spChg>
        <pc:spChg chg="mod">
          <ac:chgData name="Ayelet Dayan" userId="53454eb9-7f8b-4ddb-af19-fd1cdaf752d4" providerId="ADAL" clId="{A8B19CC9-95B7-4588-923B-79021EE6F648}" dt="2024-09-26T02:47:34.056" v="1566" actId="14826"/>
          <ac:spMkLst>
            <pc:docMk/>
            <pc:sldMk cId="591745004" sldId="2147471225"/>
            <ac:spMk id="27" creationId="{DC11F204-8F93-CDB1-8D23-4ECF4398E622}"/>
          </ac:spMkLst>
        </pc:spChg>
        <pc:spChg chg="mod">
          <ac:chgData name="Ayelet Dayan" userId="53454eb9-7f8b-4ddb-af19-fd1cdaf752d4" providerId="ADAL" clId="{A8B19CC9-95B7-4588-923B-79021EE6F648}" dt="2024-09-26T02:47:34.056" v="1566" actId="14826"/>
          <ac:spMkLst>
            <pc:docMk/>
            <pc:sldMk cId="591745004" sldId="2147471225"/>
            <ac:spMk id="29" creationId="{AE31FDBE-0755-6ACE-2A85-6F5917278F0D}"/>
          </ac:spMkLst>
        </pc:spChg>
        <pc:spChg chg="del mod">
          <ac:chgData name="Ayelet Dayan" userId="53454eb9-7f8b-4ddb-af19-fd1cdaf752d4" providerId="ADAL" clId="{A8B19CC9-95B7-4588-923B-79021EE6F648}" dt="2024-09-26T02:45:45.988" v="1376" actId="478"/>
          <ac:spMkLst>
            <pc:docMk/>
            <pc:sldMk cId="591745004" sldId="2147471225"/>
            <ac:spMk id="30" creationId="{C138F5E9-F9AB-F7FC-0B3F-FE64B389019D}"/>
          </ac:spMkLst>
        </pc:spChg>
        <pc:spChg chg="mod">
          <ac:chgData name="Ayelet Dayan" userId="53454eb9-7f8b-4ddb-af19-fd1cdaf752d4" providerId="ADAL" clId="{A8B19CC9-95B7-4588-923B-79021EE6F648}" dt="2024-09-26T02:51:18.183" v="1571" actId="207"/>
          <ac:spMkLst>
            <pc:docMk/>
            <pc:sldMk cId="591745004" sldId="2147471225"/>
            <ac:spMk id="33" creationId="{4239ECF4-77D8-DD8C-02F8-109E7901E88E}"/>
          </ac:spMkLst>
        </pc:spChg>
        <pc:spChg chg="mod">
          <ac:chgData name="Ayelet Dayan" userId="53454eb9-7f8b-4ddb-af19-fd1cdaf752d4" providerId="ADAL" clId="{A8B19CC9-95B7-4588-923B-79021EE6F648}" dt="2024-09-27T03:14:35.788" v="1886" actId="571"/>
          <ac:spMkLst>
            <pc:docMk/>
            <pc:sldMk cId="591745004" sldId="2147471225"/>
            <ac:spMk id="36" creationId="{818017A4-8440-C1B9-3E94-0FAE8BB28853}"/>
          </ac:spMkLst>
        </pc:spChg>
        <pc:spChg chg="mod">
          <ac:chgData name="Ayelet Dayan" userId="53454eb9-7f8b-4ddb-af19-fd1cdaf752d4" providerId="ADAL" clId="{A8B19CC9-95B7-4588-923B-79021EE6F648}" dt="2024-09-25T15:26:37.401" v="166" actId="1076"/>
          <ac:spMkLst>
            <pc:docMk/>
            <pc:sldMk cId="591745004" sldId="2147471225"/>
            <ac:spMk id="37" creationId="{A73A1826-A5CB-3D72-CA01-5B486B284A41}"/>
          </ac:spMkLst>
        </pc:spChg>
        <pc:spChg chg="mod">
          <ac:chgData name="Ayelet Dayan" userId="53454eb9-7f8b-4ddb-af19-fd1cdaf752d4" providerId="ADAL" clId="{A8B19CC9-95B7-4588-923B-79021EE6F648}" dt="2024-09-27T03:14:35.788" v="1886" actId="571"/>
          <ac:spMkLst>
            <pc:docMk/>
            <pc:sldMk cId="591745004" sldId="2147471225"/>
            <ac:spMk id="40" creationId="{E964A233-14A3-8288-9B6F-453B4D183955}"/>
          </ac:spMkLst>
        </pc:spChg>
        <pc:spChg chg="mod">
          <ac:chgData name="Ayelet Dayan" userId="53454eb9-7f8b-4ddb-af19-fd1cdaf752d4" providerId="ADAL" clId="{A8B19CC9-95B7-4588-923B-79021EE6F648}" dt="2024-09-27T03:14:35.788" v="1886" actId="571"/>
          <ac:spMkLst>
            <pc:docMk/>
            <pc:sldMk cId="591745004" sldId="2147471225"/>
            <ac:spMk id="41" creationId="{5BA35AD2-2A91-74C9-0B21-FF8059321572}"/>
          </ac:spMkLst>
        </pc:spChg>
        <pc:spChg chg="add del mod">
          <ac:chgData name="Ayelet Dayan" userId="53454eb9-7f8b-4ddb-af19-fd1cdaf752d4" providerId="ADAL" clId="{A8B19CC9-95B7-4588-923B-79021EE6F648}" dt="2024-09-28T18:59:39.796" v="2154" actId="1037"/>
          <ac:spMkLst>
            <pc:docMk/>
            <pc:sldMk cId="591745004" sldId="2147471225"/>
            <ac:spMk id="42" creationId="{547A441B-C6A6-E095-4ECE-DD28A2A0299E}"/>
          </ac:spMkLst>
        </pc:spChg>
        <pc:spChg chg="mod">
          <ac:chgData name="Ayelet Dayan" userId="53454eb9-7f8b-4ddb-af19-fd1cdaf752d4" providerId="ADAL" clId="{A8B19CC9-95B7-4588-923B-79021EE6F648}" dt="2024-09-27T03:14:35.788" v="1886" actId="571"/>
          <ac:spMkLst>
            <pc:docMk/>
            <pc:sldMk cId="591745004" sldId="2147471225"/>
            <ac:spMk id="43" creationId="{5F0A62DD-22D2-EA58-774F-2E2054FA2EA4}"/>
          </ac:spMkLst>
        </pc:spChg>
        <pc:spChg chg="mod">
          <ac:chgData name="Ayelet Dayan" userId="53454eb9-7f8b-4ddb-af19-fd1cdaf752d4" providerId="ADAL" clId="{A8B19CC9-95B7-4588-923B-79021EE6F648}" dt="2024-09-27T03:14:35.788" v="1886" actId="571"/>
          <ac:spMkLst>
            <pc:docMk/>
            <pc:sldMk cId="591745004" sldId="2147471225"/>
            <ac:spMk id="47" creationId="{E037AFA7-B85B-0F89-AD64-E9A978794DBD}"/>
          </ac:spMkLst>
        </pc:spChg>
        <pc:spChg chg="mod">
          <ac:chgData name="Ayelet Dayan" userId="53454eb9-7f8b-4ddb-af19-fd1cdaf752d4" providerId="ADAL" clId="{A8B19CC9-95B7-4588-923B-79021EE6F648}" dt="2024-09-27T03:14:35.788" v="1886" actId="571"/>
          <ac:spMkLst>
            <pc:docMk/>
            <pc:sldMk cId="591745004" sldId="2147471225"/>
            <ac:spMk id="49" creationId="{B1A721E0-9B68-057A-EE4A-D01337BC760C}"/>
          </ac:spMkLst>
        </pc:spChg>
        <pc:spChg chg="mod">
          <ac:chgData name="Ayelet Dayan" userId="53454eb9-7f8b-4ddb-af19-fd1cdaf752d4" providerId="ADAL" clId="{A8B19CC9-95B7-4588-923B-79021EE6F648}" dt="2024-09-27T03:14:35.788" v="1886" actId="571"/>
          <ac:spMkLst>
            <pc:docMk/>
            <pc:sldMk cId="591745004" sldId="2147471225"/>
            <ac:spMk id="50" creationId="{05DA1630-3B53-68B2-F6F5-4D4373F47F3A}"/>
          </ac:spMkLst>
        </pc:spChg>
        <pc:spChg chg="mod topLvl">
          <ac:chgData name="Ayelet Dayan" userId="53454eb9-7f8b-4ddb-af19-fd1cdaf752d4" providerId="ADAL" clId="{A8B19CC9-95B7-4588-923B-79021EE6F648}" dt="2024-09-28T18:59:39.796" v="2154" actId="1037"/>
          <ac:spMkLst>
            <pc:docMk/>
            <pc:sldMk cId="591745004" sldId="2147471225"/>
            <ac:spMk id="68" creationId="{CD95486B-B51D-1836-F5D6-ED89148D5D3B}"/>
          </ac:spMkLst>
        </pc:spChg>
        <pc:grpChg chg="mod">
          <ac:chgData name="Ayelet Dayan" userId="53454eb9-7f8b-4ddb-af19-fd1cdaf752d4" providerId="ADAL" clId="{A8B19CC9-95B7-4588-923B-79021EE6F648}" dt="2024-09-26T02:50:46.288" v="1568" actId="14826"/>
          <ac:grpSpMkLst>
            <pc:docMk/>
            <pc:sldMk cId="591745004" sldId="2147471225"/>
            <ac:grpSpMk id="2" creationId="{8FD659D9-9A4F-CB5B-D678-5F061FABE795}"/>
          </ac:grpSpMkLst>
        </pc:grpChg>
        <pc:grpChg chg="add mod">
          <ac:chgData name="Ayelet Dayan" userId="53454eb9-7f8b-4ddb-af19-fd1cdaf752d4" providerId="ADAL" clId="{A8B19CC9-95B7-4588-923B-79021EE6F648}" dt="2024-09-28T18:59:39.796" v="2154" actId="1037"/>
          <ac:grpSpMkLst>
            <pc:docMk/>
            <pc:sldMk cId="591745004" sldId="2147471225"/>
            <ac:grpSpMk id="3" creationId="{12DA03CE-D0D0-DE78-52CF-48DCC420E420}"/>
          </ac:grpSpMkLst>
        </pc:grpChg>
        <pc:grpChg chg="add mod">
          <ac:chgData name="Ayelet Dayan" userId="53454eb9-7f8b-4ddb-af19-fd1cdaf752d4" providerId="ADAL" clId="{A8B19CC9-95B7-4588-923B-79021EE6F648}" dt="2024-09-28T18:59:39.796" v="2154" actId="1037"/>
          <ac:grpSpMkLst>
            <pc:docMk/>
            <pc:sldMk cId="591745004" sldId="2147471225"/>
            <ac:grpSpMk id="5" creationId="{7B97CDD3-4098-1877-F2E7-AB02A4EBDDE0}"/>
          </ac:grpSpMkLst>
        </pc:grpChg>
        <pc:grpChg chg="mod">
          <ac:chgData name="Ayelet Dayan" userId="53454eb9-7f8b-4ddb-af19-fd1cdaf752d4" providerId="ADAL" clId="{A8B19CC9-95B7-4588-923B-79021EE6F648}" dt="2024-09-26T02:50:13.272" v="1567" actId="14826"/>
          <ac:grpSpMkLst>
            <pc:docMk/>
            <pc:sldMk cId="591745004" sldId="2147471225"/>
            <ac:grpSpMk id="6" creationId="{202B513B-7D49-2AC0-F4B1-9DD4D656FFCE}"/>
          </ac:grpSpMkLst>
        </pc:grpChg>
        <pc:grpChg chg="mod">
          <ac:chgData name="Ayelet Dayan" userId="53454eb9-7f8b-4ddb-af19-fd1cdaf752d4" providerId="ADAL" clId="{A8B19CC9-95B7-4588-923B-79021EE6F648}" dt="2024-09-26T02:50:13.272" v="1567" actId="14826"/>
          <ac:grpSpMkLst>
            <pc:docMk/>
            <pc:sldMk cId="591745004" sldId="2147471225"/>
            <ac:grpSpMk id="7" creationId="{87F0DDE5-B62F-0976-128C-2FE74E7FCB66}"/>
          </ac:grpSpMkLst>
        </pc:grpChg>
        <pc:grpChg chg="mod">
          <ac:chgData name="Ayelet Dayan" userId="53454eb9-7f8b-4ddb-af19-fd1cdaf752d4" providerId="ADAL" clId="{A8B19CC9-95B7-4588-923B-79021EE6F648}" dt="2024-09-25T15:32:47.951" v="438" actId="164"/>
          <ac:grpSpMkLst>
            <pc:docMk/>
            <pc:sldMk cId="591745004" sldId="2147471225"/>
            <ac:grpSpMk id="9" creationId="{B66FEEFC-E79C-C946-83C6-C08629B0DDEC}"/>
          </ac:grpSpMkLst>
        </pc:grpChg>
        <pc:grpChg chg="add mod">
          <ac:chgData name="Ayelet Dayan" userId="53454eb9-7f8b-4ddb-af19-fd1cdaf752d4" providerId="ADAL" clId="{A8B19CC9-95B7-4588-923B-79021EE6F648}" dt="2024-09-28T18:59:39.796" v="2154" actId="1037"/>
          <ac:grpSpMkLst>
            <pc:docMk/>
            <pc:sldMk cId="591745004" sldId="2147471225"/>
            <ac:grpSpMk id="19" creationId="{4D92678C-DECE-73F1-8264-4D897C9BD54C}"/>
          </ac:grpSpMkLst>
        </pc:grpChg>
        <pc:grpChg chg="mod">
          <ac:chgData name="Ayelet Dayan" userId="53454eb9-7f8b-4ddb-af19-fd1cdaf752d4" providerId="ADAL" clId="{A8B19CC9-95B7-4588-923B-79021EE6F648}" dt="2024-09-26T02:47:34.056" v="1566" actId="14826"/>
          <ac:grpSpMkLst>
            <pc:docMk/>
            <pc:sldMk cId="591745004" sldId="2147471225"/>
            <ac:grpSpMk id="21" creationId="{ECF7EACB-606B-58E3-C0CF-AA183960A85E}"/>
          </ac:grpSpMkLst>
        </pc:grpChg>
        <pc:grpChg chg="mod">
          <ac:chgData name="Ayelet Dayan" userId="53454eb9-7f8b-4ddb-af19-fd1cdaf752d4" providerId="ADAL" clId="{A8B19CC9-95B7-4588-923B-79021EE6F648}" dt="2024-09-26T02:47:34.056" v="1566" actId="14826"/>
          <ac:grpSpMkLst>
            <pc:docMk/>
            <pc:sldMk cId="591745004" sldId="2147471225"/>
            <ac:grpSpMk id="22" creationId="{7C93A32E-48B2-782B-36F0-02CFF3642961}"/>
          </ac:grpSpMkLst>
        </pc:grpChg>
        <pc:grpChg chg="mod">
          <ac:chgData name="Ayelet Dayan" userId="53454eb9-7f8b-4ddb-af19-fd1cdaf752d4" providerId="ADAL" clId="{A8B19CC9-95B7-4588-923B-79021EE6F648}" dt="2024-09-26T02:50:46.288" v="1568" actId="14826"/>
          <ac:grpSpMkLst>
            <pc:docMk/>
            <pc:sldMk cId="591745004" sldId="2147471225"/>
            <ac:grpSpMk id="28" creationId="{84BCD753-2BD4-7863-DE63-99C374C3581E}"/>
          </ac:grpSpMkLst>
        </pc:grpChg>
        <pc:grpChg chg="add del mod">
          <ac:chgData name="Ayelet Dayan" userId="53454eb9-7f8b-4ddb-af19-fd1cdaf752d4" providerId="ADAL" clId="{A8B19CC9-95B7-4588-923B-79021EE6F648}" dt="2024-09-26T02:39:46.130" v="1278" actId="478"/>
          <ac:grpSpMkLst>
            <pc:docMk/>
            <pc:sldMk cId="591745004" sldId="2147471225"/>
            <ac:grpSpMk id="31" creationId="{E2E7FD07-95F5-66B9-CD6A-99BB4F7A1173}"/>
          </ac:grpSpMkLst>
        </pc:grpChg>
        <pc:grpChg chg="add mod">
          <ac:chgData name="Ayelet Dayan" userId="53454eb9-7f8b-4ddb-af19-fd1cdaf752d4" providerId="ADAL" clId="{A8B19CC9-95B7-4588-923B-79021EE6F648}" dt="2024-09-27T03:14:35.788" v="1886" actId="571"/>
          <ac:grpSpMkLst>
            <pc:docMk/>
            <pc:sldMk cId="591745004" sldId="2147471225"/>
            <ac:grpSpMk id="32" creationId="{C6EFF951-81EB-62B6-20BB-81AB010EAA72}"/>
          </ac:grpSpMkLst>
        </pc:grpChg>
        <pc:grpChg chg="mod">
          <ac:chgData name="Ayelet Dayan" userId="53454eb9-7f8b-4ddb-af19-fd1cdaf752d4" providerId="ADAL" clId="{A8B19CC9-95B7-4588-923B-79021EE6F648}" dt="2024-09-27T03:14:35.788" v="1886" actId="571"/>
          <ac:grpSpMkLst>
            <pc:docMk/>
            <pc:sldMk cId="591745004" sldId="2147471225"/>
            <ac:grpSpMk id="34" creationId="{EB64AB8F-5DC5-FD26-131A-3AD7C519DC6F}"/>
          </ac:grpSpMkLst>
        </pc:grpChg>
        <pc:grpChg chg="mod">
          <ac:chgData name="Ayelet Dayan" userId="53454eb9-7f8b-4ddb-af19-fd1cdaf752d4" providerId="ADAL" clId="{A8B19CC9-95B7-4588-923B-79021EE6F648}" dt="2024-09-27T03:14:35.788" v="1886" actId="571"/>
          <ac:grpSpMkLst>
            <pc:docMk/>
            <pc:sldMk cId="591745004" sldId="2147471225"/>
            <ac:grpSpMk id="35" creationId="{5BF62590-C230-B262-34E3-0ACA18D5AA2A}"/>
          </ac:grpSpMkLst>
        </pc:grpChg>
        <pc:grpChg chg="add mod">
          <ac:chgData name="Ayelet Dayan" userId="53454eb9-7f8b-4ddb-af19-fd1cdaf752d4" providerId="ADAL" clId="{A8B19CC9-95B7-4588-923B-79021EE6F648}" dt="2024-09-27T03:14:35.788" v="1886" actId="571"/>
          <ac:grpSpMkLst>
            <pc:docMk/>
            <pc:sldMk cId="591745004" sldId="2147471225"/>
            <ac:grpSpMk id="44" creationId="{D393434D-A60B-3833-4BE7-711D73030543}"/>
          </ac:grpSpMkLst>
        </pc:grpChg>
        <pc:grpChg chg="mod">
          <ac:chgData name="Ayelet Dayan" userId="53454eb9-7f8b-4ddb-af19-fd1cdaf752d4" providerId="ADAL" clId="{A8B19CC9-95B7-4588-923B-79021EE6F648}" dt="2024-09-27T03:14:35.788" v="1886" actId="571"/>
          <ac:grpSpMkLst>
            <pc:docMk/>
            <pc:sldMk cId="591745004" sldId="2147471225"/>
            <ac:grpSpMk id="45" creationId="{11056D3A-12D5-2675-6D3B-DA11D4F55C49}"/>
          </ac:grpSpMkLst>
        </pc:grpChg>
        <pc:grpChg chg="mod">
          <ac:chgData name="Ayelet Dayan" userId="53454eb9-7f8b-4ddb-af19-fd1cdaf752d4" providerId="ADAL" clId="{A8B19CC9-95B7-4588-923B-79021EE6F648}" dt="2024-09-27T03:14:35.788" v="1886" actId="571"/>
          <ac:grpSpMkLst>
            <pc:docMk/>
            <pc:sldMk cId="591745004" sldId="2147471225"/>
            <ac:grpSpMk id="46" creationId="{F778D8A5-01D5-9F26-D2C2-7A4EA99BE7EE}"/>
          </ac:grpSpMkLst>
        </pc:grpChg>
        <pc:grpChg chg="mod">
          <ac:chgData name="Ayelet Dayan" userId="53454eb9-7f8b-4ddb-af19-fd1cdaf752d4" providerId="ADAL" clId="{A8B19CC9-95B7-4588-923B-79021EE6F648}" dt="2024-09-25T15:32:47.951" v="438" actId="164"/>
          <ac:grpSpMkLst>
            <pc:docMk/>
            <pc:sldMk cId="591745004" sldId="2147471225"/>
            <ac:grpSpMk id="61" creationId="{A99C43DA-F8D9-7C33-4AC7-A2E74E869045}"/>
          </ac:grpSpMkLst>
        </pc:grpChg>
        <pc:grpChg chg="del mod">
          <ac:chgData name="Ayelet Dayan" userId="53454eb9-7f8b-4ddb-af19-fd1cdaf752d4" providerId="ADAL" clId="{A8B19CC9-95B7-4588-923B-79021EE6F648}" dt="2024-09-26T02:33:26.896" v="1006" actId="165"/>
          <ac:grpSpMkLst>
            <pc:docMk/>
            <pc:sldMk cId="591745004" sldId="2147471225"/>
            <ac:grpSpMk id="76" creationId="{BBF0D669-6256-3324-EE64-63BB2E80D4F2}"/>
          </ac:grpSpMkLst>
        </pc:grpChg>
        <pc:picChg chg="mod">
          <ac:chgData name="Ayelet Dayan" userId="53454eb9-7f8b-4ddb-af19-fd1cdaf752d4" providerId="ADAL" clId="{A8B19CC9-95B7-4588-923B-79021EE6F648}" dt="2024-09-26T02:50:13.272" v="1567" actId="14826"/>
          <ac:picMkLst>
            <pc:docMk/>
            <pc:sldMk cId="591745004" sldId="2147471225"/>
            <ac:picMk id="12" creationId="{76E9FDC6-76A9-7A81-551F-E426D835A76E}"/>
          </ac:picMkLst>
        </pc:picChg>
        <pc:picChg chg="mod">
          <ac:chgData name="Ayelet Dayan" userId="53454eb9-7f8b-4ddb-af19-fd1cdaf752d4" providerId="ADAL" clId="{A8B19CC9-95B7-4588-923B-79021EE6F648}" dt="2024-09-26T02:47:34.056" v="1566" actId="14826"/>
          <ac:picMkLst>
            <pc:docMk/>
            <pc:sldMk cId="591745004" sldId="2147471225"/>
            <ac:picMk id="25" creationId="{D4E0D78C-752E-0469-C04C-5E01A02C33E0}"/>
          </ac:picMkLst>
        </pc:picChg>
        <pc:picChg chg="mod">
          <ac:chgData name="Ayelet Dayan" userId="53454eb9-7f8b-4ddb-af19-fd1cdaf752d4" providerId="ADAL" clId="{A8B19CC9-95B7-4588-923B-79021EE6F648}" dt="2024-09-27T03:14:35.788" v="1886" actId="571"/>
          <ac:picMkLst>
            <pc:docMk/>
            <pc:sldMk cId="591745004" sldId="2147471225"/>
            <ac:picMk id="38" creationId="{B2139097-575F-C6F5-6E29-171C88C933BE}"/>
          </ac:picMkLst>
        </pc:picChg>
        <pc:picChg chg="mod">
          <ac:chgData name="Ayelet Dayan" userId="53454eb9-7f8b-4ddb-af19-fd1cdaf752d4" providerId="ADAL" clId="{A8B19CC9-95B7-4588-923B-79021EE6F648}" dt="2024-09-26T02:50:46.288" v="1568" actId="14826"/>
          <ac:picMkLst>
            <pc:docMk/>
            <pc:sldMk cId="591745004" sldId="2147471225"/>
            <ac:picMk id="39" creationId="{C95FB267-2684-DD0C-E496-3C5B376C107A}"/>
          </ac:picMkLst>
        </pc:picChg>
        <pc:picChg chg="mod">
          <ac:chgData name="Ayelet Dayan" userId="53454eb9-7f8b-4ddb-af19-fd1cdaf752d4" providerId="ADAL" clId="{A8B19CC9-95B7-4588-923B-79021EE6F648}" dt="2024-09-27T03:14:35.788" v="1886" actId="571"/>
          <ac:picMkLst>
            <pc:docMk/>
            <pc:sldMk cId="591745004" sldId="2147471225"/>
            <ac:picMk id="48" creationId="{D56EF869-28DC-6C18-3046-E080209567C3}"/>
          </ac:picMkLst>
        </pc:picChg>
        <pc:picChg chg="mod topLvl">
          <ac:chgData name="Ayelet Dayan" userId="53454eb9-7f8b-4ddb-af19-fd1cdaf752d4" providerId="ADAL" clId="{A8B19CC9-95B7-4588-923B-79021EE6F648}" dt="2024-09-28T18:59:39.796" v="2154" actId="1037"/>
          <ac:picMkLst>
            <pc:docMk/>
            <pc:sldMk cId="591745004" sldId="2147471225"/>
            <ac:picMk id="55" creationId="{21201990-9833-909C-0AFC-300C6E6DB189}"/>
          </ac:picMkLst>
        </pc:picChg>
      </pc:sldChg>
      <pc:sldChg chg="addSp modSp add mod">
        <pc:chgData name="Ayelet Dayan" userId="53454eb9-7f8b-4ddb-af19-fd1cdaf752d4" providerId="ADAL" clId="{A8B19CC9-95B7-4588-923B-79021EE6F648}" dt="2024-09-28T20:46:56.390" v="3483" actId="6549"/>
        <pc:sldMkLst>
          <pc:docMk/>
          <pc:sldMk cId="697070103" sldId="2147471226"/>
        </pc:sldMkLst>
        <pc:spChg chg="add mod">
          <ac:chgData name="Ayelet Dayan" userId="53454eb9-7f8b-4ddb-af19-fd1cdaf752d4" providerId="ADAL" clId="{A8B19CC9-95B7-4588-923B-79021EE6F648}" dt="2024-09-28T20:46:56.390" v="3483" actId="6549"/>
          <ac:spMkLst>
            <pc:docMk/>
            <pc:sldMk cId="697070103" sldId="2147471226"/>
            <ac:spMk id="4" creationId="{DB3E5EFF-EF7E-27E0-72D7-9E1E9D0E7F8B}"/>
          </ac:spMkLst>
        </pc:spChg>
        <pc:spChg chg="mod">
          <ac:chgData name="Ayelet Dayan" userId="53454eb9-7f8b-4ddb-af19-fd1cdaf752d4" providerId="ADAL" clId="{A8B19CC9-95B7-4588-923B-79021EE6F648}" dt="2024-09-28T20:37:30.289" v="3099" actId="1076"/>
          <ac:spMkLst>
            <pc:docMk/>
            <pc:sldMk cId="697070103" sldId="2147471226"/>
            <ac:spMk id="14" creationId="{D0778AC5-99ED-7B7C-F0A6-0CB62CEAD4BC}"/>
          </ac:spMkLst>
        </pc:spChg>
        <pc:spChg chg="mod">
          <ac:chgData name="Ayelet Dayan" userId="53454eb9-7f8b-4ddb-af19-fd1cdaf752d4" providerId="ADAL" clId="{A8B19CC9-95B7-4588-923B-79021EE6F648}" dt="2024-09-28T18:59:56.746" v="2176" actId="1038"/>
          <ac:spMkLst>
            <pc:docMk/>
            <pc:sldMk cId="697070103" sldId="2147471226"/>
            <ac:spMk id="15" creationId="{5F45E710-7ABD-589F-4E20-EEE26127625E}"/>
          </ac:spMkLst>
        </pc:spChg>
        <pc:spChg chg="mod">
          <ac:chgData name="Ayelet Dayan" userId="53454eb9-7f8b-4ddb-af19-fd1cdaf752d4" providerId="ADAL" clId="{A8B19CC9-95B7-4588-923B-79021EE6F648}" dt="2024-09-28T20:38:23.302" v="3106" actId="1076"/>
          <ac:spMkLst>
            <pc:docMk/>
            <pc:sldMk cId="697070103" sldId="2147471226"/>
            <ac:spMk id="24" creationId="{BEB256FF-FAE2-C7B9-C49B-B5752BAD5432}"/>
          </ac:spMkLst>
        </pc:spChg>
        <pc:spChg chg="mod">
          <ac:chgData name="Ayelet Dayan" userId="53454eb9-7f8b-4ddb-af19-fd1cdaf752d4" providerId="ADAL" clId="{A8B19CC9-95B7-4588-923B-79021EE6F648}" dt="2024-09-28T18:59:56.746" v="2176" actId="1038"/>
          <ac:spMkLst>
            <pc:docMk/>
            <pc:sldMk cId="697070103" sldId="2147471226"/>
            <ac:spMk id="42" creationId="{547A441B-C6A6-E095-4ECE-DD28A2A0299E}"/>
          </ac:spMkLst>
        </pc:spChg>
        <pc:grpChg chg="mod">
          <ac:chgData name="Ayelet Dayan" userId="53454eb9-7f8b-4ddb-af19-fd1cdaf752d4" providerId="ADAL" clId="{A8B19CC9-95B7-4588-923B-79021EE6F648}" dt="2024-09-28T18:59:56.746" v="2176" actId="1038"/>
          <ac:grpSpMkLst>
            <pc:docMk/>
            <pc:sldMk cId="697070103" sldId="2147471226"/>
            <ac:grpSpMk id="3" creationId="{12DA03CE-D0D0-DE78-52CF-48DCC420E420}"/>
          </ac:grpSpMkLst>
        </pc:grpChg>
        <pc:grpChg chg="mod">
          <ac:chgData name="Ayelet Dayan" userId="53454eb9-7f8b-4ddb-af19-fd1cdaf752d4" providerId="ADAL" clId="{A8B19CC9-95B7-4588-923B-79021EE6F648}" dt="2024-09-28T18:59:56.746" v="2176" actId="1038"/>
          <ac:grpSpMkLst>
            <pc:docMk/>
            <pc:sldMk cId="697070103" sldId="2147471226"/>
            <ac:grpSpMk id="5" creationId="{7B97CDD3-4098-1877-F2E7-AB02A4EBDDE0}"/>
          </ac:grpSpMkLst>
        </pc:grpChg>
        <pc:grpChg chg="mod">
          <ac:chgData name="Ayelet Dayan" userId="53454eb9-7f8b-4ddb-af19-fd1cdaf752d4" providerId="ADAL" clId="{A8B19CC9-95B7-4588-923B-79021EE6F648}" dt="2024-09-28T18:59:56.746" v="2176" actId="1038"/>
          <ac:grpSpMkLst>
            <pc:docMk/>
            <pc:sldMk cId="697070103" sldId="2147471226"/>
            <ac:grpSpMk id="19" creationId="{4D92678C-DECE-73F1-8264-4D897C9BD54C}"/>
          </ac:grpSpMkLst>
        </pc:grpChg>
        <pc:grpChg chg="mod">
          <ac:chgData name="Ayelet Dayan" userId="53454eb9-7f8b-4ddb-af19-fd1cdaf752d4" providerId="ADAL" clId="{A8B19CC9-95B7-4588-923B-79021EE6F648}" dt="2024-09-28T18:59:56.746" v="2176" actId="1038"/>
          <ac:grpSpMkLst>
            <pc:docMk/>
            <pc:sldMk cId="697070103" sldId="2147471226"/>
            <ac:grpSpMk id="31" creationId="{E2E7FD07-95F5-66B9-CD6A-99BB4F7A1173}"/>
          </ac:grpSpMkLst>
        </pc:grpChg>
        <pc:grpChg chg="mod">
          <ac:chgData name="Ayelet Dayan" userId="53454eb9-7f8b-4ddb-af19-fd1cdaf752d4" providerId="ADAL" clId="{A8B19CC9-95B7-4588-923B-79021EE6F648}" dt="2024-09-28T18:59:56.746" v="2176" actId="1038"/>
          <ac:grpSpMkLst>
            <pc:docMk/>
            <pc:sldMk cId="697070103" sldId="2147471226"/>
            <ac:grpSpMk id="76" creationId="{BBF0D669-6256-3324-EE64-63BB2E80D4F2}"/>
          </ac:grpSpMkLst>
        </pc:grpChg>
      </pc:sldChg>
      <pc:sldChg chg="new del">
        <pc:chgData name="Ayelet Dayan" userId="53454eb9-7f8b-4ddb-af19-fd1cdaf752d4" providerId="ADAL" clId="{A8B19CC9-95B7-4588-923B-79021EE6F648}" dt="2024-09-26T02:27:51.129" v="793" actId="680"/>
        <pc:sldMkLst>
          <pc:docMk/>
          <pc:sldMk cId="3524774609" sldId="2147471226"/>
        </pc:sldMkLst>
      </pc:sldChg>
      <pc:sldChg chg="addSp delSp modSp new mod">
        <pc:chgData name="Ayelet Dayan" userId="53454eb9-7f8b-4ddb-af19-fd1cdaf752d4" providerId="ADAL" clId="{A8B19CC9-95B7-4588-923B-79021EE6F648}" dt="2024-09-28T20:47:30.359" v="3524" actId="1076"/>
        <pc:sldMkLst>
          <pc:docMk/>
          <pc:sldMk cId="2657065542" sldId="2147471227"/>
        </pc:sldMkLst>
        <pc:spChg chg="del">
          <ac:chgData name="Ayelet Dayan" userId="53454eb9-7f8b-4ddb-af19-fd1cdaf752d4" providerId="ADAL" clId="{A8B19CC9-95B7-4588-923B-79021EE6F648}" dt="2024-09-28T19:01:04.265" v="2199" actId="478"/>
          <ac:spMkLst>
            <pc:docMk/>
            <pc:sldMk cId="2657065542" sldId="2147471227"/>
            <ac:spMk id="2" creationId="{BF1BB681-FEA0-CCE9-8751-C043BF658EC2}"/>
          </ac:spMkLst>
        </pc:spChg>
        <pc:spChg chg="del">
          <ac:chgData name="Ayelet Dayan" userId="53454eb9-7f8b-4ddb-af19-fd1cdaf752d4" providerId="ADAL" clId="{A8B19CC9-95B7-4588-923B-79021EE6F648}" dt="2024-09-28T19:01:01.259" v="2198" actId="478"/>
          <ac:spMkLst>
            <pc:docMk/>
            <pc:sldMk cId="2657065542" sldId="2147471227"/>
            <ac:spMk id="3" creationId="{5D3263DF-C3BF-49B1-3B63-80C47FE12983}"/>
          </ac:spMkLst>
        </pc:spChg>
        <pc:spChg chg="mod">
          <ac:chgData name="Ayelet Dayan" userId="53454eb9-7f8b-4ddb-af19-fd1cdaf752d4" providerId="ADAL" clId="{A8B19CC9-95B7-4588-923B-79021EE6F648}" dt="2024-09-28T20:25:02.372" v="2497" actId="1076"/>
          <ac:spMkLst>
            <pc:docMk/>
            <pc:sldMk cId="2657065542" sldId="2147471227"/>
            <ac:spMk id="6" creationId="{A9C7F2F5-8694-699E-33BF-6F6765CAFE46}"/>
          </ac:spMkLst>
        </pc:spChg>
        <pc:spChg chg="mod">
          <ac:chgData name="Ayelet Dayan" userId="53454eb9-7f8b-4ddb-af19-fd1cdaf752d4" providerId="ADAL" clId="{A8B19CC9-95B7-4588-923B-79021EE6F648}" dt="2024-09-28T19:01:15.787" v="2200"/>
          <ac:spMkLst>
            <pc:docMk/>
            <pc:sldMk cId="2657065542" sldId="2147471227"/>
            <ac:spMk id="8" creationId="{57588E9D-C712-17FA-2BC8-95402259E3D8}"/>
          </ac:spMkLst>
        </pc:spChg>
        <pc:spChg chg="del mod">
          <ac:chgData name="Ayelet Dayan" userId="53454eb9-7f8b-4ddb-af19-fd1cdaf752d4" providerId="ADAL" clId="{A8B19CC9-95B7-4588-923B-79021EE6F648}" dt="2024-09-28T20:41:51.991" v="3347" actId="478"/>
          <ac:spMkLst>
            <pc:docMk/>
            <pc:sldMk cId="2657065542" sldId="2147471227"/>
            <ac:spMk id="10" creationId="{7909399E-EC67-FCAF-4774-0390518907F6}"/>
          </ac:spMkLst>
        </pc:spChg>
        <pc:spChg chg="del mod">
          <ac:chgData name="Ayelet Dayan" userId="53454eb9-7f8b-4ddb-af19-fd1cdaf752d4" providerId="ADAL" clId="{A8B19CC9-95B7-4588-923B-79021EE6F648}" dt="2024-09-28T19:02:57.943" v="2428" actId="478"/>
          <ac:spMkLst>
            <pc:docMk/>
            <pc:sldMk cId="2657065542" sldId="2147471227"/>
            <ac:spMk id="11" creationId="{72836573-3BBF-ADAA-CADA-66FE66301B6E}"/>
          </ac:spMkLst>
        </pc:spChg>
        <pc:spChg chg="mod">
          <ac:chgData name="Ayelet Dayan" userId="53454eb9-7f8b-4ddb-af19-fd1cdaf752d4" providerId="ADAL" clId="{A8B19CC9-95B7-4588-923B-79021EE6F648}" dt="2024-09-28T20:42:04.957" v="3350" actId="14100"/>
          <ac:spMkLst>
            <pc:docMk/>
            <pc:sldMk cId="2657065542" sldId="2147471227"/>
            <ac:spMk id="14" creationId="{D0885D83-F192-5BAA-F7C3-5F8D80E48FEA}"/>
          </ac:spMkLst>
        </pc:spChg>
        <pc:spChg chg="mod">
          <ac:chgData name="Ayelet Dayan" userId="53454eb9-7f8b-4ddb-af19-fd1cdaf752d4" providerId="ADAL" clId="{A8B19CC9-95B7-4588-923B-79021EE6F648}" dt="2024-09-28T19:03:42.471" v="2442" actId="1076"/>
          <ac:spMkLst>
            <pc:docMk/>
            <pc:sldMk cId="2657065542" sldId="2147471227"/>
            <ac:spMk id="16" creationId="{8FF94094-630F-C496-2F8D-927FFAA09556}"/>
          </ac:spMkLst>
        </pc:spChg>
        <pc:spChg chg="del mod">
          <ac:chgData name="Ayelet Dayan" userId="53454eb9-7f8b-4ddb-af19-fd1cdaf752d4" providerId="ADAL" clId="{A8B19CC9-95B7-4588-923B-79021EE6F648}" dt="2024-09-28T20:41:56.249" v="3348" actId="478"/>
          <ac:spMkLst>
            <pc:docMk/>
            <pc:sldMk cId="2657065542" sldId="2147471227"/>
            <ac:spMk id="18" creationId="{915BBFC9-8981-D1EB-BC14-D5FDA0B609DE}"/>
          </ac:spMkLst>
        </pc:spChg>
        <pc:spChg chg="del mod">
          <ac:chgData name="Ayelet Dayan" userId="53454eb9-7f8b-4ddb-af19-fd1cdaf752d4" providerId="ADAL" clId="{A8B19CC9-95B7-4588-923B-79021EE6F648}" dt="2024-09-28T19:03:11.867" v="2438" actId="478"/>
          <ac:spMkLst>
            <pc:docMk/>
            <pc:sldMk cId="2657065542" sldId="2147471227"/>
            <ac:spMk id="19" creationId="{BD795969-0ADB-5D4A-8F22-A2DE9E579D46}"/>
          </ac:spMkLst>
        </pc:spChg>
        <pc:spChg chg="add mod">
          <ac:chgData name="Ayelet Dayan" userId="53454eb9-7f8b-4ddb-af19-fd1cdaf752d4" providerId="ADAL" clId="{A8B19CC9-95B7-4588-923B-79021EE6F648}" dt="2024-09-28T20:43:54.892" v="3422" actId="1036"/>
          <ac:spMkLst>
            <pc:docMk/>
            <pc:sldMk cId="2657065542" sldId="2147471227"/>
            <ac:spMk id="20" creationId="{1214F6EF-5956-EF38-4545-613F408EAA02}"/>
          </ac:spMkLst>
        </pc:spChg>
        <pc:spChg chg="add mod">
          <ac:chgData name="Ayelet Dayan" userId="53454eb9-7f8b-4ddb-af19-fd1cdaf752d4" providerId="ADAL" clId="{A8B19CC9-95B7-4588-923B-79021EE6F648}" dt="2024-09-28T19:04:05.421" v="2444"/>
          <ac:spMkLst>
            <pc:docMk/>
            <pc:sldMk cId="2657065542" sldId="2147471227"/>
            <ac:spMk id="22" creationId="{EB510F4C-0732-4D31-BA00-83F23DB583B0}"/>
          </ac:spMkLst>
        </pc:spChg>
        <pc:spChg chg="mod">
          <ac:chgData name="Ayelet Dayan" userId="53454eb9-7f8b-4ddb-af19-fd1cdaf752d4" providerId="ADAL" clId="{A8B19CC9-95B7-4588-923B-79021EE6F648}" dt="2024-09-28T19:04:37.394" v="2446" actId="1076"/>
          <ac:spMkLst>
            <pc:docMk/>
            <pc:sldMk cId="2657065542" sldId="2147471227"/>
            <ac:spMk id="26" creationId="{3D4F8B0F-AEEB-2BD4-3A74-A0DF2CBD0BD7}"/>
          </ac:spMkLst>
        </pc:spChg>
        <pc:spChg chg="del mod">
          <ac:chgData name="Ayelet Dayan" userId="53454eb9-7f8b-4ddb-af19-fd1cdaf752d4" providerId="ADAL" clId="{A8B19CC9-95B7-4588-923B-79021EE6F648}" dt="2024-09-28T19:04:48.738" v="2448" actId="478"/>
          <ac:spMkLst>
            <pc:docMk/>
            <pc:sldMk cId="2657065542" sldId="2147471227"/>
            <ac:spMk id="28" creationId="{9E12B68C-AE48-FA7A-220E-D79B254213D7}"/>
          </ac:spMkLst>
        </pc:spChg>
        <pc:spChg chg="del mod">
          <ac:chgData name="Ayelet Dayan" userId="53454eb9-7f8b-4ddb-af19-fd1cdaf752d4" providerId="ADAL" clId="{A8B19CC9-95B7-4588-923B-79021EE6F648}" dt="2024-09-28T19:04:51.726" v="2449" actId="478"/>
          <ac:spMkLst>
            <pc:docMk/>
            <pc:sldMk cId="2657065542" sldId="2147471227"/>
            <ac:spMk id="29" creationId="{0D4C3EB6-D9D2-468A-9C71-EF98D9BF7B41}"/>
          </ac:spMkLst>
        </pc:spChg>
        <pc:spChg chg="del mod topLvl">
          <ac:chgData name="Ayelet Dayan" userId="53454eb9-7f8b-4ddb-af19-fd1cdaf752d4" providerId="ADAL" clId="{A8B19CC9-95B7-4588-923B-79021EE6F648}" dt="2024-09-28T19:04:55.058" v="2450" actId="478"/>
          <ac:spMkLst>
            <pc:docMk/>
            <pc:sldMk cId="2657065542" sldId="2147471227"/>
            <ac:spMk id="30" creationId="{D87E1277-EF91-2436-6B4A-62D364C00DE2}"/>
          </ac:spMkLst>
        </pc:spChg>
        <pc:spChg chg="del mod">
          <ac:chgData name="Ayelet Dayan" userId="53454eb9-7f8b-4ddb-af19-fd1cdaf752d4" providerId="ADAL" clId="{A8B19CC9-95B7-4588-923B-79021EE6F648}" dt="2024-09-28T20:42:07.558" v="3351" actId="478"/>
          <ac:spMkLst>
            <pc:docMk/>
            <pc:sldMk cId="2657065542" sldId="2147471227"/>
            <ac:spMk id="32" creationId="{A090A57C-BC2A-F853-5B6E-C9E4BE70FCA1}"/>
          </ac:spMkLst>
        </pc:spChg>
        <pc:spChg chg="mod">
          <ac:chgData name="Ayelet Dayan" userId="53454eb9-7f8b-4ddb-af19-fd1cdaf752d4" providerId="ADAL" clId="{A8B19CC9-95B7-4588-923B-79021EE6F648}" dt="2024-09-28T20:42:18.008" v="3353" actId="14100"/>
          <ac:spMkLst>
            <pc:docMk/>
            <pc:sldMk cId="2657065542" sldId="2147471227"/>
            <ac:spMk id="33" creationId="{B822103C-78D6-FEFD-EABD-4B9D775FF7BC}"/>
          </ac:spMkLst>
        </pc:spChg>
        <pc:spChg chg="mod">
          <ac:chgData name="Ayelet Dayan" userId="53454eb9-7f8b-4ddb-af19-fd1cdaf752d4" providerId="ADAL" clId="{A8B19CC9-95B7-4588-923B-79021EE6F648}" dt="2024-09-28T20:27:28.251" v="2633" actId="1076"/>
          <ac:spMkLst>
            <pc:docMk/>
            <pc:sldMk cId="2657065542" sldId="2147471227"/>
            <ac:spMk id="35" creationId="{F49086CD-372F-6A6A-936D-338B73ED0389}"/>
          </ac:spMkLst>
        </pc:spChg>
        <pc:spChg chg="add mod">
          <ac:chgData name="Ayelet Dayan" userId="53454eb9-7f8b-4ddb-af19-fd1cdaf752d4" providerId="ADAL" clId="{A8B19CC9-95B7-4588-923B-79021EE6F648}" dt="2024-09-28T20:27:11.868" v="2632" actId="164"/>
          <ac:spMkLst>
            <pc:docMk/>
            <pc:sldMk cId="2657065542" sldId="2147471227"/>
            <ac:spMk id="37" creationId="{3F1CC582-7FAF-084A-6120-234A9629D191}"/>
          </ac:spMkLst>
        </pc:spChg>
        <pc:spChg chg="add mod">
          <ac:chgData name="Ayelet Dayan" userId="53454eb9-7f8b-4ddb-af19-fd1cdaf752d4" providerId="ADAL" clId="{A8B19CC9-95B7-4588-923B-79021EE6F648}" dt="2024-09-28T20:26:57.241" v="2630"/>
          <ac:spMkLst>
            <pc:docMk/>
            <pc:sldMk cId="2657065542" sldId="2147471227"/>
            <ac:spMk id="38" creationId="{FC554948-C6FF-BC61-CE95-7490BE0ADC4A}"/>
          </ac:spMkLst>
        </pc:spChg>
        <pc:spChg chg="del mod">
          <ac:chgData name="Ayelet Dayan" userId="53454eb9-7f8b-4ddb-af19-fd1cdaf752d4" providerId="ADAL" clId="{A8B19CC9-95B7-4588-923B-79021EE6F648}" dt="2024-09-28T20:42:22.563" v="3354" actId="478"/>
          <ac:spMkLst>
            <pc:docMk/>
            <pc:sldMk cId="2657065542" sldId="2147471227"/>
            <ac:spMk id="42" creationId="{113B6CBF-781F-CBA9-D2B3-EA5586976274}"/>
          </ac:spMkLst>
        </pc:spChg>
        <pc:spChg chg="mod">
          <ac:chgData name="Ayelet Dayan" userId="53454eb9-7f8b-4ddb-af19-fd1cdaf752d4" providerId="ADAL" clId="{A8B19CC9-95B7-4588-923B-79021EE6F648}" dt="2024-09-28T20:42:32.962" v="3358" actId="14100"/>
          <ac:spMkLst>
            <pc:docMk/>
            <pc:sldMk cId="2657065542" sldId="2147471227"/>
            <ac:spMk id="43" creationId="{7DE91288-1E02-913B-6A0D-26A8D7FCB692}"/>
          </ac:spMkLst>
        </pc:spChg>
        <pc:spChg chg="mod">
          <ac:chgData name="Ayelet Dayan" userId="53454eb9-7f8b-4ddb-af19-fd1cdaf752d4" providerId="ADAL" clId="{A8B19CC9-95B7-4588-923B-79021EE6F648}" dt="2024-09-28T20:27:45.768" v="2635"/>
          <ac:spMkLst>
            <pc:docMk/>
            <pc:sldMk cId="2657065542" sldId="2147471227"/>
            <ac:spMk id="45" creationId="{E60110EA-0EE0-DAA4-2844-DC4387D8668D}"/>
          </ac:spMkLst>
        </pc:spChg>
        <pc:spChg chg="mod">
          <ac:chgData name="Ayelet Dayan" userId="53454eb9-7f8b-4ddb-af19-fd1cdaf752d4" providerId="ADAL" clId="{A8B19CC9-95B7-4588-923B-79021EE6F648}" dt="2024-09-28T20:27:45.768" v="2635"/>
          <ac:spMkLst>
            <pc:docMk/>
            <pc:sldMk cId="2657065542" sldId="2147471227"/>
            <ac:spMk id="48" creationId="{F7D0E19F-F955-9DEA-C056-48DA71F9E757}"/>
          </ac:spMkLst>
        </pc:spChg>
        <pc:spChg chg="del mod topLvl">
          <ac:chgData name="Ayelet Dayan" userId="53454eb9-7f8b-4ddb-af19-fd1cdaf752d4" providerId="ADAL" clId="{A8B19CC9-95B7-4588-923B-79021EE6F648}" dt="2024-09-28T20:42:42.084" v="3361" actId="478"/>
          <ac:spMkLst>
            <pc:docMk/>
            <pc:sldMk cId="2657065542" sldId="2147471227"/>
            <ac:spMk id="51" creationId="{6F953D34-D4B5-FA64-AA58-BDC7D8027E9E}"/>
          </ac:spMkLst>
        </pc:spChg>
        <pc:spChg chg="mod topLvl">
          <ac:chgData name="Ayelet Dayan" userId="53454eb9-7f8b-4ddb-af19-fd1cdaf752d4" providerId="ADAL" clId="{A8B19CC9-95B7-4588-923B-79021EE6F648}" dt="2024-09-28T20:43:54.892" v="3422" actId="1036"/>
          <ac:spMkLst>
            <pc:docMk/>
            <pc:sldMk cId="2657065542" sldId="2147471227"/>
            <ac:spMk id="52" creationId="{9BC42695-35DB-DDC2-23E8-72D605281A8F}"/>
          </ac:spMkLst>
        </pc:spChg>
        <pc:spChg chg="del mod">
          <ac:chgData name="Ayelet Dayan" userId="53454eb9-7f8b-4ddb-af19-fd1cdaf752d4" providerId="ADAL" clId="{A8B19CC9-95B7-4588-923B-79021EE6F648}" dt="2024-09-28T20:29:30.466" v="2785" actId="478"/>
          <ac:spMkLst>
            <pc:docMk/>
            <pc:sldMk cId="2657065542" sldId="2147471227"/>
            <ac:spMk id="54" creationId="{F036C583-D57E-EEDF-D848-FF6E3F5D121D}"/>
          </ac:spMkLst>
        </pc:spChg>
        <pc:spChg chg="mod">
          <ac:chgData name="Ayelet Dayan" userId="53454eb9-7f8b-4ddb-af19-fd1cdaf752d4" providerId="ADAL" clId="{A8B19CC9-95B7-4588-923B-79021EE6F648}" dt="2024-09-28T20:29:13.545" v="2782"/>
          <ac:spMkLst>
            <pc:docMk/>
            <pc:sldMk cId="2657065542" sldId="2147471227"/>
            <ac:spMk id="57" creationId="{4D367F3F-1B78-05AA-0C59-FCF88FE91B59}"/>
          </ac:spMkLst>
        </pc:spChg>
        <pc:spChg chg="del mod">
          <ac:chgData name="Ayelet Dayan" userId="53454eb9-7f8b-4ddb-af19-fd1cdaf752d4" providerId="ADAL" clId="{A8B19CC9-95B7-4588-923B-79021EE6F648}" dt="2024-09-28T20:43:00.278" v="3370" actId="478"/>
          <ac:spMkLst>
            <pc:docMk/>
            <pc:sldMk cId="2657065542" sldId="2147471227"/>
            <ac:spMk id="60" creationId="{515F9CC3-8ADB-119B-739B-E00C8BFBDB17}"/>
          </ac:spMkLst>
        </pc:spChg>
        <pc:spChg chg="mod">
          <ac:chgData name="Ayelet Dayan" userId="53454eb9-7f8b-4ddb-af19-fd1cdaf752d4" providerId="ADAL" clId="{A8B19CC9-95B7-4588-923B-79021EE6F648}" dt="2024-09-28T20:43:07.584" v="3372" actId="14100"/>
          <ac:spMkLst>
            <pc:docMk/>
            <pc:sldMk cId="2657065542" sldId="2147471227"/>
            <ac:spMk id="61" creationId="{58555CAD-040F-85C2-1554-9E539BC692EC}"/>
          </ac:spMkLst>
        </pc:spChg>
        <pc:spChg chg="mod">
          <ac:chgData name="Ayelet Dayan" userId="53454eb9-7f8b-4ddb-af19-fd1cdaf752d4" providerId="ADAL" clId="{A8B19CC9-95B7-4588-923B-79021EE6F648}" dt="2024-09-28T20:36:59.856" v="3096" actId="1076"/>
          <ac:spMkLst>
            <pc:docMk/>
            <pc:sldMk cId="2657065542" sldId="2147471227"/>
            <ac:spMk id="63" creationId="{D082D347-AC61-E2F8-1712-9BCE5AD14828}"/>
          </ac:spMkLst>
        </pc:spChg>
        <pc:spChg chg="mod">
          <ac:chgData name="Ayelet Dayan" userId="53454eb9-7f8b-4ddb-af19-fd1cdaf752d4" providerId="ADAL" clId="{A8B19CC9-95B7-4588-923B-79021EE6F648}" dt="2024-09-28T20:33:10.966" v="2928"/>
          <ac:spMkLst>
            <pc:docMk/>
            <pc:sldMk cId="2657065542" sldId="2147471227"/>
            <ac:spMk id="66" creationId="{7F157C04-1E46-1CD7-48B6-A4C77928B923}"/>
          </ac:spMkLst>
        </pc:spChg>
        <pc:spChg chg="mod">
          <ac:chgData name="Ayelet Dayan" userId="53454eb9-7f8b-4ddb-af19-fd1cdaf752d4" providerId="ADAL" clId="{A8B19CC9-95B7-4588-923B-79021EE6F648}" dt="2024-09-28T20:36:08.030" v="3089"/>
          <ac:spMkLst>
            <pc:docMk/>
            <pc:sldMk cId="2657065542" sldId="2147471227"/>
            <ac:spMk id="69" creationId="{907FF47E-DCF0-F6DE-4F9C-2931C079E587}"/>
          </ac:spMkLst>
        </pc:spChg>
        <pc:spChg chg="mod">
          <ac:chgData name="Ayelet Dayan" userId="53454eb9-7f8b-4ddb-af19-fd1cdaf752d4" providerId="ADAL" clId="{A8B19CC9-95B7-4588-923B-79021EE6F648}" dt="2024-09-28T20:36:08.030" v="3089"/>
          <ac:spMkLst>
            <pc:docMk/>
            <pc:sldMk cId="2657065542" sldId="2147471227"/>
            <ac:spMk id="70" creationId="{B7932259-28F6-00AB-1FD4-934385CA9367}"/>
          </ac:spMkLst>
        </pc:spChg>
        <pc:spChg chg="mod">
          <ac:chgData name="Ayelet Dayan" userId="53454eb9-7f8b-4ddb-af19-fd1cdaf752d4" providerId="ADAL" clId="{A8B19CC9-95B7-4588-923B-79021EE6F648}" dt="2024-09-28T20:36:08.030" v="3089"/>
          <ac:spMkLst>
            <pc:docMk/>
            <pc:sldMk cId="2657065542" sldId="2147471227"/>
            <ac:spMk id="72" creationId="{E9F7B200-8425-F126-169D-9418909C7DEE}"/>
          </ac:spMkLst>
        </pc:spChg>
        <pc:spChg chg="mod">
          <ac:chgData name="Ayelet Dayan" userId="53454eb9-7f8b-4ddb-af19-fd1cdaf752d4" providerId="ADAL" clId="{A8B19CC9-95B7-4588-923B-79021EE6F648}" dt="2024-09-28T20:36:08.030" v="3089"/>
          <ac:spMkLst>
            <pc:docMk/>
            <pc:sldMk cId="2657065542" sldId="2147471227"/>
            <ac:spMk id="75" creationId="{65E55890-1085-EF5D-0C9F-CE0D09145B2E}"/>
          </ac:spMkLst>
        </pc:spChg>
        <pc:spChg chg="add mod">
          <ac:chgData name="Ayelet Dayan" userId="53454eb9-7f8b-4ddb-af19-fd1cdaf752d4" providerId="ADAL" clId="{A8B19CC9-95B7-4588-923B-79021EE6F648}" dt="2024-09-28T20:36:43.192" v="3092" actId="164"/>
          <ac:spMkLst>
            <pc:docMk/>
            <pc:sldMk cId="2657065542" sldId="2147471227"/>
            <ac:spMk id="77" creationId="{E9306E60-FC36-74F2-F9C8-3F4C77702821}"/>
          </ac:spMkLst>
        </pc:spChg>
        <pc:spChg chg="add mod">
          <ac:chgData name="Ayelet Dayan" userId="53454eb9-7f8b-4ddb-af19-fd1cdaf752d4" providerId="ADAL" clId="{A8B19CC9-95B7-4588-923B-79021EE6F648}" dt="2024-09-28T20:43:54.892" v="3422" actId="1036"/>
          <ac:spMkLst>
            <pc:docMk/>
            <pc:sldMk cId="2657065542" sldId="2147471227"/>
            <ac:spMk id="80" creationId="{E56C1F54-5702-15FD-AB5A-34A11F98EA62}"/>
          </ac:spMkLst>
        </pc:spChg>
        <pc:spChg chg="add del mod">
          <ac:chgData name="Ayelet Dayan" userId="53454eb9-7f8b-4ddb-af19-fd1cdaf752d4" providerId="ADAL" clId="{A8B19CC9-95B7-4588-923B-79021EE6F648}" dt="2024-09-28T20:38:54.410" v="3112" actId="478"/>
          <ac:spMkLst>
            <pc:docMk/>
            <pc:sldMk cId="2657065542" sldId="2147471227"/>
            <ac:spMk id="82" creationId="{AE5CD4A1-B3AA-81F8-839A-D91734C21BEA}"/>
          </ac:spMkLst>
        </pc:spChg>
        <pc:spChg chg="mod">
          <ac:chgData name="Ayelet Dayan" userId="53454eb9-7f8b-4ddb-af19-fd1cdaf752d4" providerId="ADAL" clId="{A8B19CC9-95B7-4588-923B-79021EE6F648}" dt="2024-09-28T20:38:34.251" v="3107"/>
          <ac:spMkLst>
            <pc:docMk/>
            <pc:sldMk cId="2657065542" sldId="2147471227"/>
            <ac:spMk id="86" creationId="{A5FB0136-803F-1802-DCAB-78875198D06D}"/>
          </ac:spMkLst>
        </pc:spChg>
        <pc:spChg chg="del mod">
          <ac:chgData name="Ayelet Dayan" userId="53454eb9-7f8b-4ddb-af19-fd1cdaf752d4" providerId="ADAL" clId="{A8B19CC9-95B7-4588-923B-79021EE6F648}" dt="2024-09-28T20:38:38.915" v="3108" actId="478"/>
          <ac:spMkLst>
            <pc:docMk/>
            <pc:sldMk cId="2657065542" sldId="2147471227"/>
            <ac:spMk id="88" creationId="{92A4E2CB-90B3-BEC8-D510-41D91A2F2CA8}"/>
          </ac:spMkLst>
        </pc:spChg>
        <pc:spChg chg="del mod">
          <ac:chgData name="Ayelet Dayan" userId="53454eb9-7f8b-4ddb-af19-fd1cdaf752d4" providerId="ADAL" clId="{A8B19CC9-95B7-4588-923B-79021EE6F648}" dt="2024-09-28T20:38:42.174" v="3109" actId="478"/>
          <ac:spMkLst>
            <pc:docMk/>
            <pc:sldMk cId="2657065542" sldId="2147471227"/>
            <ac:spMk id="89" creationId="{8D25A2C9-EB30-8FC2-0E9A-6DE198A23D92}"/>
          </ac:spMkLst>
        </pc:spChg>
        <pc:spChg chg="del mod topLvl">
          <ac:chgData name="Ayelet Dayan" userId="53454eb9-7f8b-4ddb-af19-fd1cdaf752d4" providerId="ADAL" clId="{A8B19CC9-95B7-4588-923B-79021EE6F648}" dt="2024-09-28T20:38:46.115" v="3110" actId="478"/>
          <ac:spMkLst>
            <pc:docMk/>
            <pc:sldMk cId="2657065542" sldId="2147471227"/>
            <ac:spMk id="90" creationId="{6AE40649-1B66-B375-81AC-7AF4DAA10A1F}"/>
          </ac:spMkLst>
        </pc:spChg>
        <pc:spChg chg="del mod topLvl">
          <ac:chgData name="Ayelet Dayan" userId="53454eb9-7f8b-4ddb-af19-fd1cdaf752d4" providerId="ADAL" clId="{A8B19CC9-95B7-4588-923B-79021EE6F648}" dt="2024-09-28T20:43:10.878" v="3373" actId="478"/>
          <ac:spMkLst>
            <pc:docMk/>
            <pc:sldMk cId="2657065542" sldId="2147471227"/>
            <ac:spMk id="92" creationId="{29ACA25E-FB42-AD51-DF55-2D0B63267A08}"/>
          </ac:spMkLst>
        </pc:spChg>
        <pc:spChg chg="mod topLvl">
          <ac:chgData name="Ayelet Dayan" userId="53454eb9-7f8b-4ddb-af19-fd1cdaf752d4" providerId="ADAL" clId="{A8B19CC9-95B7-4588-923B-79021EE6F648}" dt="2024-09-28T20:43:54.892" v="3422" actId="1036"/>
          <ac:spMkLst>
            <pc:docMk/>
            <pc:sldMk cId="2657065542" sldId="2147471227"/>
            <ac:spMk id="93" creationId="{02ECE29A-5B4B-2433-5E85-8D8BA5572DFB}"/>
          </ac:spMkLst>
        </pc:spChg>
        <pc:spChg chg="del mod">
          <ac:chgData name="Ayelet Dayan" userId="53454eb9-7f8b-4ddb-af19-fd1cdaf752d4" providerId="ADAL" clId="{A8B19CC9-95B7-4588-923B-79021EE6F648}" dt="2024-09-28T20:40:46.481" v="3338" actId="478"/>
          <ac:spMkLst>
            <pc:docMk/>
            <pc:sldMk cId="2657065542" sldId="2147471227"/>
            <ac:spMk id="95" creationId="{2C4427D7-11DC-ABA7-66FD-CF6D0A6E6A5A}"/>
          </ac:spMkLst>
        </pc:spChg>
        <pc:spChg chg="mod">
          <ac:chgData name="Ayelet Dayan" userId="53454eb9-7f8b-4ddb-af19-fd1cdaf752d4" providerId="ADAL" clId="{A8B19CC9-95B7-4588-923B-79021EE6F648}" dt="2024-09-28T20:41:02.504" v="3339"/>
          <ac:spMkLst>
            <pc:docMk/>
            <pc:sldMk cId="2657065542" sldId="2147471227"/>
            <ac:spMk id="98" creationId="{924B2C75-4E3F-A472-C652-856DF52B93DB}"/>
          </ac:spMkLst>
        </pc:spChg>
        <pc:spChg chg="mod">
          <ac:chgData name="Ayelet Dayan" userId="53454eb9-7f8b-4ddb-af19-fd1cdaf752d4" providerId="ADAL" clId="{A8B19CC9-95B7-4588-923B-79021EE6F648}" dt="2024-09-28T20:41:02.504" v="3339"/>
          <ac:spMkLst>
            <pc:docMk/>
            <pc:sldMk cId="2657065542" sldId="2147471227"/>
            <ac:spMk id="101" creationId="{A2AF8F1A-92F2-9FF9-2355-8BA39E3CB438}"/>
          </ac:spMkLst>
        </pc:spChg>
        <pc:spChg chg="add mod">
          <ac:chgData name="Ayelet Dayan" userId="53454eb9-7f8b-4ddb-af19-fd1cdaf752d4" providerId="ADAL" clId="{A8B19CC9-95B7-4588-923B-79021EE6F648}" dt="2024-09-28T20:43:54.892" v="3422" actId="1036"/>
          <ac:spMkLst>
            <pc:docMk/>
            <pc:sldMk cId="2657065542" sldId="2147471227"/>
            <ac:spMk id="103" creationId="{2267B626-CACD-9F14-1BBB-FBE3AA7A2564}"/>
          </ac:spMkLst>
        </pc:spChg>
        <pc:spChg chg="mod">
          <ac:chgData name="Ayelet Dayan" userId="53454eb9-7f8b-4ddb-af19-fd1cdaf752d4" providerId="ADAL" clId="{A8B19CC9-95B7-4588-923B-79021EE6F648}" dt="2024-09-28T20:41:02.504" v="3339"/>
          <ac:spMkLst>
            <pc:docMk/>
            <pc:sldMk cId="2657065542" sldId="2147471227"/>
            <ac:spMk id="106" creationId="{4EF03AAB-9DD1-6F52-8CB2-31925AC2064A}"/>
          </ac:spMkLst>
        </pc:spChg>
        <pc:spChg chg="add mod">
          <ac:chgData name="Ayelet Dayan" userId="53454eb9-7f8b-4ddb-af19-fd1cdaf752d4" providerId="ADAL" clId="{A8B19CC9-95B7-4588-923B-79021EE6F648}" dt="2024-09-28T20:43:54.892" v="3422" actId="1036"/>
          <ac:spMkLst>
            <pc:docMk/>
            <pc:sldMk cId="2657065542" sldId="2147471227"/>
            <ac:spMk id="108" creationId="{4263F8A5-0A7B-F87F-CCC7-C6EEFBD89CD6}"/>
          </ac:spMkLst>
        </pc:spChg>
        <pc:spChg chg="add mod">
          <ac:chgData name="Ayelet Dayan" userId="53454eb9-7f8b-4ddb-af19-fd1cdaf752d4" providerId="ADAL" clId="{A8B19CC9-95B7-4588-923B-79021EE6F648}" dt="2024-09-28T20:47:30.359" v="3524" actId="1076"/>
          <ac:spMkLst>
            <pc:docMk/>
            <pc:sldMk cId="2657065542" sldId="2147471227"/>
            <ac:spMk id="120" creationId="{6A881B20-4577-84C1-CAA8-67D3459AC595}"/>
          </ac:spMkLst>
        </pc:spChg>
        <pc:grpChg chg="add mod">
          <ac:chgData name="Ayelet Dayan" userId="53454eb9-7f8b-4ddb-af19-fd1cdaf752d4" providerId="ADAL" clId="{A8B19CC9-95B7-4588-923B-79021EE6F648}" dt="2024-09-28T20:43:54.892" v="3422" actId="1036"/>
          <ac:grpSpMkLst>
            <pc:docMk/>
            <pc:sldMk cId="2657065542" sldId="2147471227"/>
            <ac:grpSpMk id="4" creationId="{7A1691B0-03F4-6C15-0270-08169773E77E}"/>
          </ac:grpSpMkLst>
        </pc:grpChg>
        <pc:grpChg chg="del mod">
          <ac:chgData name="Ayelet Dayan" userId="53454eb9-7f8b-4ddb-af19-fd1cdaf752d4" providerId="ADAL" clId="{A8B19CC9-95B7-4588-923B-79021EE6F648}" dt="2024-09-28T19:02:57.943" v="2428" actId="478"/>
          <ac:grpSpMkLst>
            <pc:docMk/>
            <pc:sldMk cId="2657065542" sldId="2147471227"/>
            <ac:grpSpMk id="5" creationId="{D203A0F5-3170-E45C-BEF2-9A8176D5229A}"/>
          </ac:grpSpMkLst>
        </pc:grpChg>
        <pc:grpChg chg="mod">
          <ac:chgData name="Ayelet Dayan" userId="53454eb9-7f8b-4ddb-af19-fd1cdaf752d4" providerId="ADAL" clId="{A8B19CC9-95B7-4588-923B-79021EE6F648}" dt="2024-09-28T19:01:15.787" v="2200"/>
          <ac:grpSpMkLst>
            <pc:docMk/>
            <pc:sldMk cId="2657065542" sldId="2147471227"/>
            <ac:grpSpMk id="7" creationId="{D1C9A465-F90B-E03D-1EF6-3ED8BD98EDC2}"/>
          </ac:grpSpMkLst>
        </pc:grpChg>
        <pc:grpChg chg="add mod">
          <ac:chgData name="Ayelet Dayan" userId="53454eb9-7f8b-4ddb-af19-fd1cdaf752d4" providerId="ADAL" clId="{A8B19CC9-95B7-4588-923B-79021EE6F648}" dt="2024-09-28T20:43:54.892" v="3422" actId="1036"/>
          <ac:grpSpMkLst>
            <pc:docMk/>
            <pc:sldMk cId="2657065542" sldId="2147471227"/>
            <ac:grpSpMk id="12" creationId="{6C26D86D-EBD3-3D2F-14DB-1ADCF8A29C5A}"/>
          </ac:grpSpMkLst>
        </pc:grpChg>
        <pc:grpChg chg="del mod">
          <ac:chgData name="Ayelet Dayan" userId="53454eb9-7f8b-4ddb-af19-fd1cdaf752d4" providerId="ADAL" clId="{A8B19CC9-95B7-4588-923B-79021EE6F648}" dt="2024-09-28T19:03:11.867" v="2438" actId="478"/>
          <ac:grpSpMkLst>
            <pc:docMk/>
            <pc:sldMk cId="2657065542" sldId="2147471227"/>
            <ac:grpSpMk id="13" creationId="{215693BE-CE9F-5788-C753-E10EB99999B8}"/>
          </ac:grpSpMkLst>
        </pc:grpChg>
        <pc:grpChg chg="mod">
          <ac:chgData name="Ayelet Dayan" userId="53454eb9-7f8b-4ddb-af19-fd1cdaf752d4" providerId="ADAL" clId="{A8B19CC9-95B7-4588-923B-79021EE6F648}" dt="2024-09-28T19:02:05.338" v="2294"/>
          <ac:grpSpMkLst>
            <pc:docMk/>
            <pc:sldMk cId="2657065542" sldId="2147471227"/>
            <ac:grpSpMk id="15" creationId="{77B98591-45A3-E245-1F56-B2B1576890F5}"/>
          </ac:grpSpMkLst>
        </pc:grpChg>
        <pc:grpChg chg="add del mod">
          <ac:chgData name="Ayelet Dayan" userId="53454eb9-7f8b-4ddb-af19-fd1cdaf752d4" providerId="ADAL" clId="{A8B19CC9-95B7-4588-923B-79021EE6F648}" dt="2024-09-28T19:04:55.058" v="2450" actId="478"/>
          <ac:grpSpMkLst>
            <pc:docMk/>
            <pc:sldMk cId="2657065542" sldId="2147471227"/>
            <ac:grpSpMk id="23" creationId="{16EF5DAE-4715-7E9A-183E-247268D7ABB5}"/>
          </ac:grpSpMkLst>
        </pc:grpChg>
        <pc:grpChg chg="del mod">
          <ac:chgData name="Ayelet Dayan" userId="53454eb9-7f8b-4ddb-af19-fd1cdaf752d4" providerId="ADAL" clId="{A8B19CC9-95B7-4588-923B-79021EE6F648}" dt="2024-09-28T19:04:51.726" v="2449" actId="478"/>
          <ac:grpSpMkLst>
            <pc:docMk/>
            <pc:sldMk cId="2657065542" sldId="2147471227"/>
            <ac:grpSpMk id="24" creationId="{CE7F92A3-6A63-70A1-10AC-500F65E1FCBE}"/>
          </ac:grpSpMkLst>
        </pc:grpChg>
        <pc:grpChg chg="mod topLvl">
          <ac:chgData name="Ayelet Dayan" userId="53454eb9-7f8b-4ddb-af19-fd1cdaf752d4" providerId="ADAL" clId="{A8B19CC9-95B7-4588-923B-79021EE6F648}" dt="2024-09-28T20:43:54.892" v="3422" actId="1036"/>
          <ac:grpSpMkLst>
            <pc:docMk/>
            <pc:sldMk cId="2657065542" sldId="2147471227"/>
            <ac:grpSpMk id="25" creationId="{AF9D4922-E96A-16BE-49A1-DE429652EBA3}"/>
          </ac:grpSpMkLst>
        </pc:grpChg>
        <pc:grpChg chg="add mod">
          <ac:chgData name="Ayelet Dayan" userId="53454eb9-7f8b-4ddb-af19-fd1cdaf752d4" providerId="ADAL" clId="{A8B19CC9-95B7-4588-923B-79021EE6F648}" dt="2024-09-28T20:43:54.892" v="3422" actId="1036"/>
          <ac:grpSpMkLst>
            <pc:docMk/>
            <pc:sldMk cId="2657065542" sldId="2147471227"/>
            <ac:grpSpMk id="31" creationId="{8128A0FA-38A9-B5C4-4769-84203E549829}"/>
          </ac:grpSpMkLst>
        </pc:grpChg>
        <pc:grpChg chg="mod">
          <ac:chgData name="Ayelet Dayan" userId="53454eb9-7f8b-4ddb-af19-fd1cdaf752d4" providerId="ADAL" clId="{A8B19CC9-95B7-4588-923B-79021EE6F648}" dt="2024-09-28T20:25:14.492" v="2498"/>
          <ac:grpSpMkLst>
            <pc:docMk/>
            <pc:sldMk cId="2657065542" sldId="2147471227"/>
            <ac:grpSpMk id="34" creationId="{EA546DEF-24BB-D273-1ADC-648A3B977FE8}"/>
          </ac:grpSpMkLst>
        </pc:grpChg>
        <pc:grpChg chg="add mod">
          <ac:chgData name="Ayelet Dayan" userId="53454eb9-7f8b-4ddb-af19-fd1cdaf752d4" providerId="ADAL" clId="{A8B19CC9-95B7-4588-923B-79021EE6F648}" dt="2024-09-28T20:43:54.892" v="3422" actId="1036"/>
          <ac:grpSpMkLst>
            <pc:docMk/>
            <pc:sldMk cId="2657065542" sldId="2147471227"/>
            <ac:grpSpMk id="40" creationId="{D29B03EE-16A5-3801-29E5-F2313E89DC1C}"/>
          </ac:grpSpMkLst>
        </pc:grpChg>
        <pc:grpChg chg="add mod">
          <ac:chgData name="Ayelet Dayan" userId="53454eb9-7f8b-4ddb-af19-fd1cdaf752d4" providerId="ADAL" clId="{A8B19CC9-95B7-4588-923B-79021EE6F648}" dt="2024-09-28T20:43:54.892" v="3422" actId="1036"/>
          <ac:grpSpMkLst>
            <pc:docMk/>
            <pc:sldMk cId="2657065542" sldId="2147471227"/>
            <ac:grpSpMk id="41" creationId="{8145C514-9216-6C5A-A55F-BE18C9ED3C92}"/>
          </ac:grpSpMkLst>
        </pc:grpChg>
        <pc:grpChg chg="mod">
          <ac:chgData name="Ayelet Dayan" userId="53454eb9-7f8b-4ddb-af19-fd1cdaf752d4" providerId="ADAL" clId="{A8B19CC9-95B7-4588-923B-79021EE6F648}" dt="2024-09-28T20:27:45.768" v="2635"/>
          <ac:grpSpMkLst>
            <pc:docMk/>
            <pc:sldMk cId="2657065542" sldId="2147471227"/>
            <ac:grpSpMk id="44" creationId="{E3062F52-B6C2-45AF-FB6A-ED362708E9BB}"/>
          </ac:grpSpMkLst>
        </pc:grpChg>
        <pc:grpChg chg="add mod">
          <ac:chgData name="Ayelet Dayan" userId="53454eb9-7f8b-4ddb-af19-fd1cdaf752d4" providerId="ADAL" clId="{A8B19CC9-95B7-4588-923B-79021EE6F648}" dt="2024-09-28T20:43:54.892" v="3422" actId="1036"/>
          <ac:grpSpMkLst>
            <pc:docMk/>
            <pc:sldMk cId="2657065542" sldId="2147471227"/>
            <ac:grpSpMk id="47" creationId="{3332A7DA-4A21-8CF5-E2BA-7C3E734F5B5C}"/>
          </ac:grpSpMkLst>
        </pc:grpChg>
        <pc:grpChg chg="add del mod">
          <ac:chgData name="Ayelet Dayan" userId="53454eb9-7f8b-4ddb-af19-fd1cdaf752d4" providerId="ADAL" clId="{A8B19CC9-95B7-4588-923B-79021EE6F648}" dt="2024-09-28T20:42:42.084" v="3361" actId="478"/>
          <ac:grpSpMkLst>
            <pc:docMk/>
            <pc:sldMk cId="2657065542" sldId="2147471227"/>
            <ac:grpSpMk id="50" creationId="{1D8EE224-265E-889C-1E4B-B5E55259993F}"/>
          </ac:grpSpMkLst>
        </pc:grpChg>
        <pc:grpChg chg="del mod">
          <ac:chgData name="Ayelet Dayan" userId="53454eb9-7f8b-4ddb-af19-fd1cdaf752d4" providerId="ADAL" clId="{A8B19CC9-95B7-4588-923B-79021EE6F648}" dt="2024-09-28T20:29:25.487" v="2784" actId="478"/>
          <ac:grpSpMkLst>
            <pc:docMk/>
            <pc:sldMk cId="2657065542" sldId="2147471227"/>
            <ac:grpSpMk id="53" creationId="{16EAEC27-490D-BB3E-FE6F-A0D87DCA1FC2}"/>
          </ac:grpSpMkLst>
        </pc:grpChg>
        <pc:grpChg chg="add mod">
          <ac:chgData name="Ayelet Dayan" userId="53454eb9-7f8b-4ddb-af19-fd1cdaf752d4" providerId="ADAL" clId="{A8B19CC9-95B7-4588-923B-79021EE6F648}" dt="2024-09-28T20:43:54.892" v="3422" actId="1036"/>
          <ac:grpSpMkLst>
            <pc:docMk/>
            <pc:sldMk cId="2657065542" sldId="2147471227"/>
            <ac:grpSpMk id="56" creationId="{66239C71-594D-2A78-6223-4A0C15B10D29}"/>
          </ac:grpSpMkLst>
        </pc:grpChg>
        <pc:grpChg chg="add mod">
          <ac:chgData name="Ayelet Dayan" userId="53454eb9-7f8b-4ddb-af19-fd1cdaf752d4" providerId="ADAL" clId="{A8B19CC9-95B7-4588-923B-79021EE6F648}" dt="2024-09-28T20:43:54.892" v="3422" actId="1036"/>
          <ac:grpSpMkLst>
            <pc:docMk/>
            <pc:sldMk cId="2657065542" sldId="2147471227"/>
            <ac:grpSpMk id="59" creationId="{FFECA77F-543D-E648-0D35-F05D9ADDF416}"/>
          </ac:grpSpMkLst>
        </pc:grpChg>
        <pc:grpChg chg="mod">
          <ac:chgData name="Ayelet Dayan" userId="53454eb9-7f8b-4ddb-af19-fd1cdaf752d4" providerId="ADAL" clId="{A8B19CC9-95B7-4588-923B-79021EE6F648}" dt="2024-09-28T20:33:10.966" v="2928"/>
          <ac:grpSpMkLst>
            <pc:docMk/>
            <pc:sldMk cId="2657065542" sldId="2147471227"/>
            <ac:grpSpMk id="62" creationId="{A7BEFF38-340E-1038-93DD-51A6121D6460}"/>
          </ac:grpSpMkLst>
        </pc:grpChg>
        <pc:grpChg chg="add mod">
          <ac:chgData name="Ayelet Dayan" userId="53454eb9-7f8b-4ddb-af19-fd1cdaf752d4" providerId="ADAL" clId="{A8B19CC9-95B7-4588-923B-79021EE6F648}" dt="2024-09-28T20:43:54.892" v="3422" actId="1036"/>
          <ac:grpSpMkLst>
            <pc:docMk/>
            <pc:sldMk cId="2657065542" sldId="2147471227"/>
            <ac:grpSpMk id="65" creationId="{6D206F1E-C721-F7BD-C8F0-20EFD267C952}"/>
          </ac:grpSpMkLst>
        </pc:grpChg>
        <pc:grpChg chg="add mod">
          <ac:chgData name="Ayelet Dayan" userId="53454eb9-7f8b-4ddb-af19-fd1cdaf752d4" providerId="ADAL" clId="{A8B19CC9-95B7-4588-923B-79021EE6F648}" dt="2024-09-28T20:36:08.030" v="3089"/>
          <ac:grpSpMkLst>
            <pc:docMk/>
            <pc:sldMk cId="2657065542" sldId="2147471227"/>
            <ac:grpSpMk id="68" creationId="{B9446D9C-3F52-0C23-191E-86F33B527A7F}"/>
          </ac:grpSpMkLst>
        </pc:grpChg>
        <pc:grpChg chg="mod">
          <ac:chgData name="Ayelet Dayan" userId="53454eb9-7f8b-4ddb-af19-fd1cdaf752d4" providerId="ADAL" clId="{A8B19CC9-95B7-4588-923B-79021EE6F648}" dt="2024-09-28T20:36:08.030" v="3089"/>
          <ac:grpSpMkLst>
            <pc:docMk/>
            <pc:sldMk cId="2657065542" sldId="2147471227"/>
            <ac:grpSpMk id="71" creationId="{5E84CB48-D1A8-8A09-F6AF-B23B4C43DA1D}"/>
          </ac:grpSpMkLst>
        </pc:grpChg>
        <pc:grpChg chg="add mod">
          <ac:chgData name="Ayelet Dayan" userId="53454eb9-7f8b-4ddb-af19-fd1cdaf752d4" providerId="ADAL" clId="{A8B19CC9-95B7-4588-923B-79021EE6F648}" dt="2024-09-28T20:36:08.030" v="3089"/>
          <ac:grpSpMkLst>
            <pc:docMk/>
            <pc:sldMk cId="2657065542" sldId="2147471227"/>
            <ac:grpSpMk id="74" creationId="{7C1CFC18-7E75-C8AC-A6A4-EF1BF4A21742}"/>
          </ac:grpSpMkLst>
        </pc:grpChg>
        <pc:grpChg chg="add mod">
          <ac:chgData name="Ayelet Dayan" userId="53454eb9-7f8b-4ddb-af19-fd1cdaf752d4" providerId="ADAL" clId="{A8B19CC9-95B7-4588-923B-79021EE6F648}" dt="2024-09-28T20:43:54.892" v="3422" actId="1036"/>
          <ac:grpSpMkLst>
            <pc:docMk/>
            <pc:sldMk cId="2657065542" sldId="2147471227"/>
            <ac:grpSpMk id="79" creationId="{1A30EB94-43E3-7888-0226-7B3B21EB3D85}"/>
          </ac:grpSpMkLst>
        </pc:grpChg>
        <pc:grpChg chg="add del mod">
          <ac:chgData name="Ayelet Dayan" userId="53454eb9-7f8b-4ddb-af19-fd1cdaf752d4" providerId="ADAL" clId="{A8B19CC9-95B7-4588-923B-79021EE6F648}" dt="2024-09-28T20:38:46.115" v="3110" actId="478"/>
          <ac:grpSpMkLst>
            <pc:docMk/>
            <pc:sldMk cId="2657065542" sldId="2147471227"/>
            <ac:grpSpMk id="83" creationId="{24BD62EC-F7E5-E5E2-A138-37F0305B17F9}"/>
          </ac:grpSpMkLst>
        </pc:grpChg>
        <pc:grpChg chg="del mod">
          <ac:chgData name="Ayelet Dayan" userId="53454eb9-7f8b-4ddb-af19-fd1cdaf752d4" providerId="ADAL" clId="{A8B19CC9-95B7-4588-923B-79021EE6F648}" dt="2024-09-28T20:38:42.174" v="3109" actId="478"/>
          <ac:grpSpMkLst>
            <pc:docMk/>
            <pc:sldMk cId="2657065542" sldId="2147471227"/>
            <ac:grpSpMk id="84" creationId="{2F2CFCD5-023F-E89A-4234-FE23D1739C45}"/>
          </ac:grpSpMkLst>
        </pc:grpChg>
        <pc:grpChg chg="mod topLvl">
          <ac:chgData name="Ayelet Dayan" userId="53454eb9-7f8b-4ddb-af19-fd1cdaf752d4" providerId="ADAL" clId="{A8B19CC9-95B7-4588-923B-79021EE6F648}" dt="2024-09-28T20:43:54.892" v="3422" actId="1036"/>
          <ac:grpSpMkLst>
            <pc:docMk/>
            <pc:sldMk cId="2657065542" sldId="2147471227"/>
            <ac:grpSpMk id="85" creationId="{1FCCB6BF-D091-F6AD-104D-6E9C9FF8C765}"/>
          </ac:grpSpMkLst>
        </pc:grpChg>
        <pc:grpChg chg="add del mod">
          <ac:chgData name="Ayelet Dayan" userId="53454eb9-7f8b-4ddb-af19-fd1cdaf752d4" providerId="ADAL" clId="{A8B19CC9-95B7-4588-923B-79021EE6F648}" dt="2024-09-28T20:43:10.878" v="3373" actId="478"/>
          <ac:grpSpMkLst>
            <pc:docMk/>
            <pc:sldMk cId="2657065542" sldId="2147471227"/>
            <ac:grpSpMk id="91" creationId="{6C01D7FD-DC1E-69A8-7A62-732F1035892F}"/>
          </ac:grpSpMkLst>
        </pc:grpChg>
        <pc:grpChg chg="del mod">
          <ac:chgData name="Ayelet Dayan" userId="53454eb9-7f8b-4ddb-af19-fd1cdaf752d4" providerId="ADAL" clId="{A8B19CC9-95B7-4588-923B-79021EE6F648}" dt="2024-09-28T20:40:44.009" v="3337" actId="478"/>
          <ac:grpSpMkLst>
            <pc:docMk/>
            <pc:sldMk cId="2657065542" sldId="2147471227"/>
            <ac:grpSpMk id="94" creationId="{0E7A4919-7891-9D43-469A-D4BCD927E14E}"/>
          </ac:grpSpMkLst>
        </pc:grpChg>
        <pc:grpChg chg="add mod">
          <ac:chgData name="Ayelet Dayan" userId="53454eb9-7f8b-4ddb-af19-fd1cdaf752d4" providerId="ADAL" clId="{A8B19CC9-95B7-4588-923B-79021EE6F648}" dt="2024-09-28T20:43:54.892" v="3422" actId="1036"/>
          <ac:grpSpMkLst>
            <pc:docMk/>
            <pc:sldMk cId="2657065542" sldId="2147471227"/>
            <ac:grpSpMk id="97" creationId="{61F5553C-A924-7948-6531-C9D5D3E6AAD7}"/>
          </ac:grpSpMkLst>
        </pc:grpChg>
        <pc:grpChg chg="add mod">
          <ac:chgData name="Ayelet Dayan" userId="53454eb9-7f8b-4ddb-af19-fd1cdaf752d4" providerId="ADAL" clId="{A8B19CC9-95B7-4588-923B-79021EE6F648}" dt="2024-09-28T20:43:54.892" v="3422" actId="1036"/>
          <ac:grpSpMkLst>
            <pc:docMk/>
            <pc:sldMk cId="2657065542" sldId="2147471227"/>
            <ac:grpSpMk id="100" creationId="{A77EF8BA-7D56-EA0A-74C4-C328E0F50FF1}"/>
          </ac:grpSpMkLst>
        </pc:grpChg>
        <pc:grpChg chg="add mod">
          <ac:chgData name="Ayelet Dayan" userId="53454eb9-7f8b-4ddb-af19-fd1cdaf752d4" providerId="ADAL" clId="{A8B19CC9-95B7-4588-923B-79021EE6F648}" dt="2024-09-28T20:43:54.892" v="3422" actId="1036"/>
          <ac:grpSpMkLst>
            <pc:docMk/>
            <pc:sldMk cId="2657065542" sldId="2147471227"/>
            <ac:grpSpMk id="105" creationId="{945832B5-94B3-571C-4AAD-6E01323BF421}"/>
          </ac:grpSpMkLst>
        </pc:grpChg>
        <pc:picChg chg="mod">
          <ac:chgData name="Ayelet Dayan" userId="53454eb9-7f8b-4ddb-af19-fd1cdaf752d4" providerId="ADAL" clId="{A8B19CC9-95B7-4588-923B-79021EE6F648}" dt="2024-09-28T19:01:15.787" v="2200"/>
          <ac:picMkLst>
            <pc:docMk/>
            <pc:sldMk cId="2657065542" sldId="2147471227"/>
            <ac:picMk id="9" creationId="{B5DBE3DE-32AE-24BC-43F5-58BD14A9E5DF}"/>
          </ac:picMkLst>
        </pc:picChg>
        <pc:picChg chg="mod">
          <ac:chgData name="Ayelet Dayan" userId="53454eb9-7f8b-4ddb-af19-fd1cdaf752d4" providerId="ADAL" clId="{A8B19CC9-95B7-4588-923B-79021EE6F648}" dt="2024-09-28T19:03:42.471" v="2442" actId="1076"/>
          <ac:picMkLst>
            <pc:docMk/>
            <pc:sldMk cId="2657065542" sldId="2147471227"/>
            <ac:picMk id="17" creationId="{D3C797CA-105F-D61F-A0E0-22EF2B9CF289}"/>
          </ac:picMkLst>
        </pc:picChg>
        <pc:picChg chg="add mod">
          <ac:chgData name="Ayelet Dayan" userId="53454eb9-7f8b-4ddb-af19-fd1cdaf752d4" providerId="ADAL" clId="{A8B19CC9-95B7-4588-923B-79021EE6F648}" dt="2024-09-28T20:43:54.892" v="3422" actId="1036"/>
          <ac:picMkLst>
            <pc:docMk/>
            <pc:sldMk cId="2657065542" sldId="2147471227"/>
            <ac:picMk id="21" creationId="{C199BABC-2EE3-CCC5-1E51-45B76104B2A3}"/>
          </ac:picMkLst>
        </pc:picChg>
        <pc:picChg chg="mod">
          <ac:chgData name="Ayelet Dayan" userId="53454eb9-7f8b-4ddb-af19-fd1cdaf752d4" providerId="ADAL" clId="{A8B19CC9-95B7-4588-923B-79021EE6F648}" dt="2024-09-28T19:04:44.529" v="2447" actId="1076"/>
          <ac:picMkLst>
            <pc:docMk/>
            <pc:sldMk cId="2657065542" sldId="2147471227"/>
            <ac:picMk id="27" creationId="{AF79B8DF-6B38-D73E-FE67-2AF60E089F75}"/>
          </ac:picMkLst>
        </pc:picChg>
        <pc:picChg chg="mod">
          <ac:chgData name="Ayelet Dayan" userId="53454eb9-7f8b-4ddb-af19-fd1cdaf752d4" providerId="ADAL" clId="{A8B19CC9-95B7-4588-923B-79021EE6F648}" dt="2024-09-28T20:27:28.251" v="2633" actId="1076"/>
          <ac:picMkLst>
            <pc:docMk/>
            <pc:sldMk cId="2657065542" sldId="2147471227"/>
            <ac:picMk id="36" creationId="{F4D6CD4B-E2D4-DAC7-3613-0DA3485CA9D0}"/>
          </ac:picMkLst>
        </pc:picChg>
        <pc:picChg chg="add mod">
          <ac:chgData name="Ayelet Dayan" userId="53454eb9-7f8b-4ddb-af19-fd1cdaf752d4" providerId="ADAL" clId="{A8B19CC9-95B7-4588-923B-79021EE6F648}" dt="2024-09-28T20:27:11.868" v="2632" actId="164"/>
          <ac:picMkLst>
            <pc:docMk/>
            <pc:sldMk cId="2657065542" sldId="2147471227"/>
            <ac:picMk id="39" creationId="{C9C1DC3A-DF76-D979-2055-ECDAB67B96B2}"/>
          </ac:picMkLst>
        </pc:picChg>
        <pc:picChg chg="mod">
          <ac:chgData name="Ayelet Dayan" userId="53454eb9-7f8b-4ddb-af19-fd1cdaf752d4" providerId="ADAL" clId="{A8B19CC9-95B7-4588-923B-79021EE6F648}" dt="2024-09-28T20:27:45.768" v="2635"/>
          <ac:picMkLst>
            <pc:docMk/>
            <pc:sldMk cId="2657065542" sldId="2147471227"/>
            <ac:picMk id="46" creationId="{C3CA0F48-44C7-4D38-29A1-D8EB0B52B5C7}"/>
          </ac:picMkLst>
        </pc:picChg>
        <pc:picChg chg="mod">
          <ac:chgData name="Ayelet Dayan" userId="53454eb9-7f8b-4ddb-af19-fd1cdaf752d4" providerId="ADAL" clId="{A8B19CC9-95B7-4588-923B-79021EE6F648}" dt="2024-09-28T20:27:45.768" v="2635"/>
          <ac:picMkLst>
            <pc:docMk/>
            <pc:sldMk cId="2657065542" sldId="2147471227"/>
            <ac:picMk id="49" creationId="{73266DE4-90E4-F754-3F2A-D61E2A7CE2B3}"/>
          </ac:picMkLst>
        </pc:picChg>
        <pc:picChg chg="del mod">
          <ac:chgData name="Ayelet Dayan" userId="53454eb9-7f8b-4ddb-af19-fd1cdaf752d4" providerId="ADAL" clId="{A8B19CC9-95B7-4588-923B-79021EE6F648}" dt="2024-09-28T20:29:25.487" v="2784" actId="478"/>
          <ac:picMkLst>
            <pc:docMk/>
            <pc:sldMk cId="2657065542" sldId="2147471227"/>
            <ac:picMk id="55" creationId="{71CE632C-D6AD-C4B0-BAA2-7B9A3DC8298C}"/>
          </ac:picMkLst>
        </pc:picChg>
        <pc:picChg chg="mod">
          <ac:chgData name="Ayelet Dayan" userId="53454eb9-7f8b-4ddb-af19-fd1cdaf752d4" providerId="ADAL" clId="{A8B19CC9-95B7-4588-923B-79021EE6F648}" dt="2024-09-28T20:29:13.545" v="2782"/>
          <ac:picMkLst>
            <pc:docMk/>
            <pc:sldMk cId="2657065542" sldId="2147471227"/>
            <ac:picMk id="58" creationId="{7B22C2FF-542A-9159-6CA3-9FC523D2E06F}"/>
          </ac:picMkLst>
        </pc:picChg>
        <pc:picChg chg="mod">
          <ac:chgData name="Ayelet Dayan" userId="53454eb9-7f8b-4ddb-af19-fd1cdaf752d4" providerId="ADAL" clId="{A8B19CC9-95B7-4588-923B-79021EE6F648}" dt="2024-09-28T20:36:59.856" v="3096" actId="1076"/>
          <ac:picMkLst>
            <pc:docMk/>
            <pc:sldMk cId="2657065542" sldId="2147471227"/>
            <ac:picMk id="64" creationId="{815B2C98-534B-D3F9-84AD-6DC10A6838B7}"/>
          </ac:picMkLst>
        </pc:picChg>
        <pc:picChg chg="mod">
          <ac:chgData name="Ayelet Dayan" userId="53454eb9-7f8b-4ddb-af19-fd1cdaf752d4" providerId="ADAL" clId="{A8B19CC9-95B7-4588-923B-79021EE6F648}" dt="2024-09-28T20:33:10.966" v="2928"/>
          <ac:picMkLst>
            <pc:docMk/>
            <pc:sldMk cId="2657065542" sldId="2147471227"/>
            <ac:picMk id="67" creationId="{DB54D456-EEDD-0749-1084-5908704500B2}"/>
          </ac:picMkLst>
        </pc:picChg>
        <pc:picChg chg="mod">
          <ac:chgData name="Ayelet Dayan" userId="53454eb9-7f8b-4ddb-af19-fd1cdaf752d4" providerId="ADAL" clId="{A8B19CC9-95B7-4588-923B-79021EE6F648}" dt="2024-09-28T20:36:08.030" v="3089"/>
          <ac:picMkLst>
            <pc:docMk/>
            <pc:sldMk cId="2657065542" sldId="2147471227"/>
            <ac:picMk id="73" creationId="{A8EC9A44-9B01-C6C5-E549-C25A021AC190}"/>
          </ac:picMkLst>
        </pc:picChg>
        <pc:picChg chg="mod">
          <ac:chgData name="Ayelet Dayan" userId="53454eb9-7f8b-4ddb-af19-fd1cdaf752d4" providerId="ADAL" clId="{A8B19CC9-95B7-4588-923B-79021EE6F648}" dt="2024-09-28T20:36:08.030" v="3089"/>
          <ac:picMkLst>
            <pc:docMk/>
            <pc:sldMk cId="2657065542" sldId="2147471227"/>
            <ac:picMk id="76" creationId="{439219A3-7EC2-0B53-B364-1AA783BD88BA}"/>
          </ac:picMkLst>
        </pc:picChg>
        <pc:picChg chg="add mod">
          <ac:chgData name="Ayelet Dayan" userId="53454eb9-7f8b-4ddb-af19-fd1cdaf752d4" providerId="ADAL" clId="{A8B19CC9-95B7-4588-923B-79021EE6F648}" dt="2024-09-28T20:36:43.192" v="3092" actId="164"/>
          <ac:picMkLst>
            <pc:docMk/>
            <pc:sldMk cId="2657065542" sldId="2147471227"/>
            <ac:picMk id="78" creationId="{095BED38-2C46-7556-B842-36A86089759E}"/>
          </ac:picMkLst>
        </pc:picChg>
        <pc:picChg chg="add mod">
          <ac:chgData name="Ayelet Dayan" userId="53454eb9-7f8b-4ddb-af19-fd1cdaf752d4" providerId="ADAL" clId="{A8B19CC9-95B7-4588-923B-79021EE6F648}" dt="2024-09-28T20:43:54.892" v="3422" actId="1036"/>
          <ac:picMkLst>
            <pc:docMk/>
            <pc:sldMk cId="2657065542" sldId="2147471227"/>
            <ac:picMk id="81" creationId="{B4BF8D0A-8C17-8DC5-1DA1-E92A929F8215}"/>
          </ac:picMkLst>
        </pc:picChg>
        <pc:picChg chg="mod">
          <ac:chgData name="Ayelet Dayan" userId="53454eb9-7f8b-4ddb-af19-fd1cdaf752d4" providerId="ADAL" clId="{A8B19CC9-95B7-4588-923B-79021EE6F648}" dt="2024-09-28T20:38:34.251" v="3107"/>
          <ac:picMkLst>
            <pc:docMk/>
            <pc:sldMk cId="2657065542" sldId="2147471227"/>
            <ac:picMk id="87" creationId="{7BC8F03C-B1F9-9EDC-4FCA-DC4C647B23B5}"/>
          </ac:picMkLst>
        </pc:picChg>
        <pc:picChg chg="del mod">
          <ac:chgData name="Ayelet Dayan" userId="53454eb9-7f8b-4ddb-af19-fd1cdaf752d4" providerId="ADAL" clId="{A8B19CC9-95B7-4588-923B-79021EE6F648}" dt="2024-09-28T20:40:44.009" v="3337" actId="478"/>
          <ac:picMkLst>
            <pc:docMk/>
            <pc:sldMk cId="2657065542" sldId="2147471227"/>
            <ac:picMk id="96" creationId="{ABF11DAD-E37F-B6E3-0AAA-ED47AA6F5090}"/>
          </ac:picMkLst>
        </pc:picChg>
        <pc:picChg chg="mod">
          <ac:chgData name="Ayelet Dayan" userId="53454eb9-7f8b-4ddb-af19-fd1cdaf752d4" providerId="ADAL" clId="{A8B19CC9-95B7-4588-923B-79021EE6F648}" dt="2024-09-28T20:41:02.504" v="3339"/>
          <ac:picMkLst>
            <pc:docMk/>
            <pc:sldMk cId="2657065542" sldId="2147471227"/>
            <ac:picMk id="99" creationId="{FAB5C19B-1547-F1EA-3790-E7A927BA7B10}"/>
          </ac:picMkLst>
        </pc:picChg>
        <pc:picChg chg="mod">
          <ac:chgData name="Ayelet Dayan" userId="53454eb9-7f8b-4ddb-af19-fd1cdaf752d4" providerId="ADAL" clId="{A8B19CC9-95B7-4588-923B-79021EE6F648}" dt="2024-09-28T20:41:02.504" v="3339"/>
          <ac:picMkLst>
            <pc:docMk/>
            <pc:sldMk cId="2657065542" sldId="2147471227"/>
            <ac:picMk id="102" creationId="{F2E7EB0C-4C0D-0519-80D3-6284E8549D5A}"/>
          </ac:picMkLst>
        </pc:picChg>
        <pc:picChg chg="add mod">
          <ac:chgData name="Ayelet Dayan" userId="53454eb9-7f8b-4ddb-af19-fd1cdaf752d4" providerId="ADAL" clId="{A8B19CC9-95B7-4588-923B-79021EE6F648}" dt="2024-09-28T20:43:54.892" v="3422" actId="1036"/>
          <ac:picMkLst>
            <pc:docMk/>
            <pc:sldMk cId="2657065542" sldId="2147471227"/>
            <ac:picMk id="104" creationId="{25033D01-E62B-C3B6-8F42-D948DA31A625}"/>
          </ac:picMkLst>
        </pc:picChg>
        <pc:picChg chg="mod">
          <ac:chgData name="Ayelet Dayan" userId="53454eb9-7f8b-4ddb-af19-fd1cdaf752d4" providerId="ADAL" clId="{A8B19CC9-95B7-4588-923B-79021EE6F648}" dt="2024-09-28T20:41:02.504" v="3339"/>
          <ac:picMkLst>
            <pc:docMk/>
            <pc:sldMk cId="2657065542" sldId="2147471227"/>
            <ac:picMk id="107" creationId="{A85D2259-95BC-92C4-F68A-2737A161139F}"/>
          </ac:picMkLst>
        </pc:picChg>
        <pc:picChg chg="add mod">
          <ac:chgData name="Ayelet Dayan" userId="53454eb9-7f8b-4ddb-af19-fd1cdaf752d4" providerId="ADAL" clId="{A8B19CC9-95B7-4588-923B-79021EE6F648}" dt="2024-09-28T20:43:54.892" v="3422" actId="1036"/>
          <ac:picMkLst>
            <pc:docMk/>
            <pc:sldMk cId="2657065542" sldId="2147471227"/>
            <ac:picMk id="109" creationId="{ADD784AC-0730-8247-4BC0-6515933AB45E}"/>
          </ac:picMkLst>
        </pc:picChg>
        <pc:cxnChg chg="add del mod">
          <ac:chgData name="Ayelet Dayan" userId="53454eb9-7f8b-4ddb-af19-fd1cdaf752d4" providerId="ADAL" clId="{A8B19CC9-95B7-4588-923B-79021EE6F648}" dt="2024-09-28T20:44:24.228" v="3424" actId="11529"/>
          <ac:cxnSpMkLst>
            <pc:docMk/>
            <pc:sldMk cId="2657065542" sldId="2147471227"/>
            <ac:cxnSpMk id="111" creationId="{2AF0B8FC-C567-C957-0001-BB6184F4213F}"/>
          </ac:cxnSpMkLst>
        </pc:cxnChg>
        <pc:cxnChg chg="add mod">
          <ac:chgData name="Ayelet Dayan" userId="53454eb9-7f8b-4ddb-af19-fd1cdaf752d4" providerId="ADAL" clId="{A8B19CC9-95B7-4588-923B-79021EE6F648}" dt="2024-09-28T20:44:44.491" v="3426" actId="14100"/>
          <ac:cxnSpMkLst>
            <pc:docMk/>
            <pc:sldMk cId="2657065542" sldId="2147471227"/>
            <ac:cxnSpMk id="113" creationId="{4B735A76-03D4-D587-E7F8-2771F618D587}"/>
          </ac:cxnSpMkLst>
        </pc:cxnChg>
        <pc:cxnChg chg="add mod">
          <ac:chgData name="Ayelet Dayan" userId="53454eb9-7f8b-4ddb-af19-fd1cdaf752d4" providerId="ADAL" clId="{A8B19CC9-95B7-4588-923B-79021EE6F648}" dt="2024-09-28T20:45:02.570" v="3428" actId="1076"/>
          <ac:cxnSpMkLst>
            <pc:docMk/>
            <pc:sldMk cId="2657065542" sldId="2147471227"/>
            <ac:cxnSpMk id="114" creationId="{6AE063BD-D005-F672-B1BB-DE4A952996B5}"/>
          </ac:cxnSpMkLst>
        </pc:cxnChg>
        <pc:cxnChg chg="add mod">
          <ac:chgData name="Ayelet Dayan" userId="53454eb9-7f8b-4ddb-af19-fd1cdaf752d4" providerId="ADAL" clId="{A8B19CC9-95B7-4588-923B-79021EE6F648}" dt="2024-09-28T20:45:13.627" v="3431" actId="1076"/>
          <ac:cxnSpMkLst>
            <pc:docMk/>
            <pc:sldMk cId="2657065542" sldId="2147471227"/>
            <ac:cxnSpMk id="115" creationId="{F229336C-4A72-5006-54B1-77AC081B52E0}"/>
          </ac:cxnSpMkLst>
        </pc:cxnChg>
        <pc:cxnChg chg="add mod">
          <ac:chgData name="Ayelet Dayan" userId="53454eb9-7f8b-4ddb-af19-fd1cdaf752d4" providerId="ADAL" clId="{A8B19CC9-95B7-4588-923B-79021EE6F648}" dt="2024-09-28T20:45:22.995" v="3433" actId="1076"/>
          <ac:cxnSpMkLst>
            <pc:docMk/>
            <pc:sldMk cId="2657065542" sldId="2147471227"/>
            <ac:cxnSpMk id="116" creationId="{8078D6B7-D8C8-8B09-BF7D-68F3663CE8E6}"/>
          </ac:cxnSpMkLst>
        </pc:cxnChg>
        <pc:cxnChg chg="add mod">
          <ac:chgData name="Ayelet Dayan" userId="53454eb9-7f8b-4ddb-af19-fd1cdaf752d4" providerId="ADAL" clId="{A8B19CC9-95B7-4588-923B-79021EE6F648}" dt="2024-09-28T20:45:32.490" v="3435" actId="1076"/>
          <ac:cxnSpMkLst>
            <pc:docMk/>
            <pc:sldMk cId="2657065542" sldId="2147471227"/>
            <ac:cxnSpMk id="117" creationId="{547F0E44-5CF7-D1C4-BDE1-1B525F0D8C8A}"/>
          </ac:cxnSpMkLst>
        </pc:cxnChg>
        <pc:cxnChg chg="add">
          <ac:chgData name="Ayelet Dayan" userId="53454eb9-7f8b-4ddb-af19-fd1cdaf752d4" providerId="ADAL" clId="{A8B19CC9-95B7-4588-923B-79021EE6F648}" dt="2024-09-28T20:45:54.012" v="3436" actId="11529"/>
          <ac:cxnSpMkLst>
            <pc:docMk/>
            <pc:sldMk cId="2657065542" sldId="2147471227"/>
            <ac:cxnSpMk id="119" creationId="{54C55C8F-6A9E-1B43-D86F-B6C13F670A7F}"/>
          </ac:cxnSpMkLst>
        </pc:cxnChg>
      </pc:sldChg>
      <pc:sldChg chg="addSp delSp modSp new del mod">
        <pc:chgData name="Ayelet Dayan" userId="53454eb9-7f8b-4ddb-af19-fd1cdaf752d4" providerId="ADAL" clId="{A8B19CC9-95B7-4588-923B-79021EE6F648}" dt="2024-09-26T02:57:01.927" v="1599" actId="47"/>
        <pc:sldMkLst>
          <pc:docMk/>
          <pc:sldMk cId="2867570602" sldId="2147471227"/>
        </pc:sldMkLst>
        <pc:spChg chg="del">
          <ac:chgData name="Ayelet Dayan" userId="53454eb9-7f8b-4ddb-af19-fd1cdaf752d4" providerId="ADAL" clId="{A8B19CC9-95B7-4588-923B-79021EE6F648}" dt="2024-09-26T02:55:54.539" v="1588" actId="478"/>
          <ac:spMkLst>
            <pc:docMk/>
            <pc:sldMk cId="2867570602" sldId="2147471227"/>
            <ac:spMk id="2" creationId="{9E88FEFA-8732-B239-97B6-22B830BD1C15}"/>
          </ac:spMkLst>
        </pc:spChg>
        <pc:spChg chg="add del mod">
          <ac:chgData name="Ayelet Dayan" userId="53454eb9-7f8b-4ddb-af19-fd1cdaf752d4" providerId="ADAL" clId="{A8B19CC9-95B7-4588-923B-79021EE6F648}" dt="2024-09-26T02:56:24.839" v="1593" actId="478"/>
          <ac:spMkLst>
            <pc:docMk/>
            <pc:sldMk cId="2867570602" sldId="2147471227"/>
            <ac:spMk id="5" creationId="{AA69DA13-B8E7-7AC2-A37F-37188193E804}"/>
          </ac:spMkLst>
        </pc:spChg>
        <pc:spChg chg="add mod">
          <ac:chgData name="Ayelet Dayan" userId="53454eb9-7f8b-4ddb-af19-fd1cdaf752d4" providerId="ADAL" clId="{A8B19CC9-95B7-4588-923B-79021EE6F648}" dt="2024-09-26T02:55:47.804" v="1587"/>
          <ac:spMkLst>
            <pc:docMk/>
            <pc:sldMk cId="2867570602" sldId="2147471227"/>
            <ac:spMk id="6" creationId="{EE8FD875-DF30-3772-9B34-7628120EABBB}"/>
          </ac:spMkLst>
        </pc:spChg>
        <pc:spChg chg="add del mod">
          <ac:chgData name="Ayelet Dayan" userId="53454eb9-7f8b-4ddb-af19-fd1cdaf752d4" providerId="ADAL" clId="{A8B19CC9-95B7-4588-923B-79021EE6F648}" dt="2024-09-26T02:56:29.643" v="1594" actId="478"/>
          <ac:spMkLst>
            <pc:docMk/>
            <pc:sldMk cId="2867570602" sldId="2147471227"/>
            <ac:spMk id="7" creationId="{0B7E86B7-297E-2EDC-8792-192F37DC5CD3}"/>
          </ac:spMkLst>
        </pc:spChg>
        <pc:spChg chg="add mod">
          <ac:chgData name="Ayelet Dayan" userId="53454eb9-7f8b-4ddb-af19-fd1cdaf752d4" providerId="ADAL" clId="{A8B19CC9-95B7-4588-923B-79021EE6F648}" dt="2024-09-26T02:55:47.804" v="1587"/>
          <ac:spMkLst>
            <pc:docMk/>
            <pc:sldMk cId="2867570602" sldId="2147471227"/>
            <ac:spMk id="8" creationId="{79F28B11-2778-6E9C-0EED-FE8315D70E39}"/>
          </ac:spMkLst>
        </pc:spChg>
        <pc:spChg chg="add mod">
          <ac:chgData name="Ayelet Dayan" userId="53454eb9-7f8b-4ddb-af19-fd1cdaf752d4" providerId="ADAL" clId="{A8B19CC9-95B7-4588-923B-79021EE6F648}" dt="2024-09-26T02:55:47.804" v="1587"/>
          <ac:spMkLst>
            <pc:docMk/>
            <pc:sldMk cId="2867570602" sldId="2147471227"/>
            <ac:spMk id="9" creationId="{EBA208B8-0CCE-8F3C-71EE-3DC47EE96E63}"/>
          </ac:spMkLst>
        </pc:spChg>
        <pc:spChg chg="add mod">
          <ac:chgData name="Ayelet Dayan" userId="53454eb9-7f8b-4ddb-af19-fd1cdaf752d4" providerId="ADAL" clId="{A8B19CC9-95B7-4588-923B-79021EE6F648}" dt="2024-09-26T02:55:47.804" v="1587"/>
          <ac:spMkLst>
            <pc:docMk/>
            <pc:sldMk cId="2867570602" sldId="2147471227"/>
            <ac:spMk id="10" creationId="{FD18748B-F3C6-CFA5-059F-4448D102B017}"/>
          </ac:spMkLst>
        </pc:spChg>
        <pc:spChg chg="add mod">
          <ac:chgData name="Ayelet Dayan" userId="53454eb9-7f8b-4ddb-af19-fd1cdaf752d4" providerId="ADAL" clId="{A8B19CC9-95B7-4588-923B-79021EE6F648}" dt="2024-09-26T02:55:47.804" v="1587"/>
          <ac:spMkLst>
            <pc:docMk/>
            <pc:sldMk cId="2867570602" sldId="2147471227"/>
            <ac:spMk id="11" creationId="{41D312B7-47B6-C263-FCF1-19B527F4A14A}"/>
          </ac:spMkLst>
        </pc:spChg>
        <pc:spChg chg="add del mod">
          <ac:chgData name="Ayelet Dayan" userId="53454eb9-7f8b-4ddb-af19-fd1cdaf752d4" providerId="ADAL" clId="{A8B19CC9-95B7-4588-923B-79021EE6F648}" dt="2024-09-26T02:56:01.232" v="1590" actId="478"/>
          <ac:spMkLst>
            <pc:docMk/>
            <pc:sldMk cId="2867570602" sldId="2147471227"/>
            <ac:spMk id="12" creationId="{8096068E-B805-31FE-8D4A-A8F5B97F9B17}"/>
          </ac:spMkLst>
        </pc:spChg>
        <pc:spChg chg="add mod">
          <ac:chgData name="Ayelet Dayan" userId="53454eb9-7f8b-4ddb-af19-fd1cdaf752d4" providerId="ADAL" clId="{A8B19CC9-95B7-4588-923B-79021EE6F648}" dt="2024-09-26T02:55:47.804" v="1587"/>
          <ac:spMkLst>
            <pc:docMk/>
            <pc:sldMk cId="2867570602" sldId="2147471227"/>
            <ac:spMk id="14" creationId="{55F5E3B1-87BD-350B-396B-1838F7A75E9E}"/>
          </ac:spMkLst>
        </pc:spChg>
        <pc:spChg chg="add mod">
          <ac:chgData name="Ayelet Dayan" userId="53454eb9-7f8b-4ddb-af19-fd1cdaf752d4" providerId="ADAL" clId="{A8B19CC9-95B7-4588-923B-79021EE6F648}" dt="2024-09-26T02:55:47.804" v="1587"/>
          <ac:spMkLst>
            <pc:docMk/>
            <pc:sldMk cId="2867570602" sldId="2147471227"/>
            <ac:spMk id="15" creationId="{57F85DFA-16B7-8782-8C06-98E313AB2819}"/>
          </ac:spMkLst>
        </pc:spChg>
        <pc:spChg chg="add mod">
          <ac:chgData name="Ayelet Dayan" userId="53454eb9-7f8b-4ddb-af19-fd1cdaf752d4" providerId="ADAL" clId="{A8B19CC9-95B7-4588-923B-79021EE6F648}" dt="2024-09-26T02:55:47.804" v="1587"/>
          <ac:spMkLst>
            <pc:docMk/>
            <pc:sldMk cId="2867570602" sldId="2147471227"/>
            <ac:spMk id="16" creationId="{4A7761D4-F58B-7D57-869A-D03D9AD7E6E0}"/>
          </ac:spMkLst>
        </pc:spChg>
        <pc:spChg chg="add mod">
          <ac:chgData name="Ayelet Dayan" userId="53454eb9-7f8b-4ddb-af19-fd1cdaf752d4" providerId="ADAL" clId="{A8B19CC9-95B7-4588-923B-79021EE6F648}" dt="2024-09-26T02:55:47.804" v="1587"/>
          <ac:spMkLst>
            <pc:docMk/>
            <pc:sldMk cId="2867570602" sldId="2147471227"/>
            <ac:spMk id="17" creationId="{62F74F4C-A5FC-B712-AB37-33568EEB2CE2}"/>
          </ac:spMkLst>
        </pc:spChg>
        <pc:spChg chg="add mod">
          <ac:chgData name="Ayelet Dayan" userId="53454eb9-7f8b-4ddb-af19-fd1cdaf752d4" providerId="ADAL" clId="{A8B19CC9-95B7-4588-923B-79021EE6F648}" dt="2024-09-26T02:55:47.804" v="1587"/>
          <ac:spMkLst>
            <pc:docMk/>
            <pc:sldMk cId="2867570602" sldId="2147471227"/>
            <ac:spMk id="18" creationId="{D7175F6B-640D-8C10-C140-FE0B7D277724}"/>
          </ac:spMkLst>
        </pc:spChg>
        <pc:spChg chg="add mod">
          <ac:chgData name="Ayelet Dayan" userId="53454eb9-7f8b-4ddb-af19-fd1cdaf752d4" providerId="ADAL" clId="{A8B19CC9-95B7-4588-923B-79021EE6F648}" dt="2024-09-26T02:55:47.804" v="1587"/>
          <ac:spMkLst>
            <pc:docMk/>
            <pc:sldMk cId="2867570602" sldId="2147471227"/>
            <ac:spMk id="19" creationId="{35F5F523-F40C-4A9D-A896-688DD45FAE6C}"/>
          </ac:spMkLst>
        </pc:spChg>
        <pc:spChg chg="add mod">
          <ac:chgData name="Ayelet Dayan" userId="53454eb9-7f8b-4ddb-af19-fd1cdaf752d4" providerId="ADAL" clId="{A8B19CC9-95B7-4588-923B-79021EE6F648}" dt="2024-09-26T02:55:47.804" v="1587"/>
          <ac:spMkLst>
            <pc:docMk/>
            <pc:sldMk cId="2867570602" sldId="2147471227"/>
            <ac:spMk id="20" creationId="{E3C653C7-CFB0-9230-8F8C-DD4219B2126B}"/>
          </ac:spMkLst>
        </pc:spChg>
        <pc:spChg chg="add mod">
          <ac:chgData name="Ayelet Dayan" userId="53454eb9-7f8b-4ddb-af19-fd1cdaf752d4" providerId="ADAL" clId="{A8B19CC9-95B7-4588-923B-79021EE6F648}" dt="2024-09-26T02:55:47.804" v="1587"/>
          <ac:spMkLst>
            <pc:docMk/>
            <pc:sldMk cId="2867570602" sldId="2147471227"/>
            <ac:spMk id="21" creationId="{91B9D423-A515-4248-DC9A-6DF74CA2DBE8}"/>
          </ac:spMkLst>
        </pc:spChg>
        <pc:spChg chg="add mod">
          <ac:chgData name="Ayelet Dayan" userId="53454eb9-7f8b-4ddb-af19-fd1cdaf752d4" providerId="ADAL" clId="{A8B19CC9-95B7-4588-923B-79021EE6F648}" dt="2024-09-26T02:55:47.804" v="1587"/>
          <ac:spMkLst>
            <pc:docMk/>
            <pc:sldMk cId="2867570602" sldId="2147471227"/>
            <ac:spMk id="22" creationId="{3989F2FB-3FEB-8E01-0BE7-4FD4EC1DFAC7}"/>
          </ac:spMkLst>
        </pc:spChg>
        <pc:spChg chg="add mod">
          <ac:chgData name="Ayelet Dayan" userId="53454eb9-7f8b-4ddb-af19-fd1cdaf752d4" providerId="ADAL" clId="{A8B19CC9-95B7-4588-923B-79021EE6F648}" dt="2024-09-26T02:55:47.804" v="1587"/>
          <ac:spMkLst>
            <pc:docMk/>
            <pc:sldMk cId="2867570602" sldId="2147471227"/>
            <ac:spMk id="23" creationId="{CA9C4641-C564-FED2-7EC5-A33AA713FE5D}"/>
          </ac:spMkLst>
        </pc:spChg>
        <pc:spChg chg="add mod">
          <ac:chgData name="Ayelet Dayan" userId="53454eb9-7f8b-4ddb-af19-fd1cdaf752d4" providerId="ADAL" clId="{A8B19CC9-95B7-4588-923B-79021EE6F648}" dt="2024-09-26T02:55:47.804" v="1587"/>
          <ac:spMkLst>
            <pc:docMk/>
            <pc:sldMk cId="2867570602" sldId="2147471227"/>
            <ac:spMk id="24" creationId="{8F1A2995-2E17-7B5A-8653-FA91ED81F850}"/>
          </ac:spMkLst>
        </pc:spChg>
        <pc:spChg chg="add mod">
          <ac:chgData name="Ayelet Dayan" userId="53454eb9-7f8b-4ddb-af19-fd1cdaf752d4" providerId="ADAL" clId="{A8B19CC9-95B7-4588-923B-79021EE6F648}" dt="2024-09-26T02:55:47.804" v="1587"/>
          <ac:spMkLst>
            <pc:docMk/>
            <pc:sldMk cId="2867570602" sldId="2147471227"/>
            <ac:spMk id="25" creationId="{EE521C67-6B94-353B-E29A-AE0668FF7CAC}"/>
          </ac:spMkLst>
        </pc:spChg>
        <pc:spChg chg="add mod">
          <ac:chgData name="Ayelet Dayan" userId="53454eb9-7f8b-4ddb-af19-fd1cdaf752d4" providerId="ADAL" clId="{A8B19CC9-95B7-4588-923B-79021EE6F648}" dt="2024-09-26T02:55:47.804" v="1587"/>
          <ac:spMkLst>
            <pc:docMk/>
            <pc:sldMk cId="2867570602" sldId="2147471227"/>
            <ac:spMk id="26" creationId="{3B34CB07-7CD9-22C9-56F9-E71E0C53859F}"/>
          </ac:spMkLst>
        </pc:spChg>
        <pc:spChg chg="add mod">
          <ac:chgData name="Ayelet Dayan" userId="53454eb9-7f8b-4ddb-af19-fd1cdaf752d4" providerId="ADAL" clId="{A8B19CC9-95B7-4588-923B-79021EE6F648}" dt="2024-09-26T02:55:47.804" v="1587"/>
          <ac:spMkLst>
            <pc:docMk/>
            <pc:sldMk cId="2867570602" sldId="2147471227"/>
            <ac:spMk id="27" creationId="{E30C650D-0EE0-D66F-E2A1-C4D03EF8C4A5}"/>
          </ac:spMkLst>
        </pc:spChg>
        <pc:spChg chg="add mod">
          <ac:chgData name="Ayelet Dayan" userId="53454eb9-7f8b-4ddb-af19-fd1cdaf752d4" providerId="ADAL" clId="{A8B19CC9-95B7-4588-923B-79021EE6F648}" dt="2024-09-26T02:55:47.804" v="1587"/>
          <ac:spMkLst>
            <pc:docMk/>
            <pc:sldMk cId="2867570602" sldId="2147471227"/>
            <ac:spMk id="28" creationId="{567939A3-E15D-1523-3B07-3F952AAE5794}"/>
          </ac:spMkLst>
        </pc:spChg>
        <pc:spChg chg="add mod">
          <ac:chgData name="Ayelet Dayan" userId="53454eb9-7f8b-4ddb-af19-fd1cdaf752d4" providerId="ADAL" clId="{A8B19CC9-95B7-4588-923B-79021EE6F648}" dt="2024-09-26T02:55:47.804" v="1587"/>
          <ac:spMkLst>
            <pc:docMk/>
            <pc:sldMk cId="2867570602" sldId="2147471227"/>
            <ac:spMk id="29" creationId="{727B8A31-82DA-9899-776A-1B9E61DE22CC}"/>
          </ac:spMkLst>
        </pc:spChg>
        <pc:spChg chg="add mod">
          <ac:chgData name="Ayelet Dayan" userId="53454eb9-7f8b-4ddb-af19-fd1cdaf752d4" providerId="ADAL" clId="{A8B19CC9-95B7-4588-923B-79021EE6F648}" dt="2024-09-26T02:55:47.804" v="1587"/>
          <ac:spMkLst>
            <pc:docMk/>
            <pc:sldMk cId="2867570602" sldId="2147471227"/>
            <ac:spMk id="30" creationId="{FF95C43F-0987-94BE-929F-0D1618C2B102}"/>
          </ac:spMkLst>
        </pc:spChg>
        <pc:spChg chg="add mod">
          <ac:chgData name="Ayelet Dayan" userId="53454eb9-7f8b-4ddb-af19-fd1cdaf752d4" providerId="ADAL" clId="{A8B19CC9-95B7-4588-923B-79021EE6F648}" dt="2024-09-26T02:55:47.804" v="1587"/>
          <ac:spMkLst>
            <pc:docMk/>
            <pc:sldMk cId="2867570602" sldId="2147471227"/>
            <ac:spMk id="31" creationId="{7B2D2DA1-3093-BAB8-8C9A-CD4D81313960}"/>
          </ac:spMkLst>
        </pc:spChg>
        <pc:spChg chg="mod">
          <ac:chgData name="Ayelet Dayan" userId="53454eb9-7f8b-4ddb-af19-fd1cdaf752d4" providerId="ADAL" clId="{A8B19CC9-95B7-4588-923B-79021EE6F648}" dt="2024-09-26T02:55:47.804" v="1587"/>
          <ac:spMkLst>
            <pc:docMk/>
            <pc:sldMk cId="2867570602" sldId="2147471227"/>
            <ac:spMk id="33" creationId="{43337AF0-765F-F59A-AD03-36DB01FD1AB6}"/>
          </ac:spMkLst>
        </pc:spChg>
        <pc:spChg chg="mod">
          <ac:chgData name="Ayelet Dayan" userId="53454eb9-7f8b-4ddb-af19-fd1cdaf752d4" providerId="ADAL" clId="{A8B19CC9-95B7-4588-923B-79021EE6F648}" dt="2024-09-26T02:55:47.804" v="1587"/>
          <ac:spMkLst>
            <pc:docMk/>
            <pc:sldMk cId="2867570602" sldId="2147471227"/>
            <ac:spMk id="35" creationId="{3ABBE841-E307-58B5-A715-7BC440CCBB21}"/>
          </ac:spMkLst>
        </pc:spChg>
        <pc:spChg chg="mod">
          <ac:chgData name="Ayelet Dayan" userId="53454eb9-7f8b-4ddb-af19-fd1cdaf752d4" providerId="ADAL" clId="{A8B19CC9-95B7-4588-923B-79021EE6F648}" dt="2024-09-26T02:55:47.804" v="1587"/>
          <ac:spMkLst>
            <pc:docMk/>
            <pc:sldMk cId="2867570602" sldId="2147471227"/>
            <ac:spMk id="36" creationId="{902A2F11-A581-BB85-B84D-87CCE3752F9A}"/>
          </ac:spMkLst>
        </pc:spChg>
        <pc:spChg chg="mod">
          <ac:chgData name="Ayelet Dayan" userId="53454eb9-7f8b-4ddb-af19-fd1cdaf752d4" providerId="ADAL" clId="{A8B19CC9-95B7-4588-923B-79021EE6F648}" dt="2024-09-26T02:55:47.804" v="1587"/>
          <ac:spMkLst>
            <pc:docMk/>
            <pc:sldMk cId="2867570602" sldId="2147471227"/>
            <ac:spMk id="37" creationId="{002024C6-E49D-E930-8B86-3F14690EF239}"/>
          </ac:spMkLst>
        </pc:spChg>
        <pc:spChg chg="mod">
          <ac:chgData name="Ayelet Dayan" userId="53454eb9-7f8b-4ddb-af19-fd1cdaf752d4" providerId="ADAL" clId="{A8B19CC9-95B7-4588-923B-79021EE6F648}" dt="2024-09-26T02:55:47.804" v="1587"/>
          <ac:spMkLst>
            <pc:docMk/>
            <pc:sldMk cId="2867570602" sldId="2147471227"/>
            <ac:spMk id="38" creationId="{4F009497-6813-12F9-DCA2-AD9FFE16BD18}"/>
          </ac:spMkLst>
        </pc:spChg>
        <pc:spChg chg="mod">
          <ac:chgData name="Ayelet Dayan" userId="53454eb9-7f8b-4ddb-af19-fd1cdaf752d4" providerId="ADAL" clId="{A8B19CC9-95B7-4588-923B-79021EE6F648}" dt="2024-09-26T02:55:47.804" v="1587"/>
          <ac:spMkLst>
            <pc:docMk/>
            <pc:sldMk cId="2867570602" sldId="2147471227"/>
            <ac:spMk id="39" creationId="{1B921361-4CEB-D2FE-F7A0-F2F603C99C1C}"/>
          </ac:spMkLst>
        </pc:spChg>
        <pc:spChg chg="mod">
          <ac:chgData name="Ayelet Dayan" userId="53454eb9-7f8b-4ddb-af19-fd1cdaf752d4" providerId="ADAL" clId="{A8B19CC9-95B7-4588-923B-79021EE6F648}" dt="2024-09-26T02:55:47.804" v="1587"/>
          <ac:spMkLst>
            <pc:docMk/>
            <pc:sldMk cId="2867570602" sldId="2147471227"/>
            <ac:spMk id="40" creationId="{5F5D66EC-403E-8A63-6BC9-CD2133C952D6}"/>
          </ac:spMkLst>
        </pc:spChg>
        <pc:spChg chg="mod">
          <ac:chgData name="Ayelet Dayan" userId="53454eb9-7f8b-4ddb-af19-fd1cdaf752d4" providerId="ADAL" clId="{A8B19CC9-95B7-4588-923B-79021EE6F648}" dt="2024-09-26T02:55:47.804" v="1587"/>
          <ac:spMkLst>
            <pc:docMk/>
            <pc:sldMk cId="2867570602" sldId="2147471227"/>
            <ac:spMk id="42" creationId="{82406033-A030-786D-A57E-450EB912C592}"/>
          </ac:spMkLst>
        </pc:spChg>
        <pc:spChg chg="mod">
          <ac:chgData name="Ayelet Dayan" userId="53454eb9-7f8b-4ddb-af19-fd1cdaf752d4" providerId="ADAL" clId="{A8B19CC9-95B7-4588-923B-79021EE6F648}" dt="2024-09-26T02:55:47.804" v="1587"/>
          <ac:spMkLst>
            <pc:docMk/>
            <pc:sldMk cId="2867570602" sldId="2147471227"/>
            <ac:spMk id="43" creationId="{6F6A4DFB-BD61-4B8E-564B-9B58E85192AD}"/>
          </ac:spMkLst>
        </pc:spChg>
        <pc:spChg chg="mod">
          <ac:chgData name="Ayelet Dayan" userId="53454eb9-7f8b-4ddb-af19-fd1cdaf752d4" providerId="ADAL" clId="{A8B19CC9-95B7-4588-923B-79021EE6F648}" dt="2024-09-26T02:55:47.804" v="1587"/>
          <ac:spMkLst>
            <pc:docMk/>
            <pc:sldMk cId="2867570602" sldId="2147471227"/>
            <ac:spMk id="45" creationId="{FC7CF0CE-6EA9-68AC-5410-4848A7083E21}"/>
          </ac:spMkLst>
        </pc:spChg>
        <pc:spChg chg="mod">
          <ac:chgData name="Ayelet Dayan" userId="53454eb9-7f8b-4ddb-af19-fd1cdaf752d4" providerId="ADAL" clId="{A8B19CC9-95B7-4588-923B-79021EE6F648}" dt="2024-09-26T02:55:47.804" v="1587"/>
          <ac:spMkLst>
            <pc:docMk/>
            <pc:sldMk cId="2867570602" sldId="2147471227"/>
            <ac:spMk id="47" creationId="{56B6FA4A-6143-A0F4-CE82-233E7917DA77}"/>
          </ac:spMkLst>
        </pc:spChg>
        <pc:spChg chg="mod">
          <ac:chgData name="Ayelet Dayan" userId="53454eb9-7f8b-4ddb-af19-fd1cdaf752d4" providerId="ADAL" clId="{A8B19CC9-95B7-4588-923B-79021EE6F648}" dt="2024-09-26T02:55:47.804" v="1587"/>
          <ac:spMkLst>
            <pc:docMk/>
            <pc:sldMk cId="2867570602" sldId="2147471227"/>
            <ac:spMk id="48" creationId="{B194126B-FFD0-FE56-F744-B41C6A3F4DD9}"/>
          </ac:spMkLst>
        </pc:spChg>
        <pc:spChg chg="mod">
          <ac:chgData name="Ayelet Dayan" userId="53454eb9-7f8b-4ddb-af19-fd1cdaf752d4" providerId="ADAL" clId="{A8B19CC9-95B7-4588-923B-79021EE6F648}" dt="2024-09-26T02:55:47.804" v="1587"/>
          <ac:spMkLst>
            <pc:docMk/>
            <pc:sldMk cId="2867570602" sldId="2147471227"/>
            <ac:spMk id="49" creationId="{5D60C578-5189-FD5E-AC69-9004E6852D53}"/>
          </ac:spMkLst>
        </pc:spChg>
        <pc:spChg chg="mod">
          <ac:chgData name="Ayelet Dayan" userId="53454eb9-7f8b-4ddb-af19-fd1cdaf752d4" providerId="ADAL" clId="{A8B19CC9-95B7-4588-923B-79021EE6F648}" dt="2024-09-26T02:55:47.804" v="1587"/>
          <ac:spMkLst>
            <pc:docMk/>
            <pc:sldMk cId="2867570602" sldId="2147471227"/>
            <ac:spMk id="50" creationId="{2497CFFA-E880-BBC4-91F0-B455AC3F5E07}"/>
          </ac:spMkLst>
        </pc:spChg>
        <pc:spChg chg="mod">
          <ac:chgData name="Ayelet Dayan" userId="53454eb9-7f8b-4ddb-af19-fd1cdaf752d4" providerId="ADAL" clId="{A8B19CC9-95B7-4588-923B-79021EE6F648}" dt="2024-09-26T02:55:47.804" v="1587"/>
          <ac:spMkLst>
            <pc:docMk/>
            <pc:sldMk cId="2867570602" sldId="2147471227"/>
            <ac:spMk id="51" creationId="{3359E9AF-68EB-8EF1-FA34-5E57BFF6E8B5}"/>
          </ac:spMkLst>
        </pc:spChg>
        <pc:spChg chg="mod">
          <ac:chgData name="Ayelet Dayan" userId="53454eb9-7f8b-4ddb-af19-fd1cdaf752d4" providerId="ADAL" clId="{A8B19CC9-95B7-4588-923B-79021EE6F648}" dt="2024-09-26T02:55:47.804" v="1587"/>
          <ac:spMkLst>
            <pc:docMk/>
            <pc:sldMk cId="2867570602" sldId="2147471227"/>
            <ac:spMk id="52" creationId="{6FA5B2FC-DD80-C6E8-A3FB-B56C2B80BF53}"/>
          </ac:spMkLst>
        </pc:spChg>
        <pc:spChg chg="mod">
          <ac:chgData name="Ayelet Dayan" userId="53454eb9-7f8b-4ddb-af19-fd1cdaf752d4" providerId="ADAL" clId="{A8B19CC9-95B7-4588-923B-79021EE6F648}" dt="2024-09-26T02:55:47.804" v="1587"/>
          <ac:spMkLst>
            <pc:docMk/>
            <pc:sldMk cId="2867570602" sldId="2147471227"/>
            <ac:spMk id="54" creationId="{D69BDF87-2DB0-3A6F-68EF-8F489307F951}"/>
          </ac:spMkLst>
        </pc:spChg>
        <pc:spChg chg="mod">
          <ac:chgData name="Ayelet Dayan" userId="53454eb9-7f8b-4ddb-af19-fd1cdaf752d4" providerId="ADAL" clId="{A8B19CC9-95B7-4588-923B-79021EE6F648}" dt="2024-09-26T02:55:47.804" v="1587"/>
          <ac:spMkLst>
            <pc:docMk/>
            <pc:sldMk cId="2867570602" sldId="2147471227"/>
            <ac:spMk id="56" creationId="{F77948E1-2B03-51BE-6176-6FC64AAEBAD9}"/>
          </ac:spMkLst>
        </pc:spChg>
        <pc:spChg chg="mod">
          <ac:chgData name="Ayelet Dayan" userId="53454eb9-7f8b-4ddb-af19-fd1cdaf752d4" providerId="ADAL" clId="{A8B19CC9-95B7-4588-923B-79021EE6F648}" dt="2024-09-26T02:55:47.804" v="1587"/>
          <ac:spMkLst>
            <pc:docMk/>
            <pc:sldMk cId="2867570602" sldId="2147471227"/>
            <ac:spMk id="57" creationId="{94711B88-BE25-E38F-0DC9-DBB297D627A8}"/>
          </ac:spMkLst>
        </pc:spChg>
        <pc:spChg chg="mod">
          <ac:chgData name="Ayelet Dayan" userId="53454eb9-7f8b-4ddb-af19-fd1cdaf752d4" providerId="ADAL" clId="{A8B19CC9-95B7-4588-923B-79021EE6F648}" dt="2024-09-26T02:55:47.804" v="1587"/>
          <ac:spMkLst>
            <pc:docMk/>
            <pc:sldMk cId="2867570602" sldId="2147471227"/>
            <ac:spMk id="58" creationId="{DA1EBF6D-D661-3879-5BA9-EFE024732BF8}"/>
          </ac:spMkLst>
        </pc:spChg>
        <pc:spChg chg="mod">
          <ac:chgData name="Ayelet Dayan" userId="53454eb9-7f8b-4ddb-af19-fd1cdaf752d4" providerId="ADAL" clId="{A8B19CC9-95B7-4588-923B-79021EE6F648}" dt="2024-09-26T02:55:47.804" v="1587"/>
          <ac:spMkLst>
            <pc:docMk/>
            <pc:sldMk cId="2867570602" sldId="2147471227"/>
            <ac:spMk id="59" creationId="{09D3FD2D-3276-8443-F0A0-CB26236332AA}"/>
          </ac:spMkLst>
        </pc:spChg>
        <pc:spChg chg="mod">
          <ac:chgData name="Ayelet Dayan" userId="53454eb9-7f8b-4ddb-af19-fd1cdaf752d4" providerId="ADAL" clId="{A8B19CC9-95B7-4588-923B-79021EE6F648}" dt="2024-09-26T02:55:47.804" v="1587"/>
          <ac:spMkLst>
            <pc:docMk/>
            <pc:sldMk cId="2867570602" sldId="2147471227"/>
            <ac:spMk id="60" creationId="{735115CD-0D36-FFEB-E8E2-472587620163}"/>
          </ac:spMkLst>
        </pc:spChg>
        <pc:spChg chg="mod">
          <ac:chgData name="Ayelet Dayan" userId="53454eb9-7f8b-4ddb-af19-fd1cdaf752d4" providerId="ADAL" clId="{A8B19CC9-95B7-4588-923B-79021EE6F648}" dt="2024-09-26T02:55:47.804" v="1587"/>
          <ac:spMkLst>
            <pc:docMk/>
            <pc:sldMk cId="2867570602" sldId="2147471227"/>
            <ac:spMk id="61" creationId="{F33AE8D3-392E-6739-5336-FD4AB6797300}"/>
          </ac:spMkLst>
        </pc:spChg>
        <pc:spChg chg="mod">
          <ac:chgData name="Ayelet Dayan" userId="53454eb9-7f8b-4ddb-af19-fd1cdaf752d4" providerId="ADAL" clId="{A8B19CC9-95B7-4588-923B-79021EE6F648}" dt="2024-09-26T02:55:47.804" v="1587"/>
          <ac:spMkLst>
            <pc:docMk/>
            <pc:sldMk cId="2867570602" sldId="2147471227"/>
            <ac:spMk id="63" creationId="{9C3E92BA-B749-9FE2-CB04-0120583434A5}"/>
          </ac:spMkLst>
        </pc:spChg>
        <pc:spChg chg="mod">
          <ac:chgData name="Ayelet Dayan" userId="53454eb9-7f8b-4ddb-af19-fd1cdaf752d4" providerId="ADAL" clId="{A8B19CC9-95B7-4588-923B-79021EE6F648}" dt="2024-09-26T02:55:47.804" v="1587"/>
          <ac:spMkLst>
            <pc:docMk/>
            <pc:sldMk cId="2867570602" sldId="2147471227"/>
            <ac:spMk id="64" creationId="{DC61E3BB-5796-5D6A-04F2-5960BF082096}"/>
          </ac:spMkLst>
        </pc:spChg>
        <pc:spChg chg="mod">
          <ac:chgData name="Ayelet Dayan" userId="53454eb9-7f8b-4ddb-af19-fd1cdaf752d4" providerId="ADAL" clId="{A8B19CC9-95B7-4588-923B-79021EE6F648}" dt="2024-09-26T02:55:47.804" v="1587"/>
          <ac:spMkLst>
            <pc:docMk/>
            <pc:sldMk cId="2867570602" sldId="2147471227"/>
            <ac:spMk id="66" creationId="{DF7803AC-CE58-113A-0B72-FAEB2310C0FD}"/>
          </ac:spMkLst>
        </pc:spChg>
        <pc:spChg chg="mod">
          <ac:chgData name="Ayelet Dayan" userId="53454eb9-7f8b-4ddb-af19-fd1cdaf752d4" providerId="ADAL" clId="{A8B19CC9-95B7-4588-923B-79021EE6F648}" dt="2024-09-26T02:55:47.804" v="1587"/>
          <ac:spMkLst>
            <pc:docMk/>
            <pc:sldMk cId="2867570602" sldId="2147471227"/>
            <ac:spMk id="69" creationId="{0CC56452-5096-767F-7819-4AB2982686B4}"/>
          </ac:spMkLst>
        </pc:spChg>
        <pc:spChg chg="mod">
          <ac:chgData name="Ayelet Dayan" userId="53454eb9-7f8b-4ddb-af19-fd1cdaf752d4" providerId="ADAL" clId="{A8B19CC9-95B7-4588-923B-79021EE6F648}" dt="2024-09-26T02:55:47.804" v="1587"/>
          <ac:spMkLst>
            <pc:docMk/>
            <pc:sldMk cId="2867570602" sldId="2147471227"/>
            <ac:spMk id="72" creationId="{ACC28128-6806-DD0F-490D-0783A314B970}"/>
          </ac:spMkLst>
        </pc:spChg>
        <pc:spChg chg="mod">
          <ac:chgData name="Ayelet Dayan" userId="53454eb9-7f8b-4ddb-af19-fd1cdaf752d4" providerId="ADAL" clId="{A8B19CC9-95B7-4588-923B-79021EE6F648}" dt="2024-09-26T02:55:47.804" v="1587"/>
          <ac:spMkLst>
            <pc:docMk/>
            <pc:sldMk cId="2867570602" sldId="2147471227"/>
            <ac:spMk id="75" creationId="{505484D9-AF13-A5D4-931D-E433F91D065D}"/>
          </ac:spMkLst>
        </pc:spChg>
        <pc:spChg chg="mod">
          <ac:chgData name="Ayelet Dayan" userId="53454eb9-7f8b-4ddb-af19-fd1cdaf752d4" providerId="ADAL" clId="{A8B19CC9-95B7-4588-923B-79021EE6F648}" dt="2024-09-26T02:55:47.804" v="1587"/>
          <ac:spMkLst>
            <pc:docMk/>
            <pc:sldMk cId="2867570602" sldId="2147471227"/>
            <ac:spMk id="77" creationId="{E1E1E059-5AC4-7CF0-E525-BBADE9B97B31}"/>
          </ac:spMkLst>
        </pc:spChg>
        <pc:spChg chg="mod">
          <ac:chgData name="Ayelet Dayan" userId="53454eb9-7f8b-4ddb-af19-fd1cdaf752d4" providerId="ADAL" clId="{A8B19CC9-95B7-4588-923B-79021EE6F648}" dt="2024-09-26T02:55:47.804" v="1587"/>
          <ac:spMkLst>
            <pc:docMk/>
            <pc:sldMk cId="2867570602" sldId="2147471227"/>
            <ac:spMk id="78" creationId="{E457D8AF-A507-5775-8D73-D5DDAC9D3FF3}"/>
          </ac:spMkLst>
        </pc:spChg>
        <pc:spChg chg="mod">
          <ac:chgData name="Ayelet Dayan" userId="53454eb9-7f8b-4ddb-af19-fd1cdaf752d4" providerId="ADAL" clId="{A8B19CC9-95B7-4588-923B-79021EE6F648}" dt="2024-09-26T02:55:47.804" v="1587"/>
          <ac:spMkLst>
            <pc:docMk/>
            <pc:sldMk cId="2867570602" sldId="2147471227"/>
            <ac:spMk id="79" creationId="{E4AD7F26-37C4-ADF6-77E1-0844F51B236E}"/>
          </ac:spMkLst>
        </pc:spChg>
        <pc:spChg chg="mod">
          <ac:chgData name="Ayelet Dayan" userId="53454eb9-7f8b-4ddb-af19-fd1cdaf752d4" providerId="ADAL" clId="{A8B19CC9-95B7-4588-923B-79021EE6F648}" dt="2024-09-26T02:55:47.804" v="1587"/>
          <ac:spMkLst>
            <pc:docMk/>
            <pc:sldMk cId="2867570602" sldId="2147471227"/>
            <ac:spMk id="80" creationId="{22551123-5B40-1F3E-C708-76AFBD60DDE1}"/>
          </ac:spMkLst>
        </pc:spChg>
        <pc:spChg chg="mod">
          <ac:chgData name="Ayelet Dayan" userId="53454eb9-7f8b-4ddb-af19-fd1cdaf752d4" providerId="ADAL" clId="{A8B19CC9-95B7-4588-923B-79021EE6F648}" dt="2024-09-26T02:55:47.804" v="1587"/>
          <ac:spMkLst>
            <pc:docMk/>
            <pc:sldMk cId="2867570602" sldId="2147471227"/>
            <ac:spMk id="81" creationId="{61D406D9-4FD3-6BC1-090A-CCE28A36E1C9}"/>
          </ac:spMkLst>
        </pc:spChg>
        <pc:spChg chg="mod">
          <ac:chgData name="Ayelet Dayan" userId="53454eb9-7f8b-4ddb-af19-fd1cdaf752d4" providerId="ADAL" clId="{A8B19CC9-95B7-4588-923B-79021EE6F648}" dt="2024-09-26T02:55:47.804" v="1587"/>
          <ac:spMkLst>
            <pc:docMk/>
            <pc:sldMk cId="2867570602" sldId="2147471227"/>
            <ac:spMk id="82" creationId="{9FAC63B9-B404-A50B-52ED-0EADC12D89C7}"/>
          </ac:spMkLst>
        </pc:spChg>
        <pc:spChg chg="mod">
          <ac:chgData name="Ayelet Dayan" userId="53454eb9-7f8b-4ddb-af19-fd1cdaf752d4" providerId="ADAL" clId="{A8B19CC9-95B7-4588-923B-79021EE6F648}" dt="2024-09-26T02:55:47.804" v="1587"/>
          <ac:spMkLst>
            <pc:docMk/>
            <pc:sldMk cId="2867570602" sldId="2147471227"/>
            <ac:spMk id="84" creationId="{8879D332-C7AA-BB58-9582-EB665CE76CCC}"/>
          </ac:spMkLst>
        </pc:spChg>
        <pc:spChg chg="add mod">
          <ac:chgData name="Ayelet Dayan" userId="53454eb9-7f8b-4ddb-af19-fd1cdaf752d4" providerId="ADAL" clId="{A8B19CC9-95B7-4588-923B-79021EE6F648}" dt="2024-09-26T02:55:47.804" v="1587"/>
          <ac:spMkLst>
            <pc:docMk/>
            <pc:sldMk cId="2867570602" sldId="2147471227"/>
            <ac:spMk id="86" creationId="{07031EF3-DB90-4CA7-9FAD-A2F8D538ADF7}"/>
          </ac:spMkLst>
        </pc:spChg>
        <pc:spChg chg="add mod">
          <ac:chgData name="Ayelet Dayan" userId="53454eb9-7f8b-4ddb-af19-fd1cdaf752d4" providerId="ADAL" clId="{A8B19CC9-95B7-4588-923B-79021EE6F648}" dt="2024-09-26T02:55:47.804" v="1587"/>
          <ac:spMkLst>
            <pc:docMk/>
            <pc:sldMk cId="2867570602" sldId="2147471227"/>
            <ac:spMk id="87" creationId="{C361FCB5-D429-782A-F332-B4C42678E9ED}"/>
          </ac:spMkLst>
        </pc:spChg>
        <pc:spChg chg="add mod">
          <ac:chgData name="Ayelet Dayan" userId="53454eb9-7f8b-4ddb-af19-fd1cdaf752d4" providerId="ADAL" clId="{A8B19CC9-95B7-4588-923B-79021EE6F648}" dt="2024-09-26T02:55:47.804" v="1587"/>
          <ac:spMkLst>
            <pc:docMk/>
            <pc:sldMk cId="2867570602" sldId="2147471227"/>
            <ac:spMk id="88" creationId="{A08A645E-DE71-5120-D0D5-C64091F7E798}"/>
          </ac:spMkLst>
        </pc:spChg>
        <pc:spChg chg="add mod">
          <ac:chgData name="Ayelet Dayan" userId="53454eb9-7f8b-4ddb-af19-fd1cdaf752d4" providerId="ADAL" clId="{A8B19CC9-95B7-4588-923B-79021EE6F648}" dt="2024-09-26T02:55:47.804" v="1587"/>
          <ac:spMkLst>
            <pc:docMk/>
            <pc:sldMk cId="2867570602" sldId="2147471227"/>
            <ac:spMk id="89" creationId="{EBE0FFC4-684E-8E4E-384D-77F7B81D3EF3}"/>
          </ac:spMkLst>
        </pc:spChg>
        <pc:spChg chg="add mod">
          <ac:chgData name="Ayelet Dayan" userId="53454eb9-7f8b-4ddb-af19-fd1cdaf752d4" providerId="ADAL" clId="{A8B19CC9-95B7-4588-923B-79021EE6F648}" dt="2024-09-26T02:55:47.804" v="1587"/>
          <ac:spMkLst>
            <pc:docMk/>
            <pc:sldMk cId="2867570602" sldId="2147471227"/>
            <ac:spMk id="90" creationId="{D01014F2-DF4B-A7B0-E9D0-1789310842F8}"/>
          </ac:spMkLst>
        </pc:spChg>
        <pc:spChg chg="add mod">
          <ac:chgData name="Ayelet Dayan" userId="53454eb9-7f8b-4ddb-af19-fd1cdaf752d4" providerId="ADAL" clId="{A8B19CC9-95B7-4588-923B-79021EE6F648}" dt="2024-09-26T02:55:47.804" v="1587"/>
          <ac:spMkLst>
            <pc:docMk/>
            <pc:sldMk cId="2867570602" sldId="2147471227"/>
            <ac:spMk id="91" creationId="{1FE746D6-61F4-24D9-4B4C-21D984AB14E8}"/>
          </ac:spMkLst>
        </pc:spChg>
        <pc:spChg chg="add mod">
          <ac:chgData name="Ayelet Dayan" userId="53454eb9-7f8b-4ddb-af19-fd1cdaf752d4" providerId="ADAL" clId="{A8B19CC9-95B7-4588-923B-79021EE6F648}" dt="2024-09-26T02:55:47.804" v="1587"/>
          <ac:spMkLst>
            <pc:docMk/>
            <pc:sldMk cId="2867570602" sldId="2147471227"/>
            <ac:spMk id="92" creationId="{D5698B8E-B86E-1CC4-BD2E-B6561A2D5A34}"/>
          </ac:spMkLst>
        </pc:spChg>
        <pc:grpChg chg="add mod">
          <ac:chgData name="Ayelet Dayan" userId="53454eb9-7f8b-4ddb-af19-fd1cdaf752d4" providerId="ADAL" clId="{A8B19CC9-95B7-4588-923B-79021EE6F648}" dt="2024-09-26T02:55:47.804" v="1587"/>
          <ac:grpSpMkLst>
            <pc:docMk/>
            <pc:sldMk cId="2867570602" sldId="2147471227"/>
            <ac:grpSpMk id="32" creationId="{C43AEC38-9B8E-0845-B077-2676AB993EB5}"/>
          </ac:grpSpMkLst>
        </pc:grpChg>
        <pc:grpChg chg="mod">
          <ac:chgData name="Ayelet Dayan" userId="53454eb9-7f8b-4ddb-af19-fd1cdaf752d4" providerId="ADAL" clId="{A8B19CC9-95B7-4588-923B-79021EE6F648}" dt="2024-09-26T02:55:47.804" v="1587"/>
          <ac:grpSpMkLst>
            <pc:docMk/>
            <pc:sldMk cId="2867570602" sldId="2147471227"/>
            <ac:grpSpMk id="34" creationId="{E934563C-D2AE-89A4-12E2-C909A212C448}"/>
          </ac:grpSpMkLst>
        </pc:grpChg>
        <pc:grpChg chg="add mod">
          <ac:chgData name="Ayelet Dayan" userId="53454eb9-7f8b-4ddb-af19-fd1cdaf752d4" providerId="ADAL" clId="{A8B19CC9-95B7-4588-923B-79021EE6F648}" dt="2024-09-26T02:55:47.804" v="1587"/>
          <ac:grpSpMkLst>
            <pc:docMk/>
            <pc:sldMk cId="2867570602" sldId="2147471227"/>
            <ac:grpSpMk id="41" creationId="{1E411E0B-623E-7E42-96E9-CB302003983F}"/>
          </ac:grpSpMkLst>
        </pc:grpChg>
        <pc:grpChg chg="add mod">
          <ac:chgData name="Ayelet Dayan" userId="53454eb9-7f8b-4ddb-af19-fd1cdaf752d4" providerId="ADAL" clId="{A8B19CC9-95B7-4588-923B-79021EE6F648}" dt="2024-09-26T02:55:47.804" v="1587"/>
          <ac:grpSpMkLst>
            <pc:docMk/>
            <pc:sldMk cId="2867570602" sldId="2147471227"/>
            <ac:grpSpMk id="44" creationId="{182D1DE9-4333-58C1-B67A-1EDD3322E601}"/>
          </ac:grpSpMkLst>
        </pc:grpChg>
        <pc:grpChg chg="mod">
          <ac:chgData name="Ayelet Dayan" userId="53454eb9-7f8b-4ddb-af19-fd1cdaf752d4" providerId="ADAL" clId="{A8B19CC9-95B7-4588-923B-79021EE6F648}" dt="2024-09-26T02:55:47.804" v="1587"/>
          <ac:grpSpMkLst>
            <pc:docMk/>
            <pc:sldMk cId="2867570602" sldId="2147471227"/>
            <ac:grpSpMk id="46" creationId="{24234BC4-83D5-4851-457C-1B2A24A2CFE7}"/>
          </ac:grpSpMkLst>
        </pc:grpChg>
        <pc:grpChg chg="add mod">
          <ac:chgData name="Ayelet Dayan" userId="53454eb9-7f8b-4ddb-af19-fd1cdaf752d4" providerId="ADAL" clId="{A8B19CC9-95B7-4588-923B-79021EE6F648}" dt="2024-09-26T02:55:47.804" v="1587"/>
          <ac:grpSpMkLst>
            <pc:docMk/>
            <pc:sldMk cId="2867570602" sldId="2147471227"/>
            <ac:grpSpMk id="53" creationId="{CA1D20E6-3589-FE53-BF4C-0ED807B7EBCB}"/>
          </ac:grpSpMkLst>
        </pc:grpChg>
        <pc:grpChg chg="mod">
          <ac:chgData name="Ayelet Dayan" userId="53454eb9-7f8b-4ddb-af19-fd1cdaf752d4" providerId="ADAL" clId="{A8B19CC9-95B7-4588-923B-79021EE6F648}" dt="2024-09-26T02:55:47.804" v="1587"/>
          <ac:grpSpMkLst>
            <pc:docMk/>
            <pc:sldMk cId="2867570602" sldId="2147471227"/>
            <ac:grpSpMk id="55" creationId="{DDB80D6C-2741-42E4-40CB-DEA911F6CCF6}"/>
          </ac:grpSpMkLst>
        </pc:grpChg>
        <pc:grpChg chg="add mod">
          <ac:chgData name="Ayelet Dayan" userId="53454eb9-7f8b-4ddb-af19-fd1cdaf752d4" providerId="ADAL" clId="{A8B19CC9-95B7-4588-923B-79021EE6F648}" dt="2024-09-26T02:55:47.804" v="1587"/>
          <ac:grpSpMkLst>
            <pc:docMk/>
            <pc:sldMk cId="2867570602" sldId="2147471227"/>
            <ac:grpSpMk id="62" creationId="{52E43477-CB59-48C9-1849-108DA8374C9D}"/>
          </ac:grpSpMkLst>
        </pc:grpChg>
        <pc:grpChg chg="add mod">
          <ac:chgData name="Ayelet Dayan" userId="53454eb9-7f8b-4ddb-af19-fd1cdaf752d4" providerId="ADAL" clId="{A8B19CC9-95B7-4588-923B-79021EE6F648}" dt="2024-09-26T02:55:47.804" v="1587"/>
          <ac:grpSpMkLst>
            <pc:docMk/>
            <pc:sldMk cId="2867570602" sldId="2147471227"/>
            <ac:grpSpMk id="65" creationId="{ADE14E6F-5F37-1B6A-8336-9097178FF2F5}"/>
          </ac:grpSpMkLst>
        </pc:grpChg>
        <pc:grpChg chg="add mod">
          <ac:chgData name="Ayelet Dayan" userId="53454eb9-7f8b-4ddb-af19-fd1cdaf752d4" providerId="ADAL" clId="{A8B19CC9-95B7-4588-923B-79021EE6F648}" dt="2024-09-26T02:55:47.804" v="1587"/>
          <ac:grpSpMkLst>
            <pc:docMk/>
            <pc:sldMk cId="2867570602" sldId="2147471227"/>
            <ac:grpSpMk id="68" creationId="{066A51F5-1771-89AA-B867-9D04AA5952FB}"/>
          </ac:grpSpMkLst>
        </pc:grpChg>
        <pc:grpChg chg="add mod">
          <ac:chgData name="Ayelet Dayan" userId="53454eb9-7f8b-4ddb-af19-fd1cdaf752d4" providerId="ADAL" clId="{A8B19CC9-95B7-4588-923B-79021EE6F648}" dt="2024-09-26T02:55:47.804" v="1587"/>
          <ac:grpSpMkLst>
            <pc:docMk/>
            <pc:sldMk cId="2867570602" sldId="2147471227"/>
            <ac:grpSpMk id="71" creationId="{6205EC2C-8F04-3BC0-E1DB-CBC0AE4976CC}"/>
          </ac:grpSpMkLst>
        </pc:grpChg>
        <pc:grpChg chg="add mod">
          <ac:chgData name="Ayelet Dayan" userId="53454eb9-7f8b-4ddb-af19-fd1cdaf752d4" providerId="ADAL" clId="{A8B19CC9-95B7-4588-923B-79021EE6F648}" dt="2024-09-26T02:55:47.804" v="1587"/>
          <ac:grpSpMkLst>
            <pc:docMk/>
            <pc:sldMk cId="2867570602" sldId="2147471227"/>
            <ac:grpSpMk id="74" creationId="{1C48336E-690C-1F33-B2DC-8C1EEDEFDEA0}"/>
          </ac:grpSpMkLst>
        </pc:grpChg>
        <pc:grpChg chg="mod">
          <ac:chgData name="Ayelet Dayan" userId="53454eb9-7f8b-4ddb-af19-fd1cdaf752d4" providerId="ADAL" clId="{A8B19CC9-95B7-4588-923B-79021EE6F648}" dt="2024-09-26T02:55:47.804" v="1587"/>
          <ac:grpSpMkLst>
            <pc:docMk/>
            <pc:sldMk cId="2867570602" sldId="2147471227"/>
            <ac:grpSpMk id="76" creationId="{87D5E56C-C9F0-5AAF-59FD-45030F302049}"/>
          </ac:grpSpMkLst>
        </pc:grpChg>
        <pc:grpChg chg="add mod">
          <ac:chgData name="Ayelet Dayan" userId="53454eb9-7f8b-4ddb-af19-fd1cdaf752d4" providerId="ADAL" clId="{A8B19CC9-95B7-4588-923B-79021EE6F648}" dt="2024-09-26T02:55:47.804" v="1587"/>
          <ac:grpSpMkLst>
            <pc:docMk/>
            <pc:sldMk cId="2867570602" sldId="2147471227"/>
            <ac:grpSpMk id="83" creationId="{A956CE07-6054-FB15-518D-A4A68D80D93D}"/>
          </ac:grpSpMkLst>
        </pc:grpChg>
        <pc:graphicFrameChg chg="add mod">
          <ac:chgData name="Ayelet Dayan" userId="53454eb9-7f8b-4ddb-af19-fd1cdaf752d4" providerId="ADAL" clId="{A8B19CC9-95B7-4588-923B-79021EE6F648}" dt="2024-09-26T02:56:14.759" v="1592" actId="1076"/>
          <ac:graphicFrameMkLst>
            <pc:docMk/>
            <pc:sldMk cId="2867570602" sldId="2147471227"/>
            <ac:graphicFrameMk id="4" creationId="{28F01F75-120E-94BB-668A-0244403AEF17}"/>
          </ac:graphicFrameMkLst>
        </pc:graphicFrameChg>
        <pc:picChg chg="mod">
          <ac:chgData name="Ayelet Dayan" userId="53454eb9-7f8b-4ddb-af19-fd1cdaf752d4" providerId="ADAL" clId="{A8B19CC9-95B7-4588-923B-79021EE6F648}" dt="2024-09-26T02:55:47.804" v="1587"/>
          <ac:picMkLst>
            <pc:docMk/>
            <pc:sldMk cId="2867570602" sldId="2147471227"/>
            <ac:picMk id="67" creationId="{A22DFED3-9E80-9ABB-9AC7-CFAF51206A5E}"/>
          </ac:picMkLst>
        </pc:picChg>
        <pc:picChg chg="mod">
          <ac:chgData name="Ayelet Dayan" userId="53454eb9-7f8b-4ddb-af19-fd1cdaf752d4" providerId="ADAL" clId="{A8B19CC9-95B7-4588-923B-79021EE6F648}" dt="2024-09-26T02:55:47.804" v="1587"/>
          <ac:picMkLst>
            <pc:docMk/>
            <pc:sldMk cId="2867570602" sldId="2147471227"/>
            <ac:picMk id="70" creationId="{4E6EF71E-C433-9177-F480-44B6A0047399}"/>
          </ac:picMkLst>
        </pc:picChg>
        <pc:picChg chg="mod">
          <ac:chgData name="Ayelet Dayan" userId="53454eb9-7f8b-4ddb-af19-fd1cdaf752d4" providerId="ADAL" clId="{A8B19CC9-95B7-4588-923B-79021EE6F648}" dt="2024-09-26T02:55:47.804" v="1587"/>
          <ac:picMkLst>
            <pc:docMk/>
            <pc:sldMk cId="2867570602" sldId="2147471227"/>
            <ac:picMk id="73" creationId="{C9774615-995F-0323-681A-ED9471D0584C}"/>
          </ac:picMkLst>
        </pc:picChg>
        <pc:picChg chg="mod">
          <ac:chgData name="Ayelet Dayan" userId="53454eb9-7f8b-4ddb-af19-fd1cdaf752d4" providerId="ADAL" clId="{A8B19CC9-95B7-4588-923B-79021EE6F648}" dt="2024-09-26T02:55:47.804" v="1587"/>
          <ac:picMkLst>
            <pc:docMk/>
            <pc:sldMk cId="2867570602" sldId="2147471227"/>
            <ac:picMk id="85" creationId="{FA4141BD-7EFD-C295-C3F9-0C16B108A66C}"/>
          </ac:picMkLst>
        </pc:picChg>
        <pc:cxnChg chg="add mod">
          <ac:chgData name="Ayelet Dayan" userId="53454eb9-7f8b-4ddb-af19-fd1cdaf752d4" providerId="ADAL" clId="{A8B19CC9-95B7-4588-923B-79021EE6F648}" dt="2024-09-26T02:55:47.804" v="1587"/>
          <ac:cxnSpMkLst>
            <pc:docMk/>
            <pc:sldMk cId="2867570602" sldId="2147471227"/>
            <ac:cxnSpMk id="13" creationId="{F811BC3A-CC35-4491-03B8-672FE6C478C2}"/>
          </ac:cxnSpMkLst>
        </pc:cxnChg>
      </pc:sldChg>
      <pc:sldMasterChg chg="del delSldLayout">
        <pc:chgData name="Ayelet Dayan" userId="53454eb9-7f8b-4ddb-af19-fd1cdaf752d4" providerId="ADAL" clId="{A8B19CC9-95B7-4588-923B-79021EE6F648}" dt="2024-09-25T15:36:21.214" v="638" actId="47"/>
        <pc:sldMasterMkLst>
          <pc:docMk/>
          <pc:sldMasterMk cId="1226325165" sldId="2147483648"/>
        </pc:sldMasterMkLst>
        <pc:sldLayoutChg chg="del">
          <pc:chgData name="Ayelet Dayan" userId="53454eb9-7f8b-4ddb-af19-fd1cdaf752d4" providerId="ADAL" clId="{A8B19CC9-95B7-4588-923B-79021EE6F648}" dt="2024-09-25T15:36:21.214" v="638" actId="47"/>
          <pc:sldLayoutMkLst>
            <pc:docMk/>
            <pc:sldMasterMk cId="1226325165" sldId="2147483648"/>
            <pc:sldLayoutMk cId="906871898" sldId="2147483649"/>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2166101608" sldId="2147483650"/>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2396386679" sldId="2147483651"/>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3788984109" sldId="2147483652"/>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75339696" sldId="2147483653"/>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3373152538" sldId="2147483654"/>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1108675041" sldId="2147483655"/>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1587468906" sldId="2147483656"/>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1971721887" sldId="2147483657"/>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2362541728" sldId="2147483658"/>
          </pc:sldLayoutMkLst>
        </pc:sldLayoutChg>
        <pc:sldLayoutChg chg="del">
          <pc:chgData name="Ayelet Dayan" userId="53454eb9-7f8b-4ddb-af19-fd1cdaf752d4" providerId="ADAL" clId="{A8B19CC9-95B7-4588-923B-79021EE6F648}" dt="2024-09-25T15:36:21.214" v="638" actId="47"/>
          <pc:sldLayoutMkLst>
            <pc:docMk/>
            <pc:sldMasterMk cId="1226325165" sldId="2147483648"/>
            <pc:sldLayoutMk cId="468441427" sldId="2147483659"/>
          </pc:sldLayoutMkLst>
        </pc:sldLayoutChg>
      </pc:sldMasterChg>
      <pc:sldMasterChg chg="delSp modSldLayout">
        <pc:chgData name="Ayelet Dayan" userId="53454eb9-7f8b-4ddb-af19-fd1cdaf752d4" providerId="ADAL" clId="{A8B19CC9-95B7-4588-923B-79021EE6F648}" dt="2024-09-26T02:32:00.318" v="1004" actId="478"/>
        <pc:sldMasterMkLst>
          <pc:docMk/>
          <pc:sldMasterMk cId="2931135381" sldId="2147483660"/>
        </pc:sldMasterMkLst>
        <pc:grpChg chg="del">
          <ac:chgData name="Ayelet Dayan" userId="53454eb9-7f8b-4ddb-af19-fd1cdaf752d4" providerId="ADAL" clId="{A8B19CC9-95B7-4588-923B-79021EE6F648}" dt="2024-09-26T02:24:32.552" v="791" actId="478"/>
          <ac:grpSpMkLst>
            <pc:docMk/>
            <pc:sldMasterMk cId="2931135381" sldId="2147483660"/>
            <ac:grpSpMk id="7" creationId="{B3F710BA-4C14-6679-B1AB-06C2B9D97CDD}"/>
          </ac:grpSpMkLst>
        </pc:grpChg>
        <pc:sldLayoutChg chg="delSp">
          <pc:chgData name="Ayelet Dayan" userId="53454eb9-7f8b-4ddb-af19-fd1cdaf752d4" providerId="ADAL" clId="{A8B19CC9-95B7-4588-923B-79021EE6F648}" dt="2024-09-26T02:32:00.318" v="1004" actId="478"/>
          <pc:sldLayoutMkLst>
            <pc:docMk/>
            <pc:sldMasterMk cId="2931135381" sldId="2147483660"/>
            <pc:sldLayoutMk cId="2444215074" sldId="2147483667"/>
          </pc:sldLayoutMkLst>
          <pc:grpChg chg="del">
            <ac:chgData name="Ayelet Dayan" userId="53454eb9-7f8b-4ddb-af19-fd1cdaf752d4" providerId="ADAL" clId="{A8B19CC9-95B7-4588-923B-79021EE6F648}" dt="2024-09-26T02:32:00.318" v="1004" actId="478"/>
            <ac:grpSpMkLst>
              <pc:docMk/>
              <pc:sldMasterMk cId="2931135381" sldId="2147483660"/>
              <pc:sldLayoutMk cId="2444215074" sldId="2147483667"/>
              <ac:grpSpMk id="33" creationId="{6D01C828-EED7-839F-58FD-20EEE4C31D22}"/>
            </ac:grpSpMkLst>
          </pc:grpChg>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50181528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0112856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238741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3865062219"/>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60380718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1622814678"/>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444215074"/>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83520772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359225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32122172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11353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15.png"/><Relationship Id="rId4" Type="http://schemas.openxmlformats.org/officeDocument/2006/relationships/image" Target="../media/image12.png"/><Relationship Id="rId9" Type="http://schemas.openxmlformats.org/officeDocument/2006/relationships/image" Target="../media/image28.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svg"/><Relationship Id="rId3" Type="http://schemas.openxmlformats.org/officeDocument/2006/relationships/image" Target="../media/image22.svg"/><Relationship Id="rId7" Type="http://schemas.openxmlformats.org/officeDocument/2006/relationships/image" Target="../media/image12.svg"/><Relationship Id="rId12"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6.svg"/><Relationship Id="rId5" Type="http://schemas.openxmlformats.org/officeDocument/2006/relationships/image" Target="../media/image24.svg"/><Relationship Id="rId15" Type="http://schemas.openxmlformats.org/officeDocument/2006/relationships/image" Target="../media/image20.svg"/><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30.sv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4AD1490-FFD5-DD64-6AF1-F03A94212B28}"/>
              </a:ext>
            </a:extLst>
          </p:cNvPr>
          <p:cNvSpPr txBox="1"/>
          <p:nvPr/>
        </p:nvSpPr>
        <p:spPr>
          <a:xfrm>
            <a:off x="1216891" y="4087290"/>
            <a:ext cx="975821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he-IL" sz="2400" dirty="0">
                <a:solidFill>
                  <a:srgbClr val="282828"/>
                </a:solidFill>
                <a:latin typeface="Calibri" panose="020F0502020204030204" pitchFamily="34" charset="0"/>
                <a:cs typeface="Calibri" panose="020F0502020204030204" pitchFamily="34" charset="0"/>
              </a:rPr>
              <a:t>יצירת סל שירותי הזדקנות מיטיבה שיסייעו בדחיקת תלות וחיזוק תחושת השייכות עבור אזרחים ותיקים, שיסופקו באמצעות מנגון גמלת הסיעוד</a:t>
            </a:r>
          </a:p>
        </p:txBody>
      </p:sp>
      <p:pic>
        <p:nvPicPr>
          <p:cNvPr id="9" name="Graphic 8" descr="Bullseye outline">
            <a:extLst>
              <a:ext uri="{FF2B5EF4-FFF2-40B4-BE49-F238E27FC236}">
                <a16:creationId xmlns:a16="http://schemas.microsoft.com/office/drawing/2014/main" id="{43F87035-B1F5-B182-482C-24D4FF29A7A4}"/>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5616825" y="1803122"/>
            <a:ext cx="958351" cy="958351"/>
          </a:xfrm>
          <a:prstGeom prst="rect">
            <a:avLst/>
          </a:prstGeom>
        </p:spPr>
      </p:pic>
      <p:sp>
        <p:nvSpPr>
          <p:cNvPr id="11" name="TextBox 10">
            <a:extLst>
              <a:ext uri="{FF2B5EF4-FFF2-40B4-BE49-F238E27FC236}">
                <a16:creationId xmlns:a16="http://schemas.microsoft.com/office/drawing/2014/main" id="{84C1EF01-9C63-6764-D908-43DFB9E2287A}"/>
              </a:ext>
            </a:extLst>
          </p:cNvPr>
          <p:cNvSpPr txBox="1"/>
          <p:nvPr/>
        </p:nvSpPr>
        <p:spPr>
          <a:xfrm>
            <a:off x="4511964" y="2901161"/>
            <a:ext cx="3168072"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מטרת מודל השירות</a:t>
            </a:r>
          </a:p>
        </p:txBody>
      </p:sp>
      <p:cxnSp>
        <p:nvCxnSpPr>
          <p:cNvPr id="13" name="Straight Connector 12">
            <a:extLst>
              <a:ext uri="{FF2B5EF4-FFF2-40B4-BE49-F238E27FC236}">
                <a16:creationId xmlns:a16="http://schemas.microsoft.com/office/drawing/2014/main" id="{A33B0BC6-729C-46EE-3498-D45A20B24867}"/>
              </a:ext>
            </a:extLst>
          </p:cNvPr>
          <p:cNvCxnSpPr>
            <a:cxnSpLocks/>
          </p:cNvCxnSpPr>
          <p:nvPr/>
        </p:nvCxnSpPr>
        <p:spPr>
          <a:xfrm>
            <a:off x="5401308" y="3770013"/>
            <a:ext cx="1538241" cy="0"/>
          </a:xfrm>
          <a:prstGeom prst="line">
            <a:avLst/>
          </a:prstGeom>
          <a:noFill/>
          <a:ln w="50800" cap="rnd" cmpd="sng" algn="ctr">
            <a:solidFill>
              <a:srgbClr val="78B5B6"/>
            </a:solidFill>
            <a:prstDash val="solid"/>
            <a:round/>
          </a:ln>
          <a:effectLst/>
        </p:spPr>
      </p:cxnSp>
    </p:spTree>
    <p:extLst>
      <p:ext uri="{BB962C8B-B14F-4D97-AF65-F5344CB8AC3E}">
        <p14:creationId xmlns:p14="http://schemas.microsoft.com/office/powerpoint/2010/main" val="3182091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D0778AC5-99ED-7B7C-F0A6-0CB62CEAD4BC}"/>
              </a:ext>
            </a:extLst>
          </p:cNvPr>
          <p:cNvSpPr/>
          <p:nvPr/>
        </p:nvSpPr>
        <p:spPr>
          <a:xfrm>
            <a:off x="192799"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5F45E710-7ABD-589F-4E20-EEE26127625E}"/>
              </a:ext>
            </a:extLst>
          </p:cNvPr>
          <p:cNvSpPr txBox="1"/>
          <p:nvPr/>
        </p:nvSpPr>
        <p:spPr>
          <a:xfrm>
            <a:off x="3968830"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2400" dirty="0">
                <a:solidFill>
                  <a:srgbClr val="5260C6">
                    <a:lumMod val="75000"/>
                  </a:srgbClr>
                </a:solidFill>
                <a:latin typeface="Calibri"/>
                <a:cs typeface="Calibri"/>
              </a:rPr>
              <a:t>רכיבי גמלת הסיעוד</a:t>
            </a:r>
            <a:endPar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endParaRPr>
          </a:p>
        </p:txBody>
      </p:sp>
      <p:sp>
        <p:nvSpPr>
          <p:cNvPr id="42" name="TextBox 41">
            <a:extLst>
              <a:ext uri="{FF2B5EF4-FFF2-40B4-BE49-F238E27FC236}">
                <a16:creationId xmlns:a16="http://schemas.microsoft.com/office/drawing/2014/main" id="{547A441B-C6A6-E095-4ECE-DD28A2A0299E}"/>
              </a:ext>
            </a:extLst>
          </p:cNvPr>
          <p:cNvSpPr txBox="1"/>
          <p:nvPr/>
        </p:nvSpPr>
        <p:spPr>
          <a:xfrm>
            <a:off x="2937062" y="185147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אלו הרכיבים השונים שמהם יוכלו הזכאים לבנות את תמהיל הגמלה</a:t>
            </a:r>
          </a:p>
        </p:txBody>
      </p:sp>
      <p:sp>
        <p:nvSpPr>
          <p:cNvPr id="68" name="Oval 67">
            <a:extLst>
              <a:ext uri="{FF2B5EF4-FFF2-40B4-BE49-F238E27FC236}">
                <a16:creationId xmlns:a16="http://schemas.microsoft.com/office/drawing/2014/main" id="{CD95486B-B51D-1836-F5D6-ED89148D5D3B}"/>
              </a:ext>
            </a:extLst>
          </p:cNvPr>
          <p:cNvSpPr/>
          <p:nvPr/>
        </p:nvSpPr>
        <p:spPr>
          <a:xfrm>
            <a:off x="5689967" y="298153"/>
            <a:ext cx="1188000" cy="1188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Care outline">
            <a:extLst>
              <a:ext uri="{FF2B5EF4-FFF2-40B4-BE49-F238E27FC236}">
                <a16:creationId xmlns:a16="http://schemas.microsoft.com/office/drawing/2014/main" id="{21201990-9833-909C-0AFC-300C6E6DB189}"/>
              </a:ext>
            </a:extLst>
          </p:cNvPr>
          <p:cNvPicPr>
            <a:picLocks noChangeAspect="1"/>
          </p:cNvPicPr>
          <p:nvPr/>
        </p:nvPicPr>
        <p:blipFill>
          <a:blip r:embed="rId2">
            <a:extLst>
              <a:ext uri="{96DAC541-7B7A-43D3-8B79-37D633B846F1}">
                <asvg:svgBlip xmlns:asvg="http://schemas.microsoft.com/office/drawing/2016/SVG/main" xmlns="" r:embed="rId3"/>
              </a:ext>
            </a:extLst>
          </a:blip>
          <a:srcRect/>
          <a:stretch/>
        </p:blipFill>
        <p:spPr>
          <a:xfrm>
            <a:off x="5811952" y="417400"/>
            <a:ext cx="944028" cy="944028"/>
          </a:xfrm>
          <a:prstGeom prst="rect">
            <a:avLst/>
          </a:prstGeom>
        </p:spPr>
      </p:pic>
      <p:grpSp>
        <p:nvGrpSpPr>
          <p:cNvPr id="3" name="Group 2">
            <a:extLst>
              <a:ext uri="{FF2B5EF4-FFF2-40B4-BE49-F238E27FC236}">
                <a16:creationId xmlns:a16="http://schemas.microsoft.com/office/drawing/2014/main" id="{12DA03CE-D0D0-DE78-52CF-48DCC420E420}"/>
              </a:ext>
            </a:extLst>
          </p:cNvPr>
          <p:cNvGrpSpPr/>
          <p:nvPr/>
        </p:nvGrpSpPr>
        <p:grpSpPr>
          <a:xfrm>
            <a:off x="7606640" y="2424547"/>
            <a:ext cx="2419365" cy="2545755"/>
            <a:chOff x="6082548" y="2436894"/>
            <a:chExt cx="2419365" cy="2545755"/>
          </a:xfrm>
        </p:grpSpPr>
        <p:grpSp>
          <p:nvGrpSpPr>
            <p:cNvPr id="2" name="Group 1">
              <a:extLst>
                <a:ext uri="{FF2B5EF4-FFF2-40B4-BE49-F238E27FC236}">
                  <a16:creationId xmlns:a16="http://schemas.microsoft.com/office/drawing/2014/main" id="{8FD659D9-9A4F-CB5B-D678-5F061FABE795}"/>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184CA8C1-FDB1-6A83-C929-0322AAC1616C}"/>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FA7D55B0-0BA8-98E2-9317-E56063D1194E}"/>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הזדקנות מיטבית</a:t>
                </a:r>
              </a:p>
            </p:txBody>
          </p:sp>
          <p:sp>
            <p:nvSpPr>
              <p:cNvPr id="23" name="TextBox 22">
                <a:extLst>
                  <a:ext uri="{FF2B5EF4-FFF2-40B4-BE49-F238E27FC236}">
                    <a16:creationId xmlns:a16="http://schemas.microsoft.com/office/drawing/2014/main" id="{065AB6C3-5140-4A8D-AA5A-36E26C7A33FC}"/>
                  </a:ext>
                </a:extLst>
              </p:cNvPr>
              <p:cNvSpPr txBox="1"/>
              <p:nvPr/>
            </p:nvSpPr>
            <p:spPr>
              <a:xfrm>
                <a:off x="8859143" y="2367407"/>
                <a:ext cx="2272333" cy="52322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smtClean="0">
                    <a:ln>
                      <a:noFill/>
                    </a:ln>
                    <a:solidFill>
                      <a:srgbClr val="3A3A49"/>
                    </a:solidFill>
                    <a:effectLst/>
                    <a:uLnTx/>
                    <a:uFillTx/>
                    <a:latin typeface="Calibri"/>
                    <a:ea typeface="+mn-ea"/>
                    <a:cs typeface="Calibri"/>
                  </a:rPr>
                  <a:t>יוקדשו</a:t>
                </a:r>
                <a:r>
                  <a:rPr kumimoji="0" lang="he-IL" sz="1400" b="0" i="0" u="none" strike="noStrike" kern="1200" cap="none" spc="0" normalizeH="0" noProof="0" dirty="0" smtClean="0">
                    <a:ln>
                      <a:noFill/>
                    </a:ln>
                    <a:solidFill>
                      <a:srgbClr val="3A3A49"/>
                    </a:solidFill>
                    <a:effectLst/>
                    <a:uLnTx/>
                    <a:uFillTx/>
                    <a:latin typeface="Calibri"/>
                    <a:ea typeface="+mn-ea"/>
                    <a:cs typeface="Calibri"/>
                  </a:rPr>
                  <a:t> </a:t>
                </a:r>
                <a:r>
                  <a:rPr kumimoji="0" lang="he-IL" sz="1400" b="1" i="0" u="none" strike="noStrike" kern="1200" cap="none" spc="0" normalizeH="0" baseline="0" noProof="0" dirty="0" smtClean="0">
                    <a:ln>
                      <a:noFill/>
                    </a:ln>
                    <a:solidFill>
                      <a:srgbClr val="3A3A49"/>
                    </a:solidFill>
                    <a:effectLst/>
                    <a:uLnTx/>
                    <a:uFillTx/>
                    <a:latin typeface="Calibri"/>
                    <a:ea typeface="+mn-ea"/>
                    <a:cs typeface="Calibri"/>
                  </a:rPr>
                  <a:t>לפחות </a:t>
                </a:r>
                <a:r>
                  <a:rPr kumimoji="0" lang="he-IL" sz="1400" b="1" i="0" u="none" strike="noStrike" kern="1200" cap="none" spc="0" normalizeH="0" baseline="0" noProof="0" dirty="0">
                    <a:ln>
                      <a:noFill/>
                    </a:ln>
                    <a:solidFill>
                      <a:srgbClr val="3A3A49"/>
                    </a:solidFill>
                    <a:effectLst/>
                    <a:uLnTx/>
                    <a:uFillTx/>
                    <a:latin typeface="Calibri"/>
                    <a:ea typeface="+mn-ea"/>
                    <a:cs typeface="Calibri"/>
                  </a:rPr>
                  <a:t>2 יחידות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מהגמלה לשירותי הזדקנות מיטבית</a:t>
                </a:r>
              </a:p>
            </p:txBody>
          </p:sp>
        </p:grpSp>
        <p:grpSp>
          <p:nvGrpSpPr>
            <p:cNvPr id="28" name="Group 27">
              <a:extLst>
                <a:ext uri="{FF2B5EF4-FFF2-40B4-BE49-F238E27FC236}">
                  <a16:creationId xmlns:a16="http://schemas.microsoft.com/office/drawing/2014/main" id="{84BCD753-2BD4-7863-DE63-99C374C3581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4239ECF4-77D8-DD8C-02F8-109E7901E88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Man with cane outline">
                <a:extLst>
                  <a:ext uri="{FF2B5EF4-FFF2-40B4-BE49-F238E27FC236}">
                    <a16:creationId xmlns:a16="http://schemas.microsoft.com/office/drawing/2014/main" id="{C95FB267-2684-DD0C-E496-3C5B376C107A}"/>
                  </a:ext>
                </a:extLst>
              </p:cNvPr>
              <p:cNvPicPr>
                <a:picLocks noChangeAspect="1"/>
              </p:cNvPicPr>
              <p:nvPr/>
            </p:nvPicPr>
            <p:blipFill>
              <a:blip r:embed="rId4">
                <a:extLst>
                  <a:ext uri="{96DAC541-7B7A-43D3-8B79-37D633B846F1}">
                    <asvg:svgBlip xmlns:asvg="http://schemas.microsoft.com/office/drawing/2016/SVG/main" xmlns="" r:embed="rId5"/>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7B97CDD3-4098-1877-F2E7-AB02A4EBDDE0}"/>
              </a:ext>
            </a:extLst>
          </p:cNvPr>
          <p:cNvGrpSpPr/>
          <p:nvPr/>
        </p:nvGrpSpPr>
        <p:grpSpPr>
          <a:xfrm>
            <a:off x="5010553" y="2416568"/>
            <a:ext cx="2419365" cy="2545755"/>
            <a:chOff x="6082548" y="2436894"/>
            <a:chExt cx="2419365" cy="2545755"/>
          </a:xfrm>
        </p:grpSpPr>
        <p:grpSp>
          <p:nvGrpSpPr>
            <p:cNvPr id="6" name="Group 5">
              <a:extLst>
                <a:ext uri="{FF2B5EF4-FFF2-40B4-BE49-F238E27FC236}">
                  <a16:creationId xmlns:a16="http://schemas.microsoft.com/office/drawing/2014/main" id="{202B513B-7D49-2AC0-F4B1-9DD4D656FFCE}"/>
                </a:ext>
              </a:extLst>
            </p:cNvPr>
            <p:cNvGrpSpPr/>
            <p:nvPr/>
          </p:nvGrpSpPr>
          <p:grpSpPr>
            <a:xfrm>
              <a:off x="6082548" y="2958540"/>
              <a:ext cx="2419365" cy="2024109"/>
              <a:chOff x="8812386" y="1676389"/>
              <a:chExt cx="2419365" cy="2024109"/>
            </a:xfrm>
          </p:grpSpPr>
          <p:sp>
            <p:nvSpPr>
              <p:cNvPr id="16" name="Rectangle: Rounded Corners 15">
                <a:extLst>
                  <a:ext uri="{FF2B5EF4-FFF2-40B4-BE49-F238E27FC236}">
                    <a16:creationId xmlns:a16="http://schemas.microsoft.com/office/drawing/2014/main" id="{F06B31B7-EF39-2C8F-7373-19A676B1922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5BD17333-886E-05D8-3A5A-4067620C3572}"/>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סיעוד</a:t>
                </a:r>
              </a:p>
            </p:txBody>
          </p:sp>
          <p:sp>
            <p:nvSpPr>
              <p:cNvPr id="18" name="TextBox 17">
                <a:extLst>
                  <a:ext uri="{FF2B5EF4-FFF2-40B4-BE49-F238E27FC236}">
                    <a16:creationId xmlns:a16="http://schemas.microsoft.com/office/drawing/2014/main" id="{4C8D340A-04DA-FCF2-E28E-0625A0B556C9}"/>
                  </a:ext>
                </a:extLst>
              </p:cNvPr>
              <p:cNvSpPr txBox="1"/>
              <p:nvPr/>
            </p:nvSpPr>
            <p:spPr>
              <a:xfrm>
                <a:off x="8859143" y="2367407"/>
                <a:ext cx="2272333" cy="95410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1400" dirty="0">
                    <a:solidFill>
                      <a:srgbClr val="3A3A49"/>
                    </a:solidFill>
                    <a:latin typeface="Calibri"/>
                    <a:cs typeface="Calibri"/>
                  </a:rPr>
                  <a:t>השירותים הקיימים כיום, כולל שעות טיפול בבית, ולצידם תוספת של שירותי ליווי/תמיכה בניידות </a:t>
                </a:r>
                <a:r>
                  <a:rPr lang="he-IL" sz="1400" b="1" dirty="0">
                    <a:solidFill>
                      <a:srgbClr val="3A3A49"/>
                    </a:solidFill>
                    <a:latin typeface="Calibri"/>
                    <a:cs typeface="Calibri"/>
                  </a:rPr>
                  <a:t>מחוץ לבית</a:t>
                </a:r>
                <a:endParaRPr kumimoji="0" lang="he-IL" sz="1400" b="0" i="0" u="none" strike="noStrike" kern="1200" cap="none" spc="0" normalizeH="0" baseline="0" noProof="0" dirty="0">
                  <a:ln>
                    <a:noFill/>
                  </a:ln>
                  <a:solidFill>
                    <a:srgbClr val="3A3A49"/>
                  </a:solidFill>
                  <a:effectLst/>
                  <a:uLnTx/>
                  <a:uFillTx/>
                  <a:latin typeface="Calibri"/>
                  <a:ea typeface="+mn-ea"/>
                  <a:cs typeface="Calibri"/>
                </a:endParaRPr>
              </a:p>
            </p:txBody>
          </p:sp>
        </p:grpSp>
        <p:grpSp>
          <p:nvGrpSpPr>
            <p:cNvPr id="7" name="Group 6">
              <a:extLst>
                <a:ext uri="{FF2B5EF4-FFF2-40B4-BE49-F238E27FC236}">
                  <a16:creationId xmlns:a16="http://schemas.microsoft.com/office/drawing/2014/main" id="{87F0DDE5-B62F-0976-128C-2FE74E7FCB66}"/>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75C48B6D-8CC4-CC1E-7D43-B44EF2558913}"/>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Medical outline">
                <a:extLst>
                  <a:ext uri="{FF2B5EF4-FFF2-40B4-BE49-F238E27FC236}">
                    <a16:creationId xmlns:a16="http://schemas.microsoft.com/office/drawing/2014/main" id="{76E9FDC6-76A9-7A81-551F-E426D835A76E}"/>
                  </a:ext>
                </a:extLst>
              </p:cNvPr>
              <p:cNvPicPr>
                <a:picLocks noChangeAspect="1"/>
              </p:cNvPicPr>
              <p:nvPr/>
            </p:nvPicPr>
            <p:blipFill>
              <a:blip r:embed="rId6">
                <a:extLst>
                  <a:ext uri="{96DAC541-7B7A-43D3-8B79-37D633B846F1}">
                    <asvg:svgBlip xmlns:asvg="http://schemas.microsoft.com/office/drawing/2016/SVG/main" xmlns="" r:embed="rId7"/>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4D92678C-DECE-73F1-8264-4D897C9BD54C}"/>
              </a:ext>
            </a:extLst>
          </p:cNvPr>
          <p:cNvGrpSpPr/>
          <p:nvPr/>
        </p:nvGrpSpPr>
        <p:grpSpPr>
          <a:xfrm>
            <a:off x="2434519" y="2431540"/>
            <a:ext cx="2419365" cy="2545755"/>
            <a:chOff x="6082548" y="2436894"/>
            <a:chExt cx="2419365" cy="2545755"/>
          </a:xfrm>
        </p:grpSpPr>
        <p:grpSp>
          <p:nvGrpSpPr>
            <p:cNvPr id="21" name="Group 20">
              <a:extLst>
                <a:ext uri="{FF2B5EF4-FFF2-40B4-BE49-F238E27FC236}">
                  <a16:creationId xmlns:a16="http://schemas.microsoft.com/office/drawing/2014/main" id="{ECF7EACB-606B-58E3-C0CF-AA183960A85E}"/>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DC11F204-8F93-CDB1-8D23-4ECF4398E622}"/>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AE31FDBE-0755-6ACE-2A85-6F5917278F0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קצבה בכסף</a:t>
                </a:r>
              </a:p>
            </p:txBody>
          </p:sp>
        </p:grpSp>
        <p:grpSp>
          <p:nvGrpSpPr>
            <p:cNvPr id="22" name="Group 21">
              <a:extLst>
                <a:ext uri="{FF2B5EF4-FFF2-40B4-BE49-F238E27FC236}">
                  <a16:creationId xmlns:a16="http://schemas.microsoft.com/office/drawing/2014/main" id="{7C93A32E-48B2-782B-36F0-02CFF3642961}"/>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BEB256FF-FAE2-C7B9-C49B-B5752BAD5432}"/>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Coins outline">
                <a:extLst>
                  <a:ext uri="{FF2B5EF4-FFF2-40B4-BE49-F238E27FC236}">
                    <a16:creationId xmlns:a16="http://schemas.microsoft.com/office/drawing/2014/main" id="{D4E0D78C-752E-0469-C04C-5E01A02C33E0}"/>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10027988" y="1395624"/>
                <a:ext cx="697543" cy="697543"/>
              </a:xfrm>
              <a:prstGeom prst="rect">
                <a:avLst/>
              </a:prstGeom>
            </p:spPr>
          </p:pic>
        </p:grpSp>
      </p:grpSp>
      <p:sp>
        <p:nvSpPr>
          <p:cNvPr id="4" name="TextBox 3">
            <a:extLst>
              <a:ext uri="{FF2B5EF4-FFF2-40B4-BE49-F238E27FC236}">
                <a16:creationId xmlns:a16="http://schemas.microsoft.com/office/drawing/2014/main" id="{C46315FC-C7A6-703B-9E64-403AF6E7F34C}"/>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הרכב גמלת הסיעוד במודל המוצע</a:t>
            </a:r>
          </a:p>
        </p:txBody>
      </p:sp>
    </p:spTree>
    <p:extLst>
      <p:ext uri="{BB962C8B-B14F-4D97-AF65-F5344CB8AC3E}">
        <p14:creationId xmlns:p14="http://schemas.microsoft.com/office/powerpoint/2010/main" val="591745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D0778AC5-99ED-7B7C-F0A6-0CB62CEAD4BC}"/>
              </a:ext>
            </a:extLst>
          </p:cNvPr>
          <p:cNvSpPr/>
          <p:nvPr/>
        </p:nvSpPr>
        <p:spPr>
          <a:xfrm>
            <a:off x="282777" y="1076580"/>
            <a:ext cx="11736032" cy="494613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5F45E710-7ABD-589F-4E20-EEE26127625E}"/>
              </a:ext>
            </a:extLst>
          </p:cNvPr>
          <p:cNvSpPr txBox="1"/>
          <p:nvPr/>
        </p:nvSpPr>
        <p:spPr>
          <a:xfrm>
            <a:off x="4012378" y="1425441"/>
            <a:ext cx="4640997" cy="46166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5260C6">
                    <a:lumMod val="75000"/>
                  </a:srgbClr>
                </a:solidFill>
                <a:effectLst/>
                <a:uLnTx/>
                <a:uFillTx/>
                <a:latin typeface="Calibri"/>
                <a:ea typeface="+mn-ea"/>
                <a:cs typeface="Calibri"/>
              </a:rPr>
              <a:t>סל שירותי הזדקנות מיטבית</a:t>
            </a:r>
          </a:p>
        </p:txBody>
      </p:sp>
      <p:sp>
        <p:nvSpPr>
          <p:cNvPr id="42" name="TextBox 41">
            <a:extLst>
              <a:ext uri="{FF2B5EF4-FFF2-40B4-BE49-F238E27FC236}">
                <a16:creationId xmlns:a16="http://schemas.microsoft.com/office/drawing/2014/main" id="{547A441B-C6A6-E095-4ECE-DD28A2A0299E}"/>
              </a:ext>
            </a:extLst>
          </p:cNvPr>
          <p:cNvSpPr txBox="1"/>
          <p:nvPr/>
        </p:nvSpPr>
        <p:spPr>
          <a:xfrm>
            <a:off x="2643153" y="1817312"/>
            <a:ext cx="6814729" cy="30777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הסל מורכב משירותי הקהילה המקומית ועוד מבחר של שירותים בהתאמה אישית לצרכי מקבל השירות</a:t>
            </a:r>
          </a:p>
        </p:txBody>
      </p:sp>
      <p:grpSp>
        <p:nvGrpSpPr>
          <p:cNvPr id="31" name="Group 30">
            <a:extLst>
              <a:ext uri="{FF2B5EF4-FFF2-40B4-BE49-F238E27FC236}">
                <a16:creationId xmlns:a16="http://schemas.microsoft.com/office/drawing/2014/main" id="{E2E7FD07-95F5-66B9-CD6A-99BB4F7A1173}"/>
              </a:ext>
            </a:extLst>
          </p:cNvPr>
          <p:cNvGrpSpPr/>
          <p:nvPr/>
        </p:nvGrpSpPr>
        <p:grpSpPr>
          <a:xfrm>
            <a:off x="8906529" y="2456359"/>
            <a:ext cx="2380552" cy="2557455"/>
            <a:chOff x="9433660" y="2436894"/>
            <a:chExt cx="2380552" cy="2557455"/>
          </a:xfrm>
        </p:grpSpPr>
        <p:grpSp>
          <p:nvGrpSpPr>
            <p:cNvPr id="9" name="Group 8">
              <a:extLst>
                <a:ext uri="{FF2B5EF4-FFF2-40B4-BE49-F238E27FC236}">
                  <a16:creationId xmlns:a16="http://schemas.microsoft.com/office/drawing/2014/main" id="{B66FEEFC-E79C-C946-83C6-C08629B0DDEC}"/>
                </a:ext>
              </a:extLst>
            </p:cNvPr>
            <p:cNvGrpSpPr/>
            <p:nvPr/>
          </p:nvGrpSpPr>
          <p:grpSpPr>
            <a:xfrm>
              <a:off x="9433660" y="2958540"/>
              <a:ext cx="2380552" cy="2035809"/>
              <a:chOff x="8797687" y="1676389"/>
              <a:chExt cx="2380552" cy="2035809"/>
            </a:xfrm>
          </p:grpSpPr>
          <p:sp>
            <p:nvSpPr>
              <p:cNvPr id="10" name="Rectangle: Rounded Corners 9">
                <a:extLst>
                  <a:ext uri="{FF2B5EF4-FFF2-40B4-BE49-F238E27FC236}">
                    <a16:creationId xmlns:a16="http://schemas.microsoft.com/office/drawing/2014/main" id="{2BA8D033-0C9B-4337-DD5A-A2B774A771C9}"/>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1" name="TextBox 10">
                <a:extLst>
                  <a:ext uri="{FF2B5EF4-FFF2-40B4-BE49-F238E27FC236}">
                    <a16:creationId xmlns:a16="http://schemas.microsoft.com/office/drawing/2014/main" id="{D6737E21-608F-2B7B-D3E0-C4A37610F49A}"/>
                  </a:ext>
                </a:extLst>
              </p:cNvPr>
              <p:cNvSpPr txBox="1"/>
              <p:nvPr/>
            </p:nvSpPr>
            <p:spPr>
              <a:xfrm>
                <a:off x="8797687" y="1980307"/>
                <a:ext cx="227233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 קהילה מקומית</a:t>
                </a:r>
              </a:p>
            </p:txBody>
          </p:sp>
          <p:sp>
            <p:nvSpPr>
              <p:cNvPr id="37" name="TextBox 36">
                <a:extLst>
                  <a:ext uri="{FF2B5EF4-FFF2-40B4-BE49-F238E27FC236}">
                    <a16:creationId xmlns:a16="http://schemas.microsoft.com/office/drawing/2014/main" id="{A73A1826-A5CB-3D72-CA01-5B486B284A41}"/>
                  </a:ext>
                </a:extLst>
              </p:cNvPr>
              <p:cNvSpPr txBox="1"/>
              <p:nvPr/>
            </p:nvSpPr>
            <p:spPr>
              <a:xfrm>
                <a:off x="8859143" y="2327203"/>
                <a:ext cx="2272333"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קהילה בת 150 חברים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המתגוררים בסמיכות זה לזו אשר מנוהלת על ידי מתאמת שירות ומספקת לחבריה שירותי בסיס דוגמת פעילויות חברתיות, ביקורי בית וכו'</a:t>
                </a:r>
              </a:p>
            </p:txBody>
          </p:sp>
        </p:grpSp>
        <p:grpSp>
          <p:nvGrpSpPr>
            <p:cNvPr id="61" name="Group 60">
              <a:extLst>
                <a:ext uri="{FF2B5EF4-FFF2-40B4-BE49-F238E27FC236}">
                  <a16:creationId xmlns:a16="http://schemas.microsoft.com/office/drawing/2014/main" id="{A99C43DA-F8D9-7C33-4AC7-A2E74E869045}"/>
                </a:ext>
              </a:extLst>
            </p:cNvPr>
            <p:cNvGrpSpPr/>
            <p:nvPr/>
          </p:nvGrpSpPr>
          <p:grpSpPr>
            <a:xfrm>
              <a:off x="10216506" y="2436894"/>
              <a:ext cx="829557" cy="829557"/>
              <a:chOff x="9961982" y="1296250"/>
              <a:chExt cx="829557" cy="829557"/>
            </a:xfrm>
          </p:grpSpPr>
          <p:sp>
            <p:nvSpPr>
              <p:cNvPr id="60" name="Oval 59">
                <a:extLst>
                  <a:ext uri="{FF2B5EF4-FFF2-40B4-BE49-F238E27FC236}">
                    <a16:creationId xmlns:a16="http://schemas.microsoft.com/office/drawing/2014/main" id="{ED75BA28-3149-5F18-2E29-01A14AD382A2}"/>
                  </a:ext>
                </a:extLst>
              </p:cNvPr>
              <p:cNvSpPr/>
              <p:nvPr/>
            </p:nvSpPr>
            <p:spPr>
              <a:xfrm>
                <a:off x="9961982" y="1296250"/>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6" name="Graphic 25" descr="Neighborhood outline">
                <a:extLst>
                  <a:ext uri="{FF2B5EF4-FFF2-40B4-BE49-F238E27FC236}">
                    <a16:creationId xmlns:a16="http://schemas.microsoft.com/office/drawing/2014/main" id="{A71A92FB-535A-62F0-1A68-3B533C365F5B}"/>
                  </a:ext>
                </a:extLst>
              </p:cNvPr>
              <p:cNvPicPr>
                <a:picLocks noChangeAspect="1"/>
              </p:cNvPicPr>
              <p:nvPr/>
            </p:nvPicPr>
            <p:blipFill>
              <a:blip r:embed="rId2">
                <a:extLst>
                  <a:ext uri="{96DAC541-7B7A-43D3-8B79-37D633B846F1}">
                    <asvg:svgBlip xmlns:asvg="http://schemas.microsoft.com/office/drawing/2016/SVG/main" xmlns="" r:embed="rId3"/>
                  </a:ext>
                </a:extLst>
              </a:blip>
              <a:srcRect/>
              <a:stretch/>
            </p:blipFill>
            <p:spPr>
              <a:xfrm>
                <a:off x="10027988" y="1395624"/>
                <a:ext cx="697543" cy="697543"/>
              </a:xfrm>
              <a:prstGeom prst="rect">
                <a:avLst/>
              </a:prstGeom>
            </p:spPr>
          </p:pic>
        </p:grpSp>
      </p:grpSp>
      <p:grpSp>
        <p:nvGrpSpPr>
          <p:cNvPr id="76" name="Group 75">
            <a:extLst>
              <a:ext uri="{FF2B5EF4-FFF2-40B4-BE49-F238E27FC236}">
                <a16:creationId xmlns:a16="http://schemas.microsoft.com/office/drawing/2014/main" id="{BBF0D669-6256-3324-EE64-63BB2E80D4F2}"/>
              </a:ext>
            </a:extLst>
          </p:cNvPr>
          <p:cNvGrpSpPr/>
          <p:nvPr/>
        </p:nvGrpSpPr>
        <p:grpSpPr>
          <a:xfrm>
            <a:off x="5733515" y="298153"/>
            <a:ext cx="1188000" cy="1188000"/>
            <a:chOff x="8611183" y="3971799"/>
            <a:chExt cx="829557" cy="829557"/>
          </a:xfrm>
        </p:grpSpPr>
        <p:sp>
          <p:nvSpPr>
            <p:cNvPr id="68" name="Oval 67">
              <a:extLst>
                <a:ext uri="{FF2B5EF4-FFF2-40B4-BE49-F238E27FC236}">
                  <a16:creationId xmlns:a16="http://schemas.microsoft.com/office/drawing/2014/main" id="{CD95486B-B51D-1836-F5D6-ED89148D5D3B}"/>
                </a:ext>
              </a:extLst>
            </p:cNvPr>
            <p:cNvSpPr/>
            <p:nvPr/>
          </p:nvSpPr>
          <p:spPr>
            <a:xfrm>
              <a:off x="8611183" y="3971799"/>
              <a:ext cx="829557" cy="829557"/>
            </a:xfrm>
            <a:prstGeom prst="ellips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Shopping basket outline">
              <a:extLst>
                <a:ext uri="{FF2B5EF4-FFF2-40B4-BE49-F238E27FC236}">
                  <a16:creationId xmlns:a16="http://schemas.microsoft.com/office/drawing/2014/main" id="{21201990-9833-909C-0AFC-300C6E6DB189}"/>
                </a:ext>
              </a:extLst>
            </p:cNvPr>
            <p:cNvPicPr>
              <a:picLocks noChangeAspect="1"/>
            </p:cNvPicPr>
            <p:nvPr/>
          </p:nvPicPr>
          <p:blipFill>
            <a:blip r:embed="rId4">
              <a:extLst>
                <a:ext uri="{96DAC541-7B7A-43D3-8B79-37D633B846F1}">
                  <asvg:svgBlip xmlns:asvg="http://schemas.microsoft.com/office/drawing/2016/SVG/main" xmlns="" r:embed="rId5"/>
                </a:ext>
              </a:extLst>
            </a:blip>
            <a:srcRect/>
            <a:stretch/>
          </p:blipFill>
          <p:spPr>
            <a:xfrm>
              <a:off x="8696363" y="4055067"/>
              <a:ext cx="659196" cy="659196"/>
            </a:xfrm>
            <a:prstGeom prst="rect">
              <a:avLst/>
            </a:prstGeom>
          </p:spPr>
        </p:pic>
      </p:grpSp>
      <p:grpSp>
        <p:nvGrpSpPr>
          <p:cNvPr id="3" name="Group 2">
            <a:extLst>
              <a:ext uri="{FF2B5EF4-FFF2-40B4-BE49-F238E27FC236}">
                <a16:creationId xmlns:a16="http://schemas.microsoft.com/office/drawing/2014/main" id="{12DA03CE-D0D0-DE78-52CF-48DCC420E420}"/>
              </a:ext>
            </a:extLst>
          </p:cNvPr>
          <p:cNvGrpSpPr/>
          <p:nvPr/>
        </p:nvGrpSpPr>
        <p:grpSpPr>
          <a:xfrm>
            <a:off x="6327515" y="2449255"/>
            <a:ext cx="2419365" cy="2545755"/>
            <a:chOff x="6082548" y="2436894"/>
            <a:chExt cx="2419365" cy="2545755"/>
          </a:xfrm>
        </p:grpSpPr>
        <p:grpSp>
          <p:nvGrpSpPr>
            <p:cNvPr id="2" name="Group 1">
              <a:extLst>
                <a:ext uri="{FF2B5EF4-FFF2-40B4-BE49-F238E27FC236}">
                  <a16:creationId xmlns:a16="http://schemas.microsoft.com/office/drawing/2014/main" id="{8FD659D9-9A4F-CB5B-D678-5F061FABE795}"/>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184CA8C1-FDB1-6A83-C929-0322AAC1616C}"/>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FA7D55B0-0BA8-98E2-9317-E56063D1194E}"/>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קהילה מורחבים</a:t>
                </a:r>
              </a:p>
            </p:txBody>
          </p:sp>
          <p:sp>
            <p:nvSpPr>
              <p:cNvPr id="23" name="TextBox 22">
                <a:extLst>
                  <a:ext uri="{FF2B5EF4-FFF2-40B4-BE49-F238E27FC236}">
                    <a16:creationId xmlns:a16="http://schemas.microsoft.com/office/drawing/2014/main" id="{065AB6C3-5140-4A8D-AA5A-36E26C7A33FC}"/>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שירותים נוספים שניתן לצרוך דרך הקהילה המקומית שמרחיבים את שירות הבסיס, מותאמים לצרכי הקהילה ולאזור בה היא פועלת</a:t>
                </a:r>
              </a:p>
            </p:txBody>
          </p:sp>
        </p:grpSp>
        <p:grpSp>
          <p:nvGrpSpPr>
            <p:cNvPr id="28" name="Group 27">
              <a:extLst>
                <a:ext uri="{FF2B5EF4-FFF2-40B4-BE49-F238E27FC236}">
                  <a16:creationId xmlns:a16="http://schemas.microsoft.com/office/drawing/2014/main" id="{84BCD753-2BD4-7863-DE63-99C374C3581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4239ECF4-77D8-DD8C-02F8-109E7901E88E}"/>
                  </a:ext>
                </a:extLst>
              </p:cNvPr>
              <p:cNvSpPr/>
              <p:nvPr/>
            </p:nvSpPr>
            <p:spPr>
              <a:xfrm>
                <a:off x="9961982" y="1296250"/>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Neighborhood outline">
                <a:extLst>
                  <a:ext uri="{FF2B5EF4-FFF2-40B4-BE49-F238E27FC236}">
                    <a16:creationId xmlns:a16="http://schemas.microsoft.com/office/drawing/2014/main" id="{C95FB267-2684-DD0C-E496-3C5B376C107A}"/>
                  </a:ext>
                </a:extLst>
              </p:cNvPr>
              <p:cNvPicPr>
                <a:picLocks noChangeAspect="1"/>
              </p:cNvPicPr>
              <p:nvPr/>
            </p:nvPicPr>
            <p:blipFill>
              <a:blip r:embed="rId6">
                <a:extLst>
                  <a:ext uri="{96DAC541-7B7A-43D3-8B79-37D633B846F1}">
                    <asvg:svgBlip xmlns:asvg="http://schemas.microsoft.com/office/drawing/2016/SVG/main" xmlns="" r:embed="rId7"/>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7B97CDD3-4098-1877-F2E7-AB02A4EBDDE0}"/>
              </a:ext>
            </a:extLst>
          </p:cNvPr>
          <p:cNvGrpSpPr/>
          <p:nvPr/>
        </p:nvGrpSpPr>
        <p:grpSpPr>
          <a:xfrm>
            <a:off x="3731428" y="2441276"/>
            <a:ext cx="2419365" cy="2597659"/>
            <a:chOff x="6082548" y="2436894"/>
            <a:chExt cx="2419365" cy="2597659"/>
          </a:xfrm>
        </p:grpSpPr>
        <p:grpSp>
          <p:nvGrpSpPr>
            <p:cNvPr id="6" name="Group 5">
              <a:extLst>
                <a:ext uri="{FF2B5EF4-FFF2-40B4-BE49-F238E27FC236}">
                  <a16:creationId xmlns:a16="http://schemas.microsoft.com/office/drawing/2014/main" id="{202B513B-7D49-2AC0-F4B1-9DD4D656FFCE}"/>
                </a:ext>
              </a:extLst>
            </p:cNvPr>
            <p:cNvGrpSpPr/>
            <p:nvPr/>
          </p:nvGrpSpPr>
          <p:grpSpPr>
            <a:xfrm>
              <a:off x="6082548" y="2958540"/>
              <a:ext cx="2419365" cy="2076013"/>
              <a:chOff x="8812386" y="1676389"/>
              <a:chExt cx="2419365" cy="2076013"/>
            </a:xfrm>
          </p:grpSpPr>
          <p:sp>
            <p:nvSpPr>
              <p:cNvPr id="16" name="Rectangle: Rounded Corners 15">
                <a:extLst>
                  <a:ext uri="{FF2B5EF4-FFF2-40B4-BE49-F238E27FC236}">
                    <a16:creationId xmlns:a16="http://schemas.microsoft.com/office/drawing/2014/main" id="{F06B31B7-EF39-2C8F-7373-19A676B1922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5BD17333-886E-05D8-3A5A-4067620C3572}"/>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שירותים מותאמים אישית</a:t>
                </a:r>
              </a:p>
            </p:txBody>
          </p:sp>
          <p:sp>
            <p:nvSpPr>
              <p:cNvPr id="18" name="TextBox 17">
                <a:extLst>
                  <a:ext uri="{FF2B5EF4-FFF2-40B4-BE49-F238E27FC236}">
                    <a16:creationId xmlns:a16="http://schemas.microsoft.com/office/drawing/2014/main" id="{4C8D340A-04DA-FCF2-E28E-0625A0B556C9}"/>
                  </a:ext>
                </a:extLst>
              </p:cNvPr>
              <p:cNvSpPr txBox="1"/>
              <p:nvPr/>
            </p:nvSpPr>
            <p:spPr>
              <a:xfrm>
                <a:off x="8859143" y="2367407"/>
                <a:ext cx="2319096"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מגוון רחב של שירותים מותאמים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לצרכי מקבל </a:t>
                </a:r>
                <a:r>
                  <a:rPr kumimoji="0" lang="he-IL" sz="1400" b="0" i="0" u="none" strike="noStrike" kern="1200" cap="none" spc="0" normalizeH="0" baseline="0" noProof="0" dirty="0" smtClean="0">
                    <a:ln>
                      <a:noFill/>
                    </a:ln>
                    <a:solidFill>
                      <a:srgbClr val="3A3A49"/>
                    </a:solidFill>
                    <a:effectLst/>
                    <a:uLnTx/>
                    <a:uFillTx/>
                    <a:latin typeface="Calibri"/>
                    <a:ea typeface="+mn-ea"/>
                    <a:cs typeface="Calibri"/>
                  </a:rPr>
                  <a:t>השירות </a:t>
                </a:r>
                <a:endParaRPr lang="he-IL" sz="1400" dirty="0">
                  <a:solidFill>
                    <a:srgbClr val="3A3A49"/>
                  </a:solidFill>
                  <a:latin typeface="Calibri"/>
                  <a:cs typeface="Calibri"/>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כמו: חדר כושר, הרצאות בתחומי דעת שונים, עזרים טכנולוגיים, קורסי אוריינות דיגיטלית, טיולים מודרכים, טיפוח ועוד</a:t>
                </a:r>
              </a:p>
            </p:txBody>
          </p:sp>
        </p:grpSp>
        <p:grpSp>
          <p:nvGrpSpPr>
            <p:cNvPr id="7" name="Group 6">
              <a:extLst>
                <a:ext uri="{FF2B5EF4-FFF2-40B4-BE49-F238E27FC236}">
                  <a16:creationId xmlns:a16="http://schemas.microsoft.com/office/drawing/2014/main" id="{87F0DDE5-B62F-0976-128C-2FE74E7FCB66}"/>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75C48B6D-8CC4-CC1E-7D43-B44EF2558913}"/>
                  </a:ext>
                </a:extLst>
              </p:cNvPr>
              <p:cNvSpPr/>
              <p:nvPr/>
            </p:nvSpPr>
            <p:spPr>
              <a:xfrm>
                <a:off x="9961982" y="1296250"/>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Alterations &amp; Tailoring outline">
                <a:extLst>
                  <a:ext uri="{FF2B5EF4-FFF2-40B4-BE49-F238E27FC236}">
                    <a16:creationId xmlns:a16="http://schemas.microsoft.com/office/drawing/2014/main" id="{76E9FDC6-76A9-7A81-551F-E426D835A76E}"/>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4D92678C-DECE-73F1-8264-4D897C9BD54C}"/>
              </a:ext>
            </a:extLst>
          </p:cNvPr>
          <p:cNvGrpSpPr/>
          <p:nvPr/>
        </p:nvGrpSpPr>
        <p:grpSpPr>
          <a:xfrm>
            <a:off x="1155394" y="2456248"/>
            <a:ext cx="2419365" cy="2545755"/>
            <a:chOff x="6082548" y="2436894"/>
            <a:chExt cx="2419365" cy="2545755"/>
          </a:xfrm>
        </p:grpSpPr>
        <p:grpSp>
          <p:nvGrpSpPr>
            <p:cNvPr id="21" name="Group 20">
              <a:extLst>
                <a:ext uri="{FF2B5EF4-FFF2-40B4-BE49-F238E27FC236}">
                  <a16:creationId xmlns:a16="http://schemas.microsoft.com/office/drawing/2014/main" id="{ECF7EACB-606B-58E3-C0CF-AA183960A85E}"/>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DC11F204-8F93-CDB1-8D23-4ECF4398E622}"/>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AE31FDBE-0755-6ACE-2A85-6F5917278F0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מש"ח וקופ"ח</a:t>
                </a:r>
              </a:p>
            </p:txBody>
          </p:sp>
          <p:sp>
            <p:nvSpPr>
              <p:cNvPr id="30" name="TextBox 29">
                <a:extLst>
                  <a:ext uri="{FF2B5EF4-FFF2-40B4-BE49-F238E27FC236}">
                    <a16:creationId xmlns:a16="http://schemas.microsoft.com/office/drawing/2014/main" id="{C138F5E9-F9AB-F7FC-0B3F-FE64B389019D}"/>
                  </a:ext>
                </a:extLst>
              </p:cNvPr>
              <p:cNvSpPr txBox="1"/>
              <p:nvPr/>
            </p:nvSpPr>
            <p:spPr>
              <a:xfrm>
                <a:off x="8859143" y="2367407"/>
                <a:ext cx="2272333"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3A3A49"/>
                    </a:solidFill>
                    <a:effectLst/>
                    <a:uLnTx/>
                    <a:uFillTx/>
                    <a:latin typeface="Calibri"/>
                    <a:ea typeface="+mn-ea"/>
                    <a:cs typeface="Calibri"/>
                  </a:rPr>
                  <a:t>שירותים שמציעות המחלקה לשירותים חברתיים וקופ"ח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באזור מגוריו של מקבל השירות המתאימים לצרכיו של מקבל השירות</a:t>
                </a:r>
              </a:p>
            </p:txBody>
          </p:sp>
        </p:grpSp>
        <p:grpSp>
          <p:nvGrpSpPr>
            <p:cNvPr id="22" name="Group 21">
              <a:extLst>
                <a:ext uri="{FF2B5EF4-FFF2-40B4-BE49-F238E27FC236}">
                  <a16:creationId xmlns:a16="http://schemas.microsoft.com/office/drawing/2014/main" id="{7C93A32E-48B2-782B-36F0-02CFF3642961}"/>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BEB256FF-FAE2-C7B9-C49B-B5752BAD5432}"/>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Heart with pulse outline">
                <a:extLst>
                  <a:ext uri="{FF2B5EF4-FFF2-40B4-BE49-F238E27FC236}">
                    <a16:creationId xmlns:a16="http://schemas.microsoft.com/office/drawing/2014/main" id="{D4E0D78C-752E-0469-C04C-5E01A02C33E0}"/>
                  </a:ext>
                </a:extLst>
              </p:cNvPr>
              <p:cNvPicPr>
                <a:picLocks noChangeAspect="1"/>
              </p:cNvPicPr>
              <p:nvPr/>
            </p:nvPicPr>
            <p:blipFill>
              <a:blip r:embed="rId10">
                <a:extLst>
                  <a:ext uri="{96DAC541-7B7A-43D3-8B79-37D633B846F1}">
                    <asvg:svgBlip xmlns:asvg="http://schemas.microsoft.com/office/drawing/2016/SVG/main" xmlns="" r:embed="rId11"/>
                  </a:ext>
                </a:extLst>
              </a:blip>
              <a:srcRect/>
              <a:stretch/>
            </p:blipFill>
            <p:spPr>
              <a:xfrm>
                <a:off x="10027988" y="1395624"/>
                <a:ext cx="697543" cy="697543"/>
              </a:xfrm>
              <a:prstGeom prst="rect">
                <a:avLst/>
              </a:prstGeom>
            </p:spPr>
          </p:pic>
        </p:grpSp>
      </p:grpSp>
      <p:sp>
        <p:nvSpPr>
          <p:cNvPr id="4" name="TextBox 3">
            <a:extLst>
              <a:ext uri="{FF2B5EF4-FFF2-40B4-BE49-F238E27FC236}">
                <a16:creationId xmlns:a16="http://schemas.microsoft.com/office/drawing/2014/main" id="{DB3E5EFF-EF7E-27E0-72D7-9E1E9D0E7F8B}"/>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הרכב סל השירותים במודל המוצע</a:t>
            </a:r>
          </a:p>
        </p:txBody>
      </p:sp>
    </p:spTree>
    <p:extLst>
      <p:ext uri="{BB962C8B-B14F-4D97-AF65-F5344CB8AC3E}">
        <p14:creationId xmlns:p14="http://schemas.microsoft.com/office/powerpoint/2010/main" val="697070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25B19526-40FB-4474-37A6-EDEECD2AFA7E}"/>
              </a:ext>
            </a:extLst>
          </p:cNvPr>
          <p:cNvSpPr/>
          <p:nvPr/>
        </p:nvSpPr>
        <p:spPr>
          <a:xfrm>
            <a:off x="1005066" y="661509"/>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95" name="Group 94">
            <a:extLst>
              <a:ext uri="{FF2B5EF4-FFF2-40B4-BE49-F238E27FC236}">
                <a16:creationId xmlns:a16="http://schemas.microsoft.com/office/drawing/2014/main" id="{C86A509A-6F9A-B264-DB35-E5FFAB15811C}"/>
              </a:ext>
            </a:extLst>
          </p:cNvPr>
          <p:cNvGrpSpPr/>
          <p:nvPr/>
        </p:nvGrpSpPr>
        <p:grpSpPr>
          <a:xfrm>
            <a:off x="9049118" y="2089607"/>
            <a:ext cx="2430720" cy="2550986"/>
            <a:chOff x="9159632" y="1250589"/>
            <a:chExt cx="2430720" cy="2550986"/>
          </a:xfrm>
        </p:grpSpPr>
        <p:grpSp>
          <p:nvGrpSpPr>
            <p:cNvPr id="5"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6"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7" name="TextBox 6">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אזרחית ותיקה</a:t>
                </a:r>
              </a:p>
            </p:txBody>
          </p:sp>
        </p:grpSp>
        <p:sp>
          <p:nvSpPr>
            <p:cNvPr id="38" name="TextBox 37">
              <a:extLst>
                <a:ext uri="{FF2B5EF4-FFF2-40B4-BE49-F238E27FC236}">
                  <a16:creationId xmlns:a16="http://schemas.microsoft.com/office/drawing/2014/main" id="{C6861981-1435-339F-B9F4-134A8064152C}"/>
                </a:ext>
              </a:extLst>
            </p:cNvPr>
            <p:cNvSpPr txBox="1"/>
            <p:nvPr/>
          </p:nvSpPr>
          <p:spPr>
            <a:xfrm>
              <a:off x="9382254" y="2598479"/>
              <a:ext cx="2050342"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זכאית לגמלת סיעוד בדרגות 1-2 וצורכת דרך הגמלה שירותי הזדקנות מיטבית</a:t>
              </a:r>
            </a:p>
          </p:txBody>
        </p:sp>
        <p:grpSp>
          <p:nvGrpSpPr>
            <p:cNvPr id="8" name="Group 7">
              <a:extLst>
                <a:ext uri="{FF2B5EF4-FFF2-40B4-BE49-F238E27FC236}">
                  <a16:creationId xmlns:a16="http://schemas.microsoft.com/office/drawing/2014/main" id="{212A6BFE-A171-C957-AD97-B2A730C39BD7}"/>
                </a:ext>
              </a:extLst>
            </p:cNvPr>
            <p:cNvGrpSpPr/>
            <p:nvPr/>
          </p:nvGrpSpPr>
          <p:grpSpPr>
            <a:xfrm>
              <a:off x="9941468" y="1250589"/>
              <a:ext cx="829557" cy="858453"/>
              <a:chOff x="7013479" y="1291019"/>
              <a:chExt cx="829557" cy="858453"/>
            </a:xfrm>
          </p:grpSpPr>
          <p:sp>
            <p:nvSpPr>
              <p:cNvPr id="63" name="Oval 62">
                <a:extLst>
                  <a:ext uri="{FF2B5EF4-FFF2-40B4-BE49-F238E27FC236}">
                    <a16:creationId xmlns:a16="http://schemas.microsoft.com/office/drawing/2014/main" id="{94353670-67C7-ECC5-7FFB-E04600503459}"/>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Old woman with white hair">
                <a:extLst>
                  <a:ext uri="{FF2B5EF4-FFF2-40B4-BE49-F238E27FC236}">
                    <a16:creationId xmlns:a16="http://schemas.microsoft.com/office/drawing/2014/main" id="{8490F924-F156-57A1-CF71-37C1218D9C76}"/>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b="61855"/>
              <a:stretch/>
            </p:blipFill>
            <p:spPr>
              <a:xfrm>
                <a:off x="7052553" y="1291019"/>
                <a:ext cx="683449" cy="858453"/>
              </a:xfrm>
              <a:prstGeom prst="rect">
                <a:avLst/>
              </a:prstGeom>
            </p:spPr>
          </p:pic>
        </p:grpSp>
      </p:grpSp>
      <p:grpSp>
        <p:nvGrpSpPr>
          <p:cNvPr id="65" name="Group 64">
            <a:extLst>
              <a:ext uri="{FF2B5EF4-FFF2-40B4-BE49-F238E27FC236}">
                <a16:creationId xmlns:a16="http://schemas.microsoft.com/office/drawing/2014/main" id="{C086053C-243D-5D4E-2FC0-92226E385C1D}"/>
              </a:ext>
            </a:extLst>
          </p:cNvPr>
          <p:cNvGrpSpPr/>
          <p:nvPr/>
        </p:nvGrpSpPr>
        <p:grpSpPr>
          <a:xfrm>
            <a:off x="4833452" y="1572006"/>
            <a:ext cx="2365853" cy="2525979"/>
            <a:chOff x="4833452" y="1822375"/>
            <a:chExt cx="2365853" cy="2525979"/>
          </a:xfrm>
        </p:grpSpPr>
        <p:grpSp>
          <p:nvGrpSpPr>
            <p:cNvPr id="32" name="Group 31">
              <a:extLst>
                <a:ext uri="{FF2B5EF4-FFF2-40B4-BE49-F238E27FC236}">
                  <a16:creationId xmlns:a16="http://schemas.microsoft.com/office/drawing/2014/main" id="{BBBBAE82-5EFD-81CE-9485-F141EFBE6B36}"/>
                </a:ext>
              </a:extLst>
            </p:cNvPr>
            <p:cNvGrpSpPr/>
            <p:nvPr/>
          </p:nvGrpSpPr>
          <p:grpSpPr>
            <a:xfrm>
              <a:off x="4833452" y="2324245"/>
              <a:ext cx="2365853" cy="2024109"/>
              <a:chOff x="2151419" y="1676389"/>
              <a:chExt cx="2365853" cy="2024109"/>
            </a:xfrm>
          </p:grpSpPr>
          <p:sp>
            <p:nvSpPr>
              <p:cNvPr id="34" name="Rectangle: Rounded Corners 33">
                <a:extLst>
                  <a:ext uri="{FF2B5EF4-FFF2-40B4-BE49-F238E27FC236}">
                    <a16:creationId xmlns:a16="http://schemas.microsoft.com/office/drawing/2014/main" id="{931720D9-D730-DEBB-C8AF-5EED62C648E0}"/>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5" name="TextBox 34">
                <a:extLst>
                  <a:ext uri="{FF2B5EF4-FFF2-40B4-BE49-F238E27FC236}">
                    <a16:creationId xmlns:a16="http://schemas.microsoft.com/office/drawing/2014/main" id="{5C17D8C2-CAC2-795E-5914-0F4836D5B893}"/>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מתאמת שירות</a:t>
                </a:r>
              </a:p>
            </p:txBody>
          </p:sp>
        </p:grpSp>
        <p:grpSp>
          <p:nvGrpSpPr>
            <p:cNvPr id="62" name="Group 61">
              <a:extLst>
                <a:ext uri="{FF2B5EF4-FFF2-40B4-BE49-F238E27FC236}">
                  <a16:creationId xmlns:a16="http://schemas.microsoft.com/office/drawing/2014/main" id="{6CE73CF3-19F9-3E08-2CE0-1BE4C6193676}"/>
                </a:ext>
              </a:extLst>
            </p:cNvPr>
            <p:cNvGrpSpPr/>
            <p:nvPr/>
          </p:nvGrpSpPr>
          <p:grpSpPr>
            <a:xfrm>
              <a:off x="5681221" y="1822375"/>
              <a:ext cx="829557" cy="899319"/>
              <a:chOff x="9766001" y="3238294"/>
              <a:chExt cx="829557" cy="899319"/>
            </a:xfrm>
          </p:grpSpPr>
          <p:sp>
            <p:nvSpPr>
              <p:cNvPr id="64" name="Oval 63">
                <a:extLst>
                  <a:ext uri="{FF2B5EF4-FFF2-40B4-BE49-F238E27FC236}">
                    <a16:creationId xmlns:a16="http://schemas.microsoft.com/office/drawing/2014/main" id="{797104DF-5A16-B26E-9E3B-DFAE2EE516F3}"/>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Woman with polka dots shirt">
                <a:extLst>
                  <a:ext uri="{FF2B5EF4-FFF2-40B4-BE49-F238E27FC236}">
                    <a16:creationId xmlns:a16="http://schemas.microsoft.com/office/drawing/2014/main" id="{F14EAB84-AA18-84C5-E153-42A174D8D06C}"/>
                  </a:ext>
                </a:extLst>
              </p:cNvPr>
              <p:cNvPicPr>
                <a:picLocks noChangeAspect="1"/>
              </p:cNvPicPr>
              <p:nvPr/>
            </p:nvPicPr>
            <p:blipFill rotWithShape="1">
              <a:blip r:embed="rId4">
                <a:extLst>
                  <a:ext uri="{96DAC541-7B7A-43D3-8B79-37D633B846F1}">
                    <asvg:svgBlip xmlns:asvg="http://schemas.microsoft.com/office/drawing/2016/SVG/main" xmlns="" r:embed="rId5"/>
                  </a:ext>
                </a:extLst>
              </a:blip>
              <a:srcRect l="-2771" r="2771" b="61096"/>
              <a:stretch/>
            </p:blipFill>
            <p:spPr>
              <a:xfrm>
                <a:off x="9839469" y="3279160"/>
                <a:ext cx="683449" cy="858453"/>
              </a:xfrm>
              <a:prstGeom prst="rect">
                <a:avLst/>
              </a:prstGeom>
            </p:spPr>
          </p:pic>
        </p:grpSp>
      </p:grpSp>
      <p:grpSp>
        <p:nvGrpSpPr>
          <p:cNvPr id="45" name="Group 44">
            <a:extLst>
              <a:ext uri="{FF2B5EF4-FFF2-40B4-BE49-F238E27FC236}">
                <a16:creationId xmlns:a16="http://schemas.microsoft.com/office/drawing/2014/main" id="{CD4F383A-FA0A-F6A7-0A40-235B5FCA73E1}"/>
              </a:ext>
            </a:extLst>
          </p:cNvPr>
          <p:cNvGrpSpPr/>
          <p:nvPr/>
        </p:nvGrpSpPr>
        <p:grpSpPr>
          <a:xfrm>
            <a:off x="2109261" y="1420286"/>
            <a:ext cx="2365853" cy="2693430"/>
            <a:chOff x="3845758" y="0"/>
            <a:chExt cx="2365853" cy="2693430"/>
          </a:xfrm>
        </p:grpSpPr>
        <p:grpSp>
          <p:nvGrpSpPr>
            <p:cNvPr id="27" name="Group 26">
              <a:extLst>
                <a:ext uri="{FF2B5EF4-FFF2-40B4-BE49-F238E27FC236}">
                  <a16:creationId xmlns:a16="http://schemas.microsoft.com/office/drawing/2014/main" id="{BFB76223-0988-D546-04C5-96A9B3020163}"/>
                </a:ext>
              </a:extLst>
            </p:cNvPr>
            <p:cNvGrpSpPr/>
            <p:nvPr/>
          </p:nvGrpSpPr>
          <p:grpSpPr>
            <a:xfrm>
              <a:off x="3845758" y="669321"/>
              <a:ext cx="2365853" cy="2024109"/>
              <a:chOff x="2151419" y="1676389"/>
              <a:chExt cx="2365853" cy="2024109"/>
            </a:xfrm>
          </p:grpSpPr>
          <p:sp>
            <p:nvSpPr>
              <p:cNvPr id="29" name="Rectangle: Rounded Corners 28">
                <a:extLst>
                  <a:ext uri="{FF2B5EF4-FFF2-40B4-BE49-F238E27FC236}">
                    <a16:creationId xmlns:a16="http://schemas.microsoft.com/office/drawing/2014/main" id="{E8367E58-ED4B-CE0D-6283-87DEF0E762A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5F67FDC7-BB7F-360C-742C-5C7EC2E2B04A}"/>
                  </a:ext>
                </a:extLst>
              </p:cNvPr>
              <p:cNvSpPr txBox="1"/>
              <p:nvPr/>
            </p:nvSpPr>
            <p:spPr>
              <a:xfrm>
                <a:off x="2244673" y="2141665"/>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עו"ס מנהלת קהילות</a:t>
                </a:r>
              </a:p>
            </p:txBody>
          </p:sp>
        </p:grpSp>
        <p:sp>
          <p:nvSpPr>
            <p:cNvPr id="41" name="TextBox 40">
              <a:extLst>
                <a:ext uri="{FF2B5EF4-FFF2-40B4-BE49-F238E27FC236}">
                  <a16:creationId xmlns:a16="http://schemas.microsoft.com/office/drawing/2014/main" id="{9684D8F2-316C-C829-2835-B299D4DC0D5F}"/>
                </a:ext>
              </a:extLst>
            </p:cNvPr>
            <p:cNvSpPr txBox="1"/>
            <p:nvPr/>
          </p:nvSpPr>
          <p:spPr>
            <a:xfrm>
              <a:off x="3880137" y="1507709"/>
              <a:ext cx="2247139"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מנהלת 10 קהילות מקומיות, מנחה ומדריכה את מתאמות השירות, מטפלת במקרים מורכבים, מסייעת בבניית התוכנית הקהילתית</a:t>
              </a:r>
            </a:p>
          </p:txBody>
        </p:sp>
        <p:sp>
          <p:nvSpPr>
            <p:cNvPr id="67" name="Oval 66">
              <a:extLst>
                <a:ext uri="{FF2B5EF4-FFF2-40B4-BE49-F238E27FC236}">
                  <a16:creationId xmlns:a16="http://schemas.microsoft.com/office/drawing/2014/main" id="{E2BEBCC9-2786-5125-3F60-6DF4A64E7977}"/>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6" name="Graphic 15" descr="Woman with ribbon on hair">
              <a:extLst>
                <a:ext uri="{FF2B5EF4-FFF2-40B4-BE49-F238E27FC236}">
                  <a16:creationId xmlns:a16="http://schemas.microsoft.com/office/drawing/2014/main" id="{90F5E610-EB98-2E56-2332-DF175EBC2778}"/>
                </a:ext>
              </a:extLst>
            </p:cNvPr>
            <p:cNvPicPr preferRelativeResize="0">
              <a:picLocks noChangeAspect="1"/>
            </p:cNvPicPr>
            <p:nvPr/>
          </p:nvPicPr>
          <p:blipFill rotWithShape="1">
            <a:blip r:embed="rId6">
              <a:extLst>
                <a:ext uri="{96DAC541-7B7A-43D3-8B79-37D633B846F1}">
                  <asvg:svgBlip xmlns:asvg="http://schemas.microsoft.com/office/drawing/2016/SVG/main" xmlns="" r:embed="rId7"/>
                </a:ext>
              </a:extLst>
            </a:blip>
            <a:srcRect l="844" t="-5019" r="-8547" b="63927"/>
            <a:stretch/>
          </p:blipFill>
          <p:spPr>
            <a:xfrm>
              <a:off x="4535703" y="0"/>
              <a:ext cx="1344301" cy="972000"/>
            </a:xfrm>
            <a:prstGeom prst="rect">
              <a:avLst/>
            </a:prstGeom>
          </p:spPr>
        </p:pic>
      </p:grpSp>
      <p:sp>
        <p:nvSpPr>
          <p:cNvPr id="52" name="TextBox 51">
            <a:extLst>
              <a:ext uri="{FF2B5EF4-FFF2-40B4-BE49-F238E27FC236}">
                <a16:creationId xmlns:a16="http://schemas.microsoft.com/office/drawing/2014/main" id="{DBAE5C9A-E34F-3FFE-82F2-7EA1FF626959}"/>
              </a:ext>
            </a:extLst>
          </p:cNvPr>
          <p:cNvSpPr txBox="1"/>
          <p:nvPr/>
        </p:nvSpPr>
        <p:spPr>
          <a:xfrm>
            <a:off x="3575218" y="92611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48" name="TextBox 47">
            <a:extLst>
              <a:ext uri="{FF2B5EF4-FFF2-40B4-BE49-F238E27FC236}">
                <a16:creationId xmlns:a16="http://schemas.microsoft.com/office/drawing/2014/main" id="{D591EC5E-85BF-ED76-F078-E40C4FC41B27}"/>
              </a:ext>
            </a:extLst>
          </p:cNvPr>
          <p:cNvSpPr txBox="1"/>
          <p:nvPr/>
        </p:nvSpPr>
        <p:spPr>
          <a:xfrm>
            <a:off x="1653914" y="1243134"/>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49" name="Oval 48">
            <a:extLst>
              <a:ext uri="{FF2B5EF4-FFF2-40B4-BE49-F238E27FC236}">
                <a16:creationId xmlns:a16="http://schemas.microsoft.com/office/drawing/2014/main" id="{CA07287B-8D7D-CFBF-B33E-79F2EA9F3CE3}"/>
              </a:ext>
            </a:extLst>
          </p:cNvPr>
          <p:cNvSpPr/>
          <p:nvPr/>
        </p:nvSpPr>
        <p:spPr>
          <a:xfrm>
            <a:off x="4307697" y="142443"/>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4" name="Graphic 53" descr="Hierarchy outline">
            <a:extLst>
              <a:ext uri="{FF2B5EF4-FFF2-40B4-BE49-F238E27FC236}">
                <a16:creationId xmlns:a16="http://schemas.microsoft.com/office/drawing/2014/main" id="{7AE429BB-22D6-FF7B-A013-CA0E85DEB131}"/>
              </a:ext>
            </a:extLst>
          </p:cNvPr>
          <p:cNvPicPr>
            <a:picLocks noChangeAspect="1"/>
          </p:cNvPicPr>
          <p:nvPr/>
        </p:nvPicPr>
        <p:blipFill>
          <a:blip r:embed="rId8">
            <a:extLst>
              <a:ext uri="{96DAC541-7B7A-43D3-8B79-37D633B846F1}">
                <asvg:svgBlip xmlns:asvg="http://schemas.microsoft.com/office/drawing/2016/SVG/main" xmlns="" r:embed="rId9"/>
              </a:ext>
            </a:extLst>
          </a:blip>
          <a:stretch>
            <a:fillRect/>
          </a:stretch>
        </p:blipFill>
        <p:spPr>
          <a:xfrm>
            <a:off x="4436069" y="230948"/>
            <a:ext cx="572811" cy="572811"/>
          </a:xfrm>
          <a:prstGeom prst="rect">
            <a:avLst/>
          </a:prstGeom>
        </p:spPr>
      </p:pic>
      <p:sp>
        <p:nvSpPr>
          <p:cNvPr id="40" name="TextBox 39">
            <a:extLst>
              <a:ext uri="{FF2B5EF4-FFF2-40B4-BE49-F238E27FC236}">
                <a16:creationId xmlns:a16="http://schemas.microsoft.com/office/drawing/2014/main" id="{680039A8-35AA-729A-C51A-E78322D54EDB}"/>
              </a:ext>
            </a:extLst>
          </p:cNvPr>
          <p:cNvSpPr txBox="1"/>
          <p:nvPr/>
        </p:nvSpPr>
        <p:spPr>
          <a:xfrm>
            <a:off x="5079288" y="2874149"/>
            <a:ext cx="1874173" cy="116955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 דואגת לצרכי החברים בקהילה, מקיימת ביקורי בית, מארגנת פעילויות ועוד</a:t>
            </a:r>
          </a:p>
        </p:txBody>
      </p:sp>
      <p:sp>
        <p:nvSpPr>
          <p:cNvPr id="66" name="Rectangle: Rounded Corners 65">
            <a:extLst>
              <a:ext uri="{FF2B5EF4-FFF2-40B4-BE49-F238E27FC236}">
                <a16:creationId xmlns:a16="http://schemas.microsoft.com/office/drawing/2014/main" id="{BACD3F1D-B976-92DD-728F-7DD047F65A98}"/>
              </a:ext>
            </a:extLst>
          </p:cNvPr>
          <p:cNvSpPr/>
          <p:nvPr/>
        </p:nvSpPr>
        <p:spPr>
          <a:xfrm>
            <a:off x="981885" y="4945918"/>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8" name="TextBox 87">
            <a:extLst>
              <a:ext uri="{FF2B5EF4-FFF2-40B4-BE49-F238E27FC236}">
                <a16:creationId xmlns:a16="http://schemas.microsoft.com/office/drawing/2014/main" id="{127D8124-CEC5-7489-AE8D-9579D7EF2784}"/>
              </a:ext>
            </a:extLst>
          </p:cNvPr>
          <p:cNvSpPr txBox="1"/>
          <p:nvPr/>
        </p:nvSpPr>
        <p:spPr>
          <a:xfrm>
            <a:off x="3470507" y="5274819"/>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9" name="TextBox 88">
            <a:extLst>
              <a:ext uri="{FF2B5EF4-FFF2-40B4-BE49-F238E27FC236}">
                <a16:creationId xmlns:a16="http://schemas.microsoft.com/office/drawing/2014/main" id="{7C6EB2BA-02DD-6F2B-E33B-F7DC8C6E285F}"/>
              </a:ext>
            </a:extLst>
          </p:cNvPr>
          <p:cNvSpPr txBox="1"/>
          <p:nvPr/>
        </p:nvSpPr>
        <p:spPr>
          <a:xfrm>
            <a:off x="1277802" y="5633513"/>
            <a:ext cx="6270172" cy="738664"/>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המקוונת מהווה בעצם סוג של "</a:t>
            </a:r>
            <a:r>
              <a:rPr kumimoji="0" lang="he-IL" sz="1400" b="0"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אליו יכולה האזרחית הוותיקה להיכנס ולבחור שירותים מתוך סל שירותי הזדקנות מיטבית בהתאם לרצונותיה</a:t>
            </a:r>
            <a:r>
              <a:rPr lang="he-IL" sz="1400" dirty="0">
                <a:solidFill>
                  <a:srgbClr val="3A3A49"/>
                </a:solidFill>
              </a:rPr>
              <a:t>, כאשר השירותים המוצגים לה לבחירה הותאמו לצרכיה הייחודיים</a:t>
            </a:r>
            <a:endParaRPr kumimoji="0" lang="he-IL" sz="1400" b="0"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93" name="Group 92">
            <a:extLst>
              <a:ext uri="{FF2B5EF4-FFF2-40B4-BE49-F238E27FC236}">
                <a16:creationId xmlns:a16="http://schemas.microsoft.com/office/drawing/2014/main" id="{87A481ED-C792-022B-3139-443D5897FFB2}"/>
              </a:ext>
            </a:extLst>
          </p:cNvPr>
          <p:cNvGrpSpPr/>
          <p:nvPr/>
        </p:nvGrpSpPr>
        <p:grpSpPr>
          <a:xfrm>
            <a:off x="4149860" y="4521155"/>
            <a:ext cx="829557" cy="829557"/>
            <a:chOff x="4149860" y="4521155"/>
            <a:chExt cx="829557" cy="829557"/>
          </a:xfrm>
        </p:grpSpPr>
        <p:sp>
          <p:nvSpPr>
            <p:cNvPr id="90" name="Oval 89">
              <a:extLst>
                <a:ext uri="{FF2B5EF4-FFF2-40B4-BE49-F238E27FC236}">
                  <a16:creationId xmlns:a16="http://schemas.microsoft.com/office/drawing/2014/main" id="{5FA96A02-3F80-D650-F82F-4CEF18379790}"/>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1" name="Graphic 90" descr="Ecommerce outline">
              <a:extLst>
                <a:ext uri="{FF2B5EF4-FFF2-40B4-BE49-F238E27FC236}">
                  <a16:creationId xmlns:a16="http://schemas.microsoft.com/office/drawing/2014/main" id="{254A015D-824D-8EA4-7A96-4BC544FB81FC}"/>
                </a:ext>
              </a:extLst>
            </p:cNvPr>
            <p:cNvPicPr>
              <a:picLocks noChangeAspect="1"/>
            </p:cNvPicPr>
            <p:nvPr/>
          </p:nvPicPr>
          <p:blipFill>
            <a:blip r:embed="rId10">
              <a:extLst>
                <a:ext uri="{96DAC541-7B7A-43D3-8B79-37D633B846F1}">
                  <asvg:svgBlip xmlns:asvg="http://schemas.microsoft.com/office/drawing/2016/SVG/main" xmlns="" r:embed="rId11"/>
                </a:ext>
              </a:extLst>
            </a:blip>
            <a:srcRect/>
            <a:stretch/>
          </p:blipFill>
          <p:spPr>
            <a:xfrm>
              <a:off x="4278232" y="4632896"/>
              <a:ext cx="572811" cy="572811"/>
            </a:xfrm>
            <a:prstGeom prst="rect">
              <a:avLst/>
            </a:prstGeom>
          </p:spPr>
        </p:pic>
      </p:grpSp>
      <p:sp>
        <p:nvSpPr>
          <p:cNvPr id="2" name="TextBox 1">
            <a:extLst>
              <a:ext uri="{FF2B5EF4-FFF2-40B4-BE49-F238E27FC236}">
                <a16:creationId xmlns:a16="http://schemas.microsoft.com/office/drawing/2014/main" id="{40A905D7-7215-8D9D-3890-D16249A09FD5}"/>
              </a:ext>
            </a:extLst>
          </p:cNvPr>
          <p:cNvSpPr txBox="1"/>
          <p:nvPr/>
        </p:nvSpPr>
        <p:spPr>
          <a:xfrm>
            <a:off x="7239000" y="201892"/>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בעלי עניין מרכזיים במודל המוצע</a:t>
            </a:r>
          </a:p>
        </p:txBody>
      </p:sp>
    </p:spTree>
    <p:extLst>
      <p:ext uri="{BB962C8B-B14F-4D97-AF65-F5344CB8AC3E}">
        <p14:creationId xmlns:p14="http://schemas.microsoft.com/office/powerpoint/2010/main" val="1456889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A1691B0-03F4-6C15-0270-08169773E77E}"/>
              </a:ext>
            </a:extLst>
          </p:cNvPr>
          <p:cNvGrpSpPr/>
          <p:nvPr/>
        </p:nvGrpSpPr>
        <p:grpSpPr>
          <a:xfrm>
            <a:off x="9707168" y="1414694"/>
            <a:ext cx="2050342" cy="1985603"/>
            <a:chOff x="9382254" y="1250589"/>
            <a:chExt cx="2050342" cy="1985603"/>
          </a:xfrm>
        </p:grpSpPr>
        <p:sp>
          <p:nvSpPr>
            <p:cNvPr id="6" name="TextBox 5">
              <a:extLst>
                <a:ext uri="{FF2B5EF4-FFF2-40B4-BE49-F238E27FC236}">
                  <a16:creationId xmlns:a16="http://schemas.microsoft.com/office/drawing/2014/main" id="{A9C7F2F5-8694-699E-33BF-6F6765CAFE46}"/>
                </a:ext>
              </a:extLst>
            </p:cNvPr>
            <p:cNvSpPr txBox="1"/>
            <p:nvPr/>
          </p:nvSpPr>
          <p:spPr>
            <a:xfrm>
              <a:off x="9382254" y="2282085"/>
              <a:ext cx="2050342" cy="95410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קבלת הכרה על ידי הביטוח הלאומי כזכאית לגמלת סיעוד </a:t>
              </a:r>
              <a:r>
                <a:rPr kumimoji="0" lang="he-IL" sz="1400" b="0" i="0" u="none" strike="noStrike" kern="1200" cap="none" spc="0" normalizeH="0" baseline="0" noProof="0">
                  <a:ln>
                    <a:noFill/>
                  </a:ln>
                  <a:solidFill>
                    <a:srgbClr val="3A3A49"/>
                  </a:solidFill>
                  <a:effectLst/>
                  <a:uLnTx/>
                  <a:uFillTx/>
                  <a:latin typeface="Calibri"/>
                  <a:ea typeface="+mn-ea"/>
                  <a:cs typeface="Calibri"/>
                </a:rPr>
                <a:t>וצורכת </a:t>
              </a:r>
              <a:r>
                <a:rPr kumimoji="0" lang="he-IL" sz="1400" b="0" i="0" u="none" strike="noStrike" kern="1200" cap="none" spc="0" normalizeH="0" baseline="0" noProof="0" smtClean="0">
                  <a:ln>
                    <a:noFill/>
                  </a:ln>
                  <a:solidFill>
                    <a:srgbClr val="3A3A49"/>
                  </a:solidFill>
                  <a:effectLst/>
                  <a:uLnTx/>
                  <a:uFillTx/>
                  <a:latin typeface="Calibri"/>
                  <a:ea typeface="+mn-ea"/>
                  <a:cs typeface="Calibri"/>
                </a:rPr>
                <a:t>דרך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הגמלה שירותי הזדקנות מיטבית</a:t>
              </a:r>
            </a:p>
          </p:txBody>
        </p:sp>
        <p:grpSp>
          <p:nvGrpSpPr>
            <p:cNvPr id="7" name="Group 6">
              <a:extLst>
                <a:ext uri="{FF2B5EF4-FFF2-40B4-BE49-F238E27FC236}">
                  <a16:creationId xmlns:a16="http://schemas.microsoft.com/office/drawing/2014/main" id="{D1C9A465-F90B-E03D-1EF6-3ED8BD98EDC2}"/>
                </a:ext>
              </a:extLst>
            </p:cNvPr>
            <p:cNvGrpSpPr/>
            <p:nvPr/>
          </p:nvGrpSpPr>
          <p:grpSpPr>
            <a:xfrm>
              <a:off x="9941468" y="1250589"/>
              <a:ext cx="829557" cy="858453"/>
              <a:chOff x="7013479" y="1291019"/>
              <a:chExt cx="829557" cy="858453"/>
            </a:xfrm>
          </p:grpSpPr>
          <p:sp>
            <p:nvSpPr>
              <p:cNvPr id="8" name="Oval 7">
                <a:extLst>
                  <a:ext uri="{FF2B5EF4-FFF2-40B4-BE49-F238E27FC236}">
                    <a16:creationId xmlns:a16="http://schemas.microsoft.com/office/drawing/2014/main" id="{57588E9D-C712-17FA-2BC8-95402259E3D8}"/>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9" name="Graphic 8" descr="Old woman with white hair">
                <a:extLst>
                  <a:ext uri="{FF2B5EF4-FFF2-40B4-BE49-F238E27FC236}">
                    <a16:creationId xmlns:a16="http://schemas.microsoft.com/office/drawing/2014/main" id="{B5DBE3DE-32AE-24BC-43F5-58BD14A9E5DF}"/>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b="61855"/>
              <a:stretch/>
            </p:blipFill>
            <p:spPr>
              <a:xfrm>
                <a:off x="7052553" y="1291019"/>
                <a:ext cx="683449" cy="858453"/>
              </a:xfrm>
              <a:prstGeom prst="rect">
                <a:avLst/>
              </a:prstGeom>
            </p:spPr>
          </p:pic>
        </p:grpSp>
      </p:grpSp>
      <p:grpSp>
        <p:nvGrpSpPr>
          <p:cNvPr id="12" name="Group 11">
            <a:extLst>
              <a:ext uri="{FF2B5EF4-FFF2-40B4-BE49-F238E27FC236}">
                <a16:creationId xmlns:a16="http://schemas.microsoft.com/office/drawing/2014/main" id="{6C26D86D-EBD3-3D2F-14DB-1ADCF8A29C5A}"/>
              </a:ext>
            </a:extLst>
          </p:cNvPr>
          <p:cNvGrpSpPr/>
          <p:nvPr/>
        </p:nvGrpSpPr>
        <p:grpSpPr>
          <a:xfrm>
            <a:off x="6434322" y="1414693"/>
            <a:ext cx="2698792" cy="2201048"/>
            <a:chOff x="8833745" y="1252905"/>
            <a:chExt cx="2698792" cy="2201048"/>
          </a:xfrm>
        </p:grpSpPr>
        <p:sp>
          <p:nvSpPr>
            <p:cNvPr id="14" name="TextBox 13">
              <a:extLst>
                <a:ext uri="{FF2B5EF4-FFF2-40B4-BE49-F238E27FC236}">
                  <a16:creationId xmlns:a16="http://schemas.microsoft.com/office/drawing/2014/main" id="{D0885D83-F192-5BAA-F7C3-5F8D80E48FEA}"/>
                </a:ext>
              </a:extLst>
            </p:cNvPr>
            <p:cNvSpPr txBox="1"/>
            <p:nvPr/>
          </p:nvSpPr>
          <p:spPr>
            <a:xfrm>
              <a:off x="8833745" y="2284402"/>
              <a:ext cx="2698792"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לאחר בחירת תמהיל הגמלה, האזרחית משויכת לקהילה המקומית ומתאמת השירות שלה יוצרת איתה קשר לשיחת היכרות, מתן מידע על סל השירותים ובירור צרכים</a:t>
              </a:r>
            </a:p>
          </p:txBody>
        </p:sp>
        <p:grpSp>
          <p:nvGrpSpPr>
            <p:cNvPr id="15" name="Group 14">
              <a:extLst>
                <a:ext uri="{FF2B5EF4-FFF2-40B4-BE49-F238E27FC236}">
                  <a16:creationId xmlns:a16="http://schemas.microsoft.com/office/drawing/2014/main" id="{77B98591-45A3-E245-1F56-B2B1576890F5}"/>
                </a:ext>
              </a:extLst>
            </p:cNvPr>
            <p:cNvGrpSpPr/>
            <p:nvPr/>
          </p:nvGrpSpPr>
          <p:grpSpPr>
            <a:xfrm>
              <a:off x="10607696" y="1252905"/>
              <a:ext cx="829557" cy="858453"/>
              <a:chOff x="7679707" y="1293335"/>
              <a:chExt cx="829557" cy="858453"/>
            </a:xfrm>
          </p:grpSpPr>
          <p:sp>
            <p:nvSpPr>
              <p:cNvPr id="16" name="Oval 15">
                <a:extLst>
                  <a:ext uri="{FF2B5EF4-FFF2-40B4-BE49-F238E27FC236}">
                    <a16:creationId xmlns:a16="http://schemas.microsoft.com/office/drawing/2014/main" id="{8FF94094-630F-C496-2F8D-927FFAA09556}"/>
                  </a:ext>
                </a:extLst>
              </p:cNvPr>
              <p:cNvSpPr/>
              <p:nvPr/>
            </p:nvSpPr>
            <p:spPr>
              <a:xfrm>
                <a:off x="7679707" y="129333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7" name="Graphic 16" descr="Old woman with white hair">
                <a:extLst>
                  <a:ext uri="{FF2B5EF4-FFF2-40B4-BE49-F238E27FC236}">
                    <a16:creationId xmlns:a16="http://schemas.microsoft.com/office/drawing/2014/main" id="{D3C797CA-105F-D61F-A0E0-22EF2B9CF289}"/>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b="61855"/>
              <a:stretch/>
            </p:blipFill>
            <p:spPr>
              <a:xfrm>
                <a:off x="7718781" y="1293335"/>
                <a:ext cx="683449" cy="858453"/>
              </a:xfrm>
              <a:prstGeom prst="rect">
                <a:avLst/>
              </a:prstGeom>
            </p:spPr>
          </p:pic>
        </p:grpSp>
      </p:grpSp>
      <p:sp>
        <p:nvSpPr>
          <p:cNvPr id="20" name="Oval 19">
            <a:extLst>
              <a:ext uri="{FF2B5EF4-FFF2-40B4-BE49-F238E27FC236}">
                <a16:creationId xmlns:a16="http://schemas.microsoft.com/office/drawing/2014/main" id="{1214F6EF-5956-EF38-4545-613F408EAA02}"/>
              </a:ext>
            </a:extLst>
          </p:cNvPr>
          <p:cNvSpPr/>
          <p:nvPr/>
        </p:nvSpPr>
        <p:spPr>
          <a:xfrm>
            <a:off x="7315183" y="1414693"/>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Woman with polka dots shirt">
            <a:extLst>
              <a:ext uri="{FF2B5EF4-FFF2-40B4-BE49-F238E27FC236}">
                <a16:creationId xmlns:a16="http://schemas.microsoft.com/office/drawing/2014/main" id="{C199BABC-2EE3-CCC5-1E51-45B76104B2A3}"/>
              </a:ext>
            </a:extLst>
          </p:cNvPr>
          <p:cNvPicPr>
            <a:picLocks noChangeAspect="1"/>
          </p:cNvPicPr>
          <p:nvPr/>
        </p:nvPicPr>
        <p:blipFill rotWithShape="1">
          <a:blip r:embed="rId4">
            <a:extLst>
              <a:ext uri="{96DAC541-7B7A-43D3-8B79-37D633B846F1}">
                <asvg:svgBlip xmlns:asvg="http://schemas.microsoft.com/office/drawing/2016/SVG/main" xmlns="" r:embed="rId5"/>
              </a:ext>
            </a:extLst>
          </a:blip>
          <a:srcRect l="-2771" r="2771" b="61096"/>
          <a:stretch/>
        </p:blipFill>
        <p:spPr>
          <a:xfrm>
            <a:off x="7388651" y="1455559"/>
            <a:ext cx="683449" cy="858453"/>
          </a:xfrm>
          <a:prstGeom prst="rect">
            <a:avLst/>
          </a:prstGeom>
        </p:spPr>
      </p:pic>
      <p:grpSp>
        <p:nvGrpSpPr>
          <p:cNvPr id="25" name="Group 24">
            <a:extLst>
              <a:ext uri="{FF2B5EF4-FFF2-40B4-BE49-F238E27FC236}">
                <a16:creationId xmlns:a16="http://schemas.microsoft.com/office/drawing/2014/main" id="{AF9D4922-E96A-16BE-49A1-DE429652EBA3}"/>
              </a:ext>
            </a:extLst>
          </p:cNvPr>
          <p:cNvGrpSpPr/>
          <p:nvPr/>
        </p:nvGrpSpPr>
        <p:grpSpPr>
          <a:xfrm>
            <a:off x="6434322" y="1443589"/>
            <a:ext cx="829557" cy="829557"/>
            <a:chOff x="6706929" y="-1033693"/>
            <a:chExt cx="829557" cy="829557"/>
          </a:xfrm>
        </p:grpSpPr>
        <p:sp>
          <p:nvSpPr>
            <p:cNvPr id="26" name="Oval 25">
              <a:extLst>
                <a:ext uri="{FF2B5EF4-FFF2-40B4-BE49-F238E27FC236}">
                  <a16:creationId xmlns:a16="http://schemas.microsoft.com/office/drawing/2014/main" id="{3D4F8B0F-AEEB-2BD4-3A74-A0DF2CBD0BD7}"/>
                </a:ext>
              </a:extLst>
            </p:cNvPr>
            <p:cNvSpPr/>
            <p:nvPr/>
          </p:nvSpPr>
          <p:spPr>
            <a:xfrm>
              <a:off x="6706929" y="-1033693"/>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7" name="Graphic 26" descr="Neighborhood outline">
              <a:extLst>
                <a:ext uri="{FF2B5EF4-FFF2-40B4-BE49-F238E27FC236}">
                  <a16:creationId xmlns:a16="http://schemas.microsoft.com/office/drawing/2014/main" id="{AF79B8DF-6B38-D73E-FE67-2AF60E089F75}"/>
                </a:ext>
              </a:extLst>
            </p:cNvPr>
            <p:cNvPicPr>
              <a:picLocks noChangeAspect="1"/>
            </p:cNvPicPr>
            <p:nvPr/>
          </p:nvPicPr>
          <p:blipFill>
            <a:blip r:embed="rId6">
              <a:extLst>
                <a:ext uri="{96DAC541-7B7A-43D3-8B79-37D633B846F1}">
                  <asvg:svgBlip xmlns:asvg="http://schemas.microsoft.com/office/drawing/2016/SVG/main" xmlns="" r:embed="rId7"/>
                </a:ext>
              </a:extLst>
            </a:blip>
            <a:srcRect/>
            <a:stretch/>
          </p:blipFill>
          <p:spPr>
            <a:xfrm>
              <a:off x="6740740" y="-941269"/>
              <a:ext cx="697543" cy="697543"/>
            </a:xfrm>
            <a:prstGeom prst="rect">
              <a:avLst/>
            </a:prstGeom>
          </p:spPr>
        </p:pic>
      </p:grpSp>
      <p:grpSp>
        <p:nvGrpSpPr>
          <p:cNvPr id="31" name="Group 30">
            <a:extLst>
              <a:ext uri="{FF2B5EF4-FFF2-40B4-BE49-F238E27FC236}">
                <a16:creationId xmlns:a16="http://schemas.microsoft.com/office/drawing/2014/main" id="{8128A0FA-38A9-B5C4-4769-84203E549829}"/>
              </a:ext>
            </a:extLst>
          </p:cNvPr>
          <p:cNvGrpSpPr/>
          <p:nvPr/>
        </p:nvGrpSpPr>
        <p:grpSpPr>
          <a:xfrm>
            <a:off x="3680404" y="1375103"/>
            <a:ext cx="2415596" cy="2022877"/>
            <a:chOff x="9200885" y="1213315"/>
            <a:chExt cx="2415596" cy="2022877"/>
          </a:xfrm>
        </p:grpSpPr>
        <p:sp>
          <p:nvSpPr>
            <p:cNvPr id="33" name="TextBox 32">
              <a:extLst>
                <a:ext uri="{FF2B5EF4-FFF2-40B4-BE49-F238E27FC236}">
                  <a16:creationId xmlns:a16="http://schemas.microsoft.com/office/drawing/2014/main" id="{B822103C-78D6-FEFD-EABD-4B9D775FF7BC}"/>
                </a:ext>
              </a:extLst>
            </p:cNvPr>
            <p:cNvSpPr txBox="1"/>
            <p:nvPr/>
          </p:nvSpPr>
          <p:spPr>
            <a:xfrm>
              <a:off x="9200885" y="2282085"/>
              <a:ext cx="2415596" cy="954107"/>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לאחר קבלת המידע ממתאמת השירות ובאמצעים נוספים דוגמת מייל/</a:t>
              </a:r>
              <a:r>
                <a:rPr kumimoji="0" lang="he-IL" sz="1400" b="0" i="0" u="none" strike="noStrike" kern="1200" cap="none" spc="0" normalizeH="0" baseline="0" noProof="0" dirty="0" err="1">
                  <a:ln>
                    <a:noFill/>
                  </a:ln>
                  <a:solidFill>
                    <a:srgbClr val="3A3A49"/>
                  </a:solidFill>
                  <a:effectLst/>
                  <a:uLnTx/>
                  <a:uFillTx/>
                  <a:latin typeface="Calibri"/>
                  <a:ea typeface="+mn-ea"/>
                  <a:cs typeface="Calibri"/>
                </a:rPr>
                <a:t>וואטספ</a:t>
              </a:r>
              <a:r>
                <a:rPr kumimoji="0" lang="he-IL" sz="1400" b="0" i="0" u="none" strike="noStrike" kern="1200" cap="none" spc="0" normalizeH="0" baseline="0" noProof="0" dirty="0">
                  <a:ln>
                    <a:noFill/>
                  </a:ln>
                  <a:solidFill>
                    <a:srgbClr val="3A3A49"/>
                  </a:solidFill>
                  <a:effectLst/>
                  <a:uLnTx/>
                  <a:uFillTx/>
                  <a:latin typeface="Calibri"/>
                  <a:ea typeface="+mn-ea"/>
                  <a:cs typeface="Calibri"/>
                </a:rPr>
                <a:t>/סמס/מכתב הבייתה היא נכנסת לפלטפורמה המקוונת</a:t>
              </a:r>
            </a:p>
          </p:txBody>
        </p:sp>
        <p:grpSp>
          <p:nvGrpSpPr>
            <p:cNvPr id="34" name="Group 33">
              <a:extLst>
                <a:ext uri="{FF2B5EF4-FFF2-40B4-BE49-F238E27FC236}">
                  <a16:creationId xmlns:a16="http://schemas.microsoft.com/office/drawing/2014/main" id="{EA546DEF-24BB-D273-1ADC-648A3B977FE8}"/>
                </a:ext>
              </a:extLst>
            </p:cNvPr>
            <p:cNvGrpSpPr/>
            <p:nvPr/>
          </p:nvGrpSpPr>
          <p:grpSpPr>
            <a:xfrm>
              <a:off x="10439480" y="1213315"/>
              <a:ext cx="829557" cy="858453"/>
              <a:chOff x="7511491" y="1253745"/>
              <a:chExt cx="829557" cy="858453"/>
            </a:xfrm>
          </p:grpSpPr>
          <p:sp>
            <p:nvSpPr>
              <p:cNvPr id="35" name="Oval 34">
                <a:extLst>
                  <a:ext uri="{FF2B5EF4-FFF2-40B4-BE49-F238E27FC236}">
                    <a16:creationId xmlns:a16="http://schemas.microsoft.com/office/drawing/2014/main" id="{F49086CD-372F-6A6A-936D-338B73ED0389}"/>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6" name="Graphic 35" descr="Old woman with white hair">
                <a:extLst>
                  <a:ext uri="{FF2B5EF4-FFF2-40B4-BE49-F238E27FC236}">
                    <a16:creationId xmlns:a16="http://schemas.microsoft.com/office/drawing/2014/main" id="{F4D6CD4B-E2D4-DAC7-3613-0DA3485CA9D0}"/>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b="61855"/>
              <a:stretch/>
            </p:blipFill>
            <p:spPr>
              <a:xfrm>
                <a:off x="7550565" y="1253745"/>
                <a:ext cx="683449" cy="858453"/>
              </a:xfrm>
              <a:prstGeom prst="rect">
                <a:avLst/>
              </a:prstGeom>
            </p:spPr>
          </p:pic>
        </p:grpSp>
      </p:grpSp>
      <p:grpSp>
        <p:nvGrpSpPr>
          <p:cNvPr id="40" name="Group 39">
            <a:extLst>
              <a:ext uri="{FF2B5EF4-FFF2-40B4-BE49-F238E27FC236}">
                <a16:creationId xmlns:a16="http://schemas.microsoft.com/office/drawing/2014/main" id="{D29B03EE-16A5-3801-29E5-F2313E89DC1C}"/>
              </a:ext>
            </a:extLst>
          </p:cNvPr>
          <p:cNvGrpSpPr/>
          <p:nvPr/>
        </p:nvGrpSpPr>
        <p:grpSpPr>
          <a:xfrm>
            <a:off x="3964670" y="1414693"/>
            <a:ext cx="829557" cy="829557"/>
            <a:chOff x="4149860" y="4521155"/>
            <a:chExt cx="829557" cy="829557"/>
          </a:xfrm>
        </p:grpSpPr>
        <p:sp>
          <p:nvSpPr>
            <p:cNvPr id="37" name="Oval 36">
              <a:extLst>
                <a:ext uri="{FF2B5EF4-FFF2-40B4-BE49-F238E27FC236}">
                  <a16:creationId xmlns:a16="http://schemas.microsoft.com/office/drawing/2014/main" id="{3F1CC582-7FAF-084A-6120-234A9629D191}"/>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Ecommerce outline">
              <a:extLst>
                <a:ext uri="{FF2B5EF4-FFF2-40B4-BE49-F238E27FC236}">
                  <a16:creationId xmlns:a16="http://schemas.microsoft.com/office/drawing/2014/main" id="{C9C1DC3A-DF76-D979-2055-ECDAB67B96B2}"/>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4278232" y="4632896"/>
              <a:ext cx="572811" cy="572811"/>
            </a:xfrm>
            <a:prstGeom prst="rect">
              <a:avLst/>
            </a:prstGeom>
          </p:spPr>
        </p:pic>
      </p:grpSp>
      <p:grpSp>
        <p:nvGrpSpPr>
          <p:cNvPr id="41" name="Group 40">
            <a:extLst>
              <a:ext uri="{FF2B5EF4-FFF2-40B4-BE49-F238E27FC236}">
                <a16:creationId xmlns:a16="http://schemas.microsoft.com/office/drawing/2014/main" id="{8145C514-9216-6C5A-A55F-BE18C9ED3C92}"/>
              </a:ext>
            </a:extLst>
          </p:cNvPr>
          <p:cNvGrpSpPr/>
          <p:nvPr/>
        </p:nvGrpSpPr>
        <p:grpSpPr>
          <a:xfrm>
            <a:off x="783772" y="1380954"/>
            <a:ext cx="2558310" cy="1807434"/>
            <a:chOff x="9181689" y="1213315"/>
            <a:chExt cx="2558310" cy="1807434"/>
          </a:xfrm>
        </p:grpSpPr>
        <p:sp>
          <p:nvSpPr>
            <p:cNvPr id="43" name="TextBox 42">
              <a:extLst>
                <a:ext uri="{FF2B5EF4-FFF2-40B4-BE49-F238E27FC236}">
                  <a16:creationId xmlns:a16="http://schemas.microsoft.com/office/drawing/2014/main" id="{7DE91288-1E02-913B-6A0D-26A8D7FCB692}"/>
                </a:ext>
              </a:extLst>
            </p:cNvPr>
            <p:cNvSpPr txBox="1"/>
            <p:nvPr/>
          </p:nvSpPr>
          <p:spPr>
            <a:xfrm>
              <a:off x="9181689" y="2282085"/>
              <a:ext cx="2558310"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היא עונה על שאלון בירור צרכים והעדפות שנועד לאפשר למערכת להציע לה שירותים מותאמים עבורה</a:t>
              </a:r>
            </a:p>
          </p:txBody>
        </p:sp>
        <p:grpSp>
          <p:nvGrpSpPr>
            <p:cNvPr id="44" name="Group 43">
              <a:extLst>
                <a:ext uri="{FF2B5EF4-FFF2-40B4-BE49-F238E27FC236}">
                  <a16:creationId xmlns:a16="http://schemas.microsoft.com/office/drawing/2014/main" id="{E3062F52-B6C2-45AF-FB6A-ED362708E9BB}"/>
                </a:ext>
              </a:extLst>
            </p:cNvPr>
            <p:cNvGrpSpPr/>
            <p:nvPr/>
          </p:nvGrpSpPr>
          <p:grpSpPr>
            <a:xfrm>
              <a:off x="10439480" y="1213315"/>
              <a:ext cx="829557" cy="858453"/>
              <a:chOff x="7511491" y="1253745"/>
              <a:chExt cx="829557" cy="858453"/>
            </a:xfrm>
          </p:grpSpPr>
          <p:sp>
            <p:nvSpPr>
              <p:cNvPr id="45" name="Oval 44">
                <a:extLst>
                  <a:ext uri="{FF2B5EF4-FFF2-40B4-BE49-F238E27FC236}">
                    <a16:creationId xmlns:a16="http://schemas.microsoft.com/office/drawing/2014/main" id="{E60110EA-0EE0-DAA4-2844-DC4387D8668D}"/>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46" name="Graphic 45" descr="Old woman with white hair">
                <a:extLst>
                  <a:ext uri="{FF2B5EF4-FFF2-40B4-BE49-F238E27FC236}">
                    <a16:creationId xmlns:a16="http://schemas.microsoft.com/office/drawing/2014/main" id="{C3CA0F48-44C7-4D38-29A1-D8EB0B52B5C7}"/>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b="61855"/>
              <a:stretch/>
            </p:blipFill>
            <p:spPr>
              <a:xfrm>
                <a:off x="7550565" y="1253745"/>
                <a:ext cx="683449" cy="858453"/>
              </a:xfrm>
              <a:prstGeom prst="rect">
                <a:avLst/>
              </a:prstGeom>
            </p:spPr>
          </p:pic>
        </p:grpSp>
      </p:grpSp>
      <p:grpSp>
        <p:nvGrpSpPr>
          <p:cNvPr id="47" name="Group 46">
            <a:extLst>
              <a:ext uri="{FF2B5EF4-FFF2-40B4-BE49-F238E27FC236}">
                <a16:creationId xmlns:a16="http://schemas.microsoft.com/office/drawing/2014/main" id="{3332A7DA-4A21-8CF5-E2BA-7C3E734F5B5C}"/>
              </a:ext>
            </a:extLst>
          </p:cNvPr>
          <p:cNvGrpSpPr/>
          <p:nvPr/>
        </p:nvGrpSpPr>
        <p:grpSpPr>
          <a:xfrm>
            <a:off x="1087234" y="1420544"/>
            <a:ext cx="829557" cy="829557"/>
            <a:chOff x="4149860" y="4521155"/>
            <a:chExt cx="829557" cy="829557"/>
          </a:xfrm>
        </p:grpSpPr>
        <p:sp>
          <p:nvSpPr>
            <p:cNvPr id="48" name="Oval 47">
              <a:extLst>
                <a:ext uri="{FF2B5EF4-FFF2-40B4-BE49-F238E27FC236}">
                  <a16:creationId xmlns:a16="http://schemas.microsoft.com/office/drawing/2014/main" id="{F7D0E19F-F955-9DEA-C056-48DA71F9E757}"/>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9" name="Graphic 48" descr="Ecommerce outline">
              <a:extLst>
                <a:ext uri="{FF2B5EF4-FFF2-40B4-BE49-F238E27FC236}">
                  <a16:creationId xmlns:a16="http://schemas.microsoft.com/office/drawing/2014/main" id="{73266DE4-90E4-F754-3F2A-D61E2A7CE2B3}"/>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4278232" y="4632896"/>
              <a:ext cx="572811" cy="572811"/>
            </a:xfrm>
            <a:prstGeom prst="rect">
              <a:avLst/>
            </a:prstGeom>
          </p:spPr>
        </p:pic>
      </p:grpSp>
      <p:sp>
        <p:nvSpPr>
          <p:cNvPr id="52" name="TextBox 51">
            <a:extLst>
              <a:ext uri="{FF2B5EF4-FFF2-40B4-BE49-F238E27FC236}">
                <a16:creationId xmlns:a16="http://schemas.microsoft.com/office/drawing/2014/main" id="{9BC42695-35DB-DDC2-23E8-72D605281A8F}"/>
              </a:ext>
            </a:extLst>
          </p:cNvPr>
          <p:cNvSpPr txBox="1"/>
          <p:nvPr/>
        </p:nvSpPr>
        <p:spPr>
          <a:xfrm>
            <a:off x="9390813" y="5404787"/>
            <a:ext cx="2688928" cy="116955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למידע בשאלון בירור הצרכים ולמידע שקיים במערכת מהביטוח הלאומי וקופת החולים, המערכת מייצרת עבורה סל שירותי הזדקנות מיטבית מותאם אישית</a:t>
            </a:r>
          </a:p>
        </p:txBody>
      </p:sp>
      <p:grpSp>
        <p:nvGrpSpPr>
          <p:cNvPr id="56" name="Group 55">
            <a:extLst>
              <a:ext uri="{FF2B5EF4-FFF2-40B4-BE49-F238E27FC236}">
                <a16:creationId xmlns:a16="http://schemas.microsoft.com/office/drawing/2014/main" id="{66239C71-594D-2A78-6223-4A0C15B10D29}"/>
              </a:ext>
            </a:extLst>
          </p:cNvPr>
          <p:cNvGrpSpPr/>
          <p:nvPr/>
        </p:nvGrpSpPr>
        <p:grpSpPr>
          <a:xfrm>
            <a:off x="10305456" y="4384711"/>
            <a:ext cx="829557" cy="829557"/>
            <a:chOff x="4149860" y="4521155"/>
            <a:chExt cx="829557" cy="829557"/>
          </a:xfrm>
        </p:grpSpPr>
        <p:sp>
          <p:nvSpPr>
            <p:cNvPr id="57" name="Oval 56">
              <a:extLst>
                <a:ext uri="{FF2B5EF4-FFF2-40B4-BE49-F238E27FC236}">
                  <a16:creationId xmlns:a16="http://schemas.microsoft.com/office/drawing/2014/main" id="{4D367F3F-1B78-05AA-0C59-FCF88FE91B59}"/>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8" name="Graphic 57" descr="Ecommerce outline">
              <a:extLst>
                <a:ext uri="{FF2B5EF4-FFF2-40B4-BE49-F238E27FC236}">
                  <a16:creationId xmlns:a16="http://schemas.microsoft.com/office/drawing/2014/main" id="{7B22C2FF-542A-9159-6CA3-9FC523D2E06F}"/>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4278232" y="4632896"/>
              <a:ext cx="572811" cy="572811"/>
            </a:xfrm>
            <a:prstGeom prst="rect">
              <a:avLst/>
            </a:prstGeom>
          </p:spPr>
        </p:pic>
      </p:grpSp>
      <p:grpSp>
        <p:nvGrpSpPr>
          <p:cNvPr id="59" name="Group 58">
            <a:extLst>
              <a:ext uri="{FF2B5EF4-FFF2-40B4-BE49-F238E27FC236}">
                <a16:creationId xmlns:a16="http://schemas.microsoft.com/office/drawing/2014/main" id="{FFECA77F-543D-E648-0D35-F05D9ADDF416}"/>
              </a:ext>
            </a:extLst>
          </p:cNvPr>
          <p:cNvGrpSpPr/>
          <p:nvPr/>
        </p:nvGrpSpPr>
        <p:grpSpPr>
          <a:xfrm>
            <a:off x="5214329" y="4346910"/>
            <a:ext cx="3896934" cy="1780916"/>
            <a:chOff x="7829206" y="1206117"/>
            <a:chExt cx="3896934" cy="1780916"/>
          </a:xfrm>
        </p:grpSpPr>
        <p:sp>
          <p:nvSpPr>
            <p:cNvPr id="61" name="TextBox 60">
              <a:extLst>
                <a:ext uri="{FF2B5EF4-FFF2-40B4-BE49-F238E27FC236}">
                  <a16:creationId xmlns:a16="http://schemas.microsoft.com/office/drawing/2014/main" id="{58555CAD-040F-85C2-1554-9E539BC692EC}"/>
                </a:ext>
              </a:extLst>
            </p:cNvPr>
            <p:cNvSpPr txBox="1"/>
            <p:nvPr/>
          </p:nvSpPr>
          <p:spPr>
            <a:xfrm>
              <a:off x="7829206" y="2248369"/>
              <a:ext cx="3896934"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היא בוחרת את השירותים שבהם היא מעוניינת (בהתאם לכמות היחידות שבחרה להמיר לסל שירותי הזדקנות מיטבית)</a:t>
              </a:r>
            </a:p>
          </p:txBody>
        </p:sp>
        <p:grpSp>
          <p:nvGrpSpPr>
            <p:cNvPr id="62" name="Group 61">
              <a:extLst>
                <a:ext uri="{FF2B5EF4-FFF2-40B4-BE49-F238E27FC236}">
                  <a16:creationId xmlns:a16="http://schemas.microsoft.com/office/drawing/2014/main" id="{A7BEFF38-340E-1038-93DD-51A6121D6460}"/>
                </a:ext>
              </a:extLst>
            </p:cNvPr>
            <p:cNvGrpSpPr/>
            <p:nvPr/>
          </p:nvGrpSpPr>
          <p:grpSpPr>
            <a:xfrm>
              <a:off x="10896582" y="1206117"/>
              <a:ext cx="829557" cy="858453"/>
              <a:chOff x="7968593" y="1246547"/>
              <a:chExt cx="829557" cy="858453"/>
            </a:xfrm>
          </p:grpSpPr>
          <p:sp>
            <p:nvSpPr>
              <p:cNvPr id="63" name="Oval 62">
                <a:extLst>
                  <a:ext uri="{FF2B5EF4-FFF2-40B4-BE49-F238E27FC236}">
                    <a16:creationId xmlns:a16="http://schemas.microsoft.com/office/drawing/2014/main" id="{D082D347-AC61-E2F8-1712-9BCE5AD14828}"/>
                  </a:ext>
                </a:extLst>
              </p:cNvPr>
              <p:cNvSpPr/>
              <p:nvPr/>
            </p:nvSpPr>
            <p:spPr>
              <a:xfrm>
                <a:off x="7968593" y="1246547"/>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4" name="Graphic 63" descr="Old woman with white hair">
                <a:extLst>
                  <a:ext uri="{FF2B5EF4-FFF2-40B4-BE49-F238E27FC236}">
                    <a16:creationId xmlns:a16="http://schemas.microsoft.com/office/drawing/2014/main" id="{815B2C98-534B-D3F9-84AD-6DC10A6838B7}"/>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b="61855"/>
              <a:stretch/>
            </p:blipFill>
            <p:spPr>
              <a:xfrm>
                <a:off x="8007667" y="1246547"/>
                <a:ext cx="683449" cy="858453"/>
              </a:xfrm>
              <a:prstGeom prst="rect">
                <a:avLst/>
              </a:prstGeom>
            </p:spPr>
          </p:pic>
        </p:grpSp>
      </p:grpSp>
      <p:grpSp>
        <p:nvGrpSpPr>
          <p:cNvPr id="65" name="Group 64">
            <a:extLst>
              <a:ext uri="{FF2B5EF4-FFF2-40B4-BE49-F238E27FC236}">
                <a16:creationId xmlns:a16="http://schemas.microsoft.com/office/drawing/2014/main" id="{6D206F1E-C721-F7BD-C8F0-20EFD267C952}"/>
              </a:ext>
            </a:extLst>
          </p:cNvPr>
          <p:cNvGrpSpPr/>
          <p:nvPr/>
        </p:nvGrpSpPr>
        <p:grpSpPr>
          <a:xfrm>
            <a:off x="7471685" y="4371302"/>
            <a:ext cx="829557" cy="829557"/>
            <a:chOff x="4149860" y="4521155"/>
            <a:chExt cx="829557" cy="829557"/>
          </a:xfrm>
        </p:grpSpPr>
        <p:sp>
          <p:nvSpPr>
            <p:cNvPr id="66" name="Oval 65">
              <a:extLst>
                <a:ext uri="{FF2B5EF4-FFF2-40B4-BE49-F238E27FC236}">
                  <a16:creationId xmlns:a16="http://schemas.microsoft.com/office/drawing/2014/main" id="{7F157C04-1E46-1CD7-48B6-A4C77928B923}"/>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67" name="Graphic 66" descr="Ecommerce outline">
              <a:extLst>
                <a:ext uri="{FF2B5EF4-FFF2-40B4-BE49-F238E27FC236}">
                  <a16:creationId xmlns:a16="http://schemas.microsoft.com/office/drawing/2014/main" id="{DB54D456-EEDD-0749-1084-5908704500B2}"/>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4278232" y="4632896"/>
              <a:ext cx="572811" cy="572811"/>
            </a:xfrm>
            <a:prstGeom prst="rect">
              <a:avLst/>
            </a:prstGeom>
          </p:spPr>
        </p:pic>
      </p:grpSp>
      <p:grpSp>
        <p:nvGrpSpPr>
          <p:cNvPr id="79" name="Group 78">
            <a:extLst>
              <a:ext uri="{FF2B5EF4-FFF2-40B4-BE49-F238E27FC236}">
                <a16:creationId xmlns:a16="http://schemas.microsoft.com/office/drawing/2014/main" id="{1A30EB94-43E3-7888-0226-7B3B21EB3D85}"/>
              </a:ext>
            </a:extLst>
          </p:cNvPr>
          <p:cNvGrpSpPr/>
          <p:nvPr/>
        </p:nvGrpSpPr>
        <p:grpSpPr>
          <a:xfrm>
            <a:off x="6658778" y="4358135"/>
            <a:ext cx="829557" cy="829557"/>
            <a:chOff x="7095662" y="2449255"/>
            <a:chExt cx="829557" cy="829557"/>
          </a:xfrm>
        </p:grpSpPr>
        <p:sp>
          <p:nvSpPr>
            <p:cNvPr id="77" name="Oval 76">
              <a:extLst>
                <a:ext uri="{FF2B5EF4-FFF2-40B4-BE49-F238E27FC236}">
                  <a16:creationId xmlns:a16="http://schemas.microsoft.com/office/drawing/2014/main" id="{E9306E60-FC36-74F2-F9C8-3F4C77702821}"/>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78" name="Graphic 77" descr="Neighborhood outline">
              <a:extLst>
                <a:ext uri="{FF2B5EF4-FFF2-40B4-BE49-F238E27FC236}">
                  <a16:creationId xmlns:a16="http://schemas.microsoft.com/office/drawing/2014/main" id="{095BED38-2C46-7556-B842-36A86089759E}"/>
                </a:ext>
              </a:extLst>
            </p:cNvPr>
            <p:cNvPicPr>
              <a:picLocks noChangeAspect="1"/>
            </p:cNvPicPr>
            <p:nvPr/>
          </p:nvPicPr>
          <p:blipFill>
            <a:blip r:embed="rId10">
              <a:extLst>
                <a:ext uri="{96DAC541-7B7A-43D3-8B79-37D633B846F1}">
                  <asvg:svgBlip xmlns:asvg="http://schemas.microsoft.com/office/drawing/2016/SVG/main" xmlns="" r:embed="rId11"/>
                </a:ext>
              </a:extLst>
            </a:blip>
            <a:srcRect/>
            <a:stretch/>
          </p:blipFill>
          <p:spPr>
            <a:xfrm>
              <a:off x="7161666" y="2456248"/>
              <a:ext cx="697543" cy="697543"/>
            </a:xfrm>
            <a:prstGeom prst="rect">
              <a:avLst/>
            </a:prstGeom>
          </p:spPr>
        </p:pic>
      </p:grpSp>
      <p:sp>
        <p:nvSpPr>
          <p:cNvPr id="80" name="Oval 79">
            <a:extLst>
              <a:ext uri="{FF2B5EF4-FFF2-40B4-BE49-F238E27FC236}">
                <a16:creationId xmlns:a16="http://schemas.microsoft.com/office/drawing/2014/main" id="{E56C1F54-5702-15FD-AB5A-34A11F98EA62}"/>
              </a:ext>
            </a:extLst>
          </p:cNvPr>
          <p:cNvSpPr/>
          <p:nvPr/>
        </p:nvSpPr>
        <p:spPr>
          <a:xfrm>
            <a:off x="5953767" y="4384065"/>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1" name="Graphic 80" descr="Alterations &amp; Tailoring outline">
            <a:extLst>
              <a:ext uri="{FF2B5EF4-FFF2-40B4-BE49-F238E27FC236}">
                <a16:creationId xmlns:a16="http://schemas.microsoft.com/office/drawing/2014/main" id="{B4BF8D0A-8C17-8DC5-1DA1-E92A929F8215}"/>
              </a:ext>
            </a:extLst>
          </p:cNvPr>
          <p:cNvPicPr>
            <a:picLocks noChangeAspect="1"/>
          </p:cNvPicPr>
          <p:nvPr/>
        </p:nvPicPr>
        <p:blipFill>
          <a:blip r:embed="rId12">
            <a:extLst>
              <a:ext uri="{96DAC541-7B7A-43D3-8B79-37D633B846F1}">
                <asvg:svgBlip xmlns:asvg="http://schemas.microsoft.com/office/drawing/2016/SVG/main" xmlns="" r:embed="rId13"/>
              </a:ext>
            </a:extLst>
          </a:blip>
          <a:srcRect/>
          <a:stretch/>
        </p:blipFill>
        <p:spPr>
          <a:xfrm>
            <a:off x="6027239" y="4450071"/>
            <a:ext cx="697543" cy="697543"/>
          </a:xfrm>
          <a:prstGeom prst="rect">
            <a:avLst/>
          </a:prstGeom>
        </p:spPr>
      </p:pic>
      <p:grpSp>
        <p:nvGrpSpPr>
          <p:cNvPr id="85" name="Group 84">
            <a:extLst>
              <a:ext uri="{FF2B5EF4-FFF2-40B4-BE49-F238E27FC236}">
                <a16:creationId xmlns:a16="http://schemas.microsoft.com/office/drawing/2014/main" id="{1FCCB6BF-D091-F6AD-104D-6E9C9FF8C765}"/>
              </a:ext>
            </a:extLst>
          </p:cNvPr>
          <p:cNvGrpSpPr/>
          <p:nvPr/>
        </p:nvGrpSpPr>
        <p:grpSpPr>
          <a:xfrm>
            <a:off x="5148322" y="4409995"/>
            <a:ext cx="829557" cy="829557"/>
            <a:chOff x="9961982" y="1296250"/>
            <a:chExt cx="829557" cy="829557"/>
          </a:xfrm>
        </p:grpSpPr>
        <p:sp>
          <p:nvSpPr>
            <p:cNvPr id="86" name="Oval 85">
              <a:extLst>
                <a:ext uri="{FF2B5EF4-FFF2-40B4-BE49-F238E27FC236}">
                  <a16:creationId xmlns:a16="http://schemas.microsoft.com/office/drawing/2014/main" id="{A5FB0136-803F-1802-DCAB-78875198D06D}"/>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86" descr="Heart with pulse outline">
              <a:extLst>
                <a:ext uri="{FF2B5EF4-FFF2-40B4-BE49-F238E27FC236}">
                  <a16:creationId xmlns:a16="http://schemas.microsoft.com/office/drawing/2014/main" id="{7BC8F03C-B1F9-9EDC-4FCA-DC4C647B23B5}"/>
                </a:ext>
              </a:extLst>
            </p:cNvPr>
            <p:cNvPicPr>
              <a:picLocks noChangeAspect="1"/>
            </p:cNvPicPr>
            <p:nvPr/>
          </p:nvPicPr>
          <p:blipFill>
            <a:blip r:embed="rId14">
              <a:extLst>
                <a:ext uri="{96DAC541-7B7A-43D3-8B79-37D633B846F1}">
                  <asvg:svgBlip xmlns:asvg="http://schemas.microsoft.com/office/drawing/2016/SVG/main" xmlns="" r:embed="rId15"/>
                </a:ext>
              </a:extLst>
            </a:blip>
            <a:srcRect/>
            <a:stretch/>
          </p:blipFill>
          <p:spPr>
            <a:xfrm>
              <a:off x="10027988" y="1395624"/>
              <a:ext cx="697543" cy="697543"/>
            </a:xfrm>
            <a:prstGeom prst="rect">
              <a:avLst/>
            </a:prstGeom>
          </p:spPr>
        </p:pic>
      </p:grpSp>
      <p:sp>
        <p:nvSpPr>
          <p:cNvPr id="93" name="TextBox 92">
            <a:extLst>
              <a:ext uri="{FF2B5EF4-FFF2-40B4-BE49-F238E27FC236}">
                <a16:creationId xmlns:a16="http://schemas.microsoft.com/office/drawing/2014/main" id="{02ECE29A-5B4B-2433-5E85-8D8BA5572DFB}"/>
              </a:ext>
            </a:extLst>
          </p:cNvPr>
          <p:cNvSpPr txBox="1"/>
          <p:nvPr/>
        </p:nvSpPr>
        <p:spPr>
          <a:xfrm>
            <a:off x="690417" y="5418049"/>
            <a:ext cx="3972218" cy="73866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הבחירות שלה נשלחות לספקי השירות השונים ולמתאמת השירות שתבצע מעקב אחרי יישום התוכנית, הצלחתה והתאמתה לצרכיה</a:t>
            </a:r>
          </a:p>
        </p:txBody>
      </p:sp>
      <p:grpSp>
        <p:nvGrpSpPr>
          <p:cNvPr id="97" name="Group 96">
            <a:extLst>
              <a:ext uri="{FF2B5EF4-FFF2-40B4-BE49-F238E27FC236}">
                <a16:creationId xmlns:a16="http://schemas.microsoft.com/office/drawing/2014/main" id="{61F5553C-A924-7948-6531-C9D5D3E6AAD7}"/>
              </a:ext>
            </a:extLst>
          </p:cNvPr>
          <p:cNvGrpSpPr/>
          <p:nvPr/>
        </p:nvGrpSpPr>
        <p:grpSpPr>
          <a:xfrm>
            <a:off x="3833078" y="4407811"/>
            <a:ext cx="829557" cy="829557"/>
            <a:chOff x="4149860" y="4521155"/>
            <a:chExt cx="829557" cy="829557"/>
          </a:xfrm>
        </p:grpSpPr>
        <p:sp>
          <p:nvSpPr>
            <p:cNvPr id="98" name="Oval 97">
              <a:extLst>
                <a:ext uri="{FF2B5EF4-FFF2-40B4-BE49-F238E27FC236}">
                  <a16:creationId xmlns:a16="http://schemas.microsoft.com/office/drawing/2014/main" id="{924B2C75-4E3F-A472-C652-856DF52B93DB}"/>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9" name="Graphic 98" descr="Ecommerce outline">
              <a:extLst>
                <a:ext uri="{FF2B5EF4-FFF2-40B4-BE49-F238E27FC236}">
                  <a16:creationId xmlns:a16="http://schemas.microsoft.com/office/drawing/2014/main" id="{FAB5C19B-1547-F1EA-3790-E7A927BA7B10}"/>
                </a:ext>
              </a:extLst>
            </p:cNvPr>
            <p:cNvPicPr>
              <a:picLocks noChangeAspect="1"/>
            </p:cNvPicPr>
            <p:nvPr/>
          </p:nvPicPr>
          <p:blipFill>
            <a:blip r:embed="rId8">
              <a:extLst>
                <a:ext uri="{96DAC541-7B7A-43D3-8B79-37D633B846F1}">
                  <asvg:svgBlip xmlns:asvg="http://schemas.microsoft.com/office/drawing/2016/SVG/main" xmlns="" r:embed="rId9"/>
                </a:ext>
              </a:extLst>
            </a:blip>
            <a:srcRect/>
            <a:stretch/>
          </p:blipFill>
          <p:spPr>
            <a:xfrm>
              <a:off x="4278232" y="4632896"/>
              <a:ext cx="572811" cy="572811"/>
            </a:xfrm>
            <a:prstGeom prst="rect">
              <a:avLst/>
            </a:prstGeom>
          </p:spPr>
        </p:pic>
      </p:grpSp>
      <p:grpSp>
        <p:nvGrpSpPr>
          <p:cNvPr id="100" name="Group 99">
            <a:extLst>
              <a:ext uri="{FF2B5EF4-FFF2-40B4-BE49-F238E27FC236}">
                <a16:creationId xmlns:a16="http://schemas.microsoft.com/office/drawing/2014/main" id="{A77EF8BA-7D56-EA0A-74C4-C328E0F50FF1}"/>
              </a:ext>
            </a:extLst>
          </p:cNvPr>
          <p:cNvGrpSpPr/>
          <p:nvPr/>
        </p:nvGrpSpPr>
        <p:grpSpPr>
          <a:xfrm>
            <a:off x="3020171" y="4394644"/>
            <a:ext cx="829557" cy="829557"/>
            <a:chOff x="7095662" y="2449255"/>
            <a:chExt cx="829557" cy="829557"/>
          </a:xfrm>
        </p:grpSpPr>
        <p:sp>
          <p:nvSpPr>
            <p:cNvPr id="101" name="Oval 100">
              <a:extLst>
                <a:ext uri="{FF2B5EF4-FFF2-40B4-BE49-F238E27FC236}">
                  <a16:creationId xmlns:a16="http://schemas.microsoft.com/office/drawing/2014/main" id="{A2AF8F1A-92F2-9FF9-2355-8BA39E3CB438}"/>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2" name="Graphic 101" descr="Neighborhood outline">
              <a:extLst>
                <a:ext uri="{FF2B5EF4-FFF2-40B4-BE49-F238E27FC236}">
                  <a16:creationId xmlns:a16="http://schemas.microsoft.com/office/drawing/2014/main" id="{F2E7EB0C-4C0D-0519-80D3-6284E8549D5A}"/>
                </a:ext>
              </a:extLst>
            </p:cNvPr>
            <p:cNvPicPr>
              <a:picLocks noChangeAspect="1"/>
            </p:cNvPicPr>
            <p:nvPr/>
          </p:nvPicPr>
          <p:blipFill>
            <a:blip r:embed="rId10">
              <a:extLst>
                <a:ext uri="{96DAC541-7B7A-43D3-8B79-37D633B846F1}">
                  <asvg:svgBlip xmlns:asvg="http://schemas.microsoft.com/office/drawing/2016/SVG/main" xmlns="" r:embed="rId11"/>
                </a:ext>
              </a:extLst>
            </a:blip>
            <a:srcRect/>
            <a:stretch/>
          </p:blipFill>
          <p:spPr>
            <a:xfrm>
              <a:off x="7161666" y="2456248"/>
              <a:ext cx="697543" cy="697543"/>
            </a:xfrm>
            <a:prstGeom prst="rect">
              <a:avLst/>
            </a:prstGeom>
          </p:spPr>
        </p:pic>
      </p:grpSp>
      <p:sp>
        <p:nvSpPr>
          <p:cNvPr id="103" name="Oval 102">
            <a:extLst>
              <a:ext uri="{FF2B5EF4-FFF2-40B4-BE49-F238E27FC236}">
                <a16:creationId xmlns:a16="http://schemas.microsoft.com/office/drawing/2014/main" id="{2267B626-CACD-9F14-1BBB-FBE3AA7A2564}"/>
              </a:ext>
            </a:extLst>
          </p:cNvPr>
          <p:cNvSpPr/>
          <p:nvPr/>
        </p:nvSpPr>
        <p:spPr>
          <a:xfrm>
            <a:off x="2315160" y="4420574"/>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4" name="Graphic 103" descr="Alterations &amp; Tailoring outline">
            <a:extLst>
              <a:ext uri="{FF2B5EF4-FFF2-40B4-BE49-F238E27FC236}">
                <a16:creationId xmlns:a16="http://schemas.microsoft.com/office/drawing/2014/main" id="{25033D01-E62B-C3B6-8F42-D948DA31A625}"/>
              </a:ext>
            </a:extLst>
          </p:cNvPr>
          <p:cNvPicPr>
            <a:picLocks noChangeAspect="1"/>
          </p:cNvPicPr>
          <p:nvPr/>
        </p:nvPicPr>
        <p:blipFill>
          <a:blip r:embed="rId12">
            <a:extLst>
              <a:ext uri="{96DAC541-7B7A-43D3-8B79-37D633B846F1}">
                <asvg:svgBlip xmlns:asvg="http://schemas.microsoft.com/office/drawing/2016/SVG/main" xmlns="" r:embed="rId13"/>
              </a:ext>
            </a:extLst>
          </a:blip>
          <a:srcRect/>
          <a:stretch/>
        </p:blipFill>
        <p:spPr>
          <a:xfrm>
            <a:off x="2388632" y="4486580"/>
            <a:ext cx="697543" cy="697543"/>
          </a:xfrm>
          <a:prstGeom prst="rect">
            <a:avLst/>
          </a:prstGeom>
        </p:spPr>
      </p:pic>
      <p:grpSp>
        <p:nvGrpSpPr>
          <p:cNvPr id="105" name="Group 104">
            <a:extLst>
              <a:ext uri="{FF2B5EF4-FFF2-40B4-BE49-F238E27FC236}">
                <a16:creationId xmlns:a16="http://schemas.microsoft.com/office/drawing/2014/main" id="{945832B5-94B3-571C-4AAD-6E01323BF421}"/>
              </a:ext>
            </a:extLst>
          </p:cNvPr>
          <p:cNvGrpSpPr/>
          <p:nvPr/>
        </p:nvGrpSpPr>
        <p:grpSpPr>
          <a:xfrm>
            <a:off x="1509715" y="4446504"/>
            <a:ext cx="829557" cy="829557"/>
            <a:chOff x="9961982" y="1296250"/>
            <a:chExt cx="829557" cy="829557"/>
          </a:xfrm>
        </p:grpSpPr>
        <p:sp>
          <p:nvSpPr>
            <p:cNvPr id="106" name="Oval 105">
              <a:extLst>
                <a:ext uri="{FF2B5EF4-FFF2-40B4-BE49-F238E27FC236}">
                  <a16:creationId xmlns:a16="http://schemas.microsoft.com/office/drawing/2014/main" id="{4EF03AAB-9DD1-6F52-8CB2-31925AC2064A}"/>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7" name="Graphic 106" descr="Heart with pulse outline">
              <a:extLst>
                <a:ext uri="{FF2B5EF4-FFF2-40B4-BE49-F238E27FC236}">
                  <a16:creationId xmlns:a16="http://schemas.microsoft.com/office/drawing/2014/main" id="{A85D2259-95BC-92C4-F68A-2737A161139F}"/>
                </a:ext>
              </a:extLst>
            </p:cNvPr>
            <p:cNvPicPr>
              <a:picLocks noChangeAspect="1"/>
            </p:cNvPicPr>
            <p:nvPr/>
          </p:nvPicPr>
          <p:blipFill>
            <a:blip r:embed="rId14">
              <a:extLst>
                <a:ext uri="{96DAC541-7B7A-43D3-8B79-37D633B846F1}">
                  <asvg:svgBlip xmlns:asvg="http://schemas.microsoft.com/office/drawing/2016/SVG/main" xmlns="" r:embed="rId15"/>
                </a:ext>
              </a:extLst>
            </a:blip>
            <a:srcRect/>
            <a:stretch/>
          </p:blipFill>
          <p:spPr>
            <a:xfrm>
              <a:off x="10027988" y="1395624"/>
              <a:ext cx="697543" cy="697543"/>
            </a:xfrm>
            <a:prstGeom prst="rect">
              <a:avLst/>
            </a:prstGeom>
          </p:spPr>
        </p:pic>
      </p:grpSp>
      <p:sp>
        <p:nvSpPr>
          <p:cNvPr id="108" name="Oval 107">
            <a:extLst>
              <a:ext uri="{FF2B5EF4-FFF2-40B4-BE49-F238E27FC236}">
                <a16:creationId xmlns:a16="http://schemas.microsoft.com/office/drawing/2014/main" id="{4263F8A5-0A7B-F87F-CCC7-C6EEFBD89CD6}"/>
              </a:ext>
            </a:extLst>
          </p:cNvPr>
          <p:cNvSpPr/>
          <p:nvPr/>
        </p:nvSpPr>
        <p:spPr>
          <a:xfrm>
            <a:off x="690418" y="4420846"/>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9" name="Graphic 108" descr="Woman with polka dots shirt">
            <a:extLst>
              <a:ext uri="{FF2B5EF4-FFF2-40B4-BE49-F238E27FC236}">
                <a16:creationId xmlns:a16="http://schemas.microsoft.com/office/drawing/2014/main" id="{ADD784AC-0730-8247-4BC0-6515933AB45E}"/>
              </a:ext>
            </a:extLst>
          </p:cNvPr>
          <p:cNvPicPr>
            <a:picLocks noChangeAspect="1"/>
          </p:cNvPicPr>
          <p:nvPr/>
        </p:nvPicPr>
        <p:blipFill rotWithShape="1">
          <a:blip r:embed="rId4">
            <a:extLst>
              <a:ext uri="{96DAC541-7B7A-43D3-8B79-37D633B846F1}">
                <asvg:svgBlip xmlns:asvg="http://schemas.microsoft.com/office/drawing/2016/SVG/main" xmlns="" r:embed="rId5"/>
              </a:ext>
            </a:extLst>
          </a:blip>
          <a:srcRect l="-2771" r="2771" b="61096"/>
          <a:stretch/>
        </p:blipFill>
        <p:spPr>
          <a:xfrm>
            <a:off x="763886" y="4461712"/>
            <a:ext cx="683449" cy="858453"/>
          </a:xfrm>
          <a:prstGeom prst="rect">
            <a:avLst/>
          </a:prstGeom>
        </p:spPr>
      </p:pic>
      <p:cxnSp>
        <p:nvCxnSpPr>
          <p:cNvPr id="113" name="Straight Arrow Connector 112">
            <a:extLst>
              <a:ext uri="{FF2B5EF4-FFF2-40B4-BE49-F238E27FC236}">
                <a16:creationId xmlns:a16="http://schemas.microsoft.com/office/drawing/2014/main" id="{4B735A76-03D4-D587-E7F8-2771F618D587}"/>
              </a:ext>
            </a:extLst>
          </p:cNvPr>
          <p:cNvCxnSpPr>
            <a:stCxn id="6" idx="1"/>
          </p:cNvCxnSpPr>
          <p:nvPr/>
        </p:nvCxnSpPr>
        <p:spPr>
          <a:xfrm flipH="1" flipV="1">
            <a:off x="9037830" y="2884714"/>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AE063BD-D005-F672-B1BB-DE4A952996B5}"/>
              </a:ext>
            </a:extLst>
          </p:cNvPr>
          <p:cNvCxnSpPr/>
          <p:nvPr/>
        </p:nvCxnSpPr>
        <p:spPr>
          <a:xfrm flipH="1" flipV="1">
            <a:off x="5953767" y="2906485"/>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229336C-4A72-5006-54B1-77AC081B52E0}"/>
              </a:ext>
            </a:extLst>
          </p:cNvPr>
          <p:cNvCxnSpPr/>
          <p:nvPr/>
        </p:nvCxnSpPr>
        <p:spPr>
          <a:xfrm flipH="1" flipV="1">
            <a:off x="3114380" y="2884714"/>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078D6B7-D8C8-8B09-BF7D-68F3663CE8E6}"/>
              </a:ext>
            </a:extLst>
          </p:cNvPr>
          <p:cNvCxnSpPr/>
          <p:nvPr/>
        </p:nvCxnSpPr>
        <p:spPr>
          <a:xfrm flipH="1" flipV="1">
            <a:off x="8930796" y="5769428"/>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47F0E44-5CF7-D1C4-BDE1-1B525F0D8C8A}"/>
              </a:ext>
            </a:extLst>
          </p:cNvPr>
          <p:cNvCxnSpPr/>
          <p:nvPr/>
        </p:nvCxnSpPr>
        <p:spPr>
          <a:xfrm flipH="1" flipV="1">
            <a:off x="4584330" y="5671456"/>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54C55C8F-6A9E-1B43-D86F-B6C13F670A7F}"/>
              </a:ext>
            </a:extLst>
          </p:cNvPr>
          <p:cNvCxnSpPr>
            <a:stCxn id="43" idx="2"/>
            <a:endCxn id="57" idx="0"/>
          </p:cNvCxnSpPr>
          <p:nvPr/>
        </p:nvCxnSpPr>
        <p:spPr>
          <a:xfrm rot="16200000" flipH="1">
            <a:off x="5793420" y="-542105"/>
            <a:ext cx="1196323" cy="86573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A881B20-4577-84C1-CAA8-67D3459AC595}"/>
              </a:ext>
            </a:extLst>
          </p:cNvPr>
          <p:cNvSpPr txBox="1"/>
          <p:nvPr/>
        </p:nvSpPr>
        <p:spPr>
          <a:xfrm>
            <a:off x="7929396" y="239981"/>
            <a:ext cx="4752120" cy="52322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282828"/>
                </a:solidFill>
                <a:effectLst/>
                <a:uLnTx/>
                <a:uFillTx/>
                <a:latin typeface="Calibri"/>
                <a:ea typeface="+mn-ea"/>
                <a:cs typeface="Calibri"/>
              </a:rPr>
              <a:t>הליך בחירת השירותים</a:t>
            </a:r>
          </a:p>
        </p:txBody>
      </p:sp>
    </p:spTree>
    <p:extLst>
      <p:ext uri="{BB962C8B-B14F-4D97-AF65-F5344CB8AC3E}">
        <p14:creationId xmlns:p14="http://schemas.microsoft.com/office/powerpoint/2010/main" val="2657065542"/>
      </p:ext>
    </p:extLst>
  </p:cSld>
  <p:clrMapOvr>
    <a:masterClrMapping/>
  </p:clrMapOvr>
</p:sld>
</file>

<file path=ppt/theme/theme1.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fe25784-2066-4bbf-b84c-e7af055ae7d3">
      <Terms xmlns="http://schemas.microsoft.com/office/infopath/2007/PartnerControls"/>
    </lcf76f155ced4ddcb4097134ff3c332f>
    <TaxCatchAll xmlns="50c908b1-f277-4340-90a9-4611d0b0f07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1CF2D69125DC44864245D143909119" ma:contentTypeVersion="15" ma:contentTypeDescription="Create a new document." ma:contentTypeScope="" ma:versionID="fb28584ec44fe32c739a0331f5944a0a">
  <xsd:schema xmlns:xsd="http://www.w3.org/2001/XMLSchema" xmlns:xs="http://www.w3.org/2001/XMLSchema" xmlns:p="http://schemas.microsoft.com/office/2006/metadata/properties" xmlns:ns2="afe25784-2066-4bbf-b84c-e7af055ae7d3" xmlns:ns3="2d15453e-ae2b-4e9a-a0bb-5b7636e6ff6e" xmlns:ns4="50c908b1-f277-4340-90a9-4611d0b0f078" targetNamespace="http://schemas.microsoft.com/office/2006/metadata/properties" ma:root="true" ma:fieldsID="1ed8a65b04f9c9e0fd2933c601f7e215" ns2:_="" ns3:_="" ns4:_="">
    <xsd:import namespace="afe25784-2066-4bbf-b84c-e7af055ae7d3"/>
    <xsd:import namespace="2d15453e-ae2b-4e9a-a0bb-5b7636e6ff6e"/>
    <xsd:import namespace="50c908b1-f277-4340-90a9-4611d0b0f0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e25784-2066-4bbf-b84c-e7af055ae7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d15453e-ae2b-4e9a-a0bb-5b7636e6ff6e"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0c908b1-f277-4340-90a9-4611d0b0f078"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7b2249cf-f0b7-4603-9538-cf8ee05e1945}" ma:internalName="TaxCatchAll" ma:showField="CatchAllData" ma:web="2d15453e-ae2b-4e9a-a0bb-5b7636e6ff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DC58235-2073-48E9-BE39-9F399CF2BF01}">
  <ds:schemaRefs>
    <ds:schemaRef ds:uri="http://schemas.microsoft.com/sharepoint/v3/contenttype/forms"/>
  </ds:schemaRefs>
</ds:datastoreItem>
</file>

<file path=customXml/itemProps2.xml><?xml version="1.0" encoding="utf-8"?>
<ds:datastoreItem xmlns:ds="http://schemas.openxmlformats.org/officeDocument/2006/customXml" ds:itemID="{6A2E9486-A4C7-4744-8197-40DC57FDE885}">
  <ds:schemaRefs>
    <ds:schemaRef ds:uri="2d15453e-ae2b-4e9a-a0bb-5b7636e6ff6e"/>
    <ds:schemaRef ds:uri="http://schemas.microsoft.com/office/2006/documentManagement/types"/>
    <ds:schemaRef ds:uri="http://www.w3.org/XML/1998/namespace"/>
    <ds:schemaRef ds:uri="http://purl.org/dc/elements/1.1/"/>
    <ds:schemaRef ds:uri="http://schemas.openxmlformats.org/package/2006/metadata/core-properties"/>
    <ds:schemaRef ds:uri="50c908b1-f277-4340-90a9-4611d0b0f078"/>
    <ds:schemaRef ds:uri="afe25784-2066-4bbf-b84c-e7af055ae7d3"/>
    <ds:schemaRef ds:uri="http://purl.org/dc/terms/"/>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83CA472-69EA-48AB-999E-65AA53EAF7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e25784-2066-4bbf-b84c-e7af055ae7d3"/>
    <ds:schemaRef ds:uri="2d15453e-ae2b-4e9a-a0bb-5b7636e6ff6e"/>
    <ds:schemaRef ds:uri="50c908b1-f277-4340-90a9-4611d0b0f0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2134</TotalTime>
  <Words>438</Words>
  <Application>Microsoft Office PowerPoint</Application>
  <PresentationFormat>מסך רחב</PresentationFormat>
  <Paragraphs>41</Paragraphs>
  <Slides>5</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5</vt:i4>
      </vt:variant>
    </vt:vector>
  </HeadingPairs>
  <TitlesOfParts>
    <vt:vector size="11" baseType="lpstr">
      <vt:lpstr>Arial</vt:lpstr>
      <vt:lpstr>Assistant</vt:lpstr>
      <vt:lpstr>Calibri</vt:lpstr>
      <vt:lpstr>Calibri Light</vt:lpstr>
      <vt:lpstr>EYInterstate Light</vt:lpstr>
      <vt:lpstr>קו בצד עם שם המצגת</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Ayelet Dayan</dc:creator>
  <cp:lastModifiedBy>אביעד יצחקי</cp:lastModifiedBy>
  <cp:revision>3</cp:revision>
  <dcterms:created xsi:type="dcterms:W3CDTF">2024-09-25T15:17:34Z</dcterms:created>
  <dcterms:modified xsi:type="dcterms:W3CDTF">2024-09-29T06:24:50Z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0x010100091CF2D69125DC44864245D143909119</vt:lpwstr>
  </property>
  <property fmtid="{D5CDD505-2E9C-101B-9397-08002B2CF9AE}" pid="3" name="MediaServiceImageTags">
    <vt:lpwstr/>
  </property>
</Properties>
</file>