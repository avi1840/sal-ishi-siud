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saveSubsetFonts="1">
  <p:sldMasterIdLst>
    <p:sldMasterId id="2147483684" r:id="rId4"/>
    <p:sldMasterId id="2147483648" r:id="rId5"/>
    <p:sldMasterId id="2147483660" r:id="rId6"/>
    <p:sldMasterId id="2147483672" r:id="rId7"/>
  </p:sldMasterIdLst>
  <p:notesMasterIdLst>
    <p:notesMasterId r:id="rId20"/>
  </p:notesMasterIdLst>
  <p:sldIdLst>
    <p:sldId id="256" r:id="rId8"/>
    <p:sldId id="257" r:id="rId9"/>
    <p:sldId id="258" r:id="rId10"/>
    <p:sldId id="259" r:id="rId11"/>
    <p:sldId id="260" r:id="rId12"/>
    <p:sldId id="263" r:id="rId13"/>
    <p:sldId id="261" r:id="rId14"/>
    <p:sldId id="262" r:id="rId15"/>
    <p:sldId id="264" r:id="rId16"/>
    <p:sldId id="265" r:id="rId17"/>
    <p:sldId id="266" r:id="rId18"/>
    <p:sldId id="267" r:id="rId19"/>
  </p:sldIdLst>
  <p:sldSz cx="12192000" cy="6858000"/>
  <p:notesSz cx="6858000" cy="9144000"/>
  <p:embeddedFontLst>
    <p:embeddedFont>
      <p:font typeface="Calibri Light" panose="020F0302020204030204" pitchFamily="34" charset="0"/>
      <p:regular r:id="rId21"/>
      <p: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Almoni Neue DL 4.0 AAA Medium" panose="020B0604020202020204" charset="-79"/>
      <p:regular r:id="rId27"/>
    </p:embeddedFont>
  </p:embeddedFont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 showGuides="1">
      <p:cViewPr varScale="1">
        <p:scale>
          <a:sx n="44" d="100"/>
          <a:sy n="44" d="100"/>
        </p:scale>
        <p:origin x="4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4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B37574-ECC2-4DD3-8B00-670BC78C3696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0C980734-ED87-405A-9065-07A743548D7D}">
      <dgm:prSet phldrT="[Text]"/>
      <dgm:spPr>
        <a:xfrm>
          <a:off x="1881902" y="352213"/>
          <a:ext cx="4551680" cy="4551680"/>
        </a:xfrm>
        <a:prstGeom prst="pie">
          <a:avLst>
            <a:gd name="adj1" fmla="val 16200000"/>
            <a:gd name="adj2" fmla="val 18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rtl="1">
            <a:buNone/>
          </a:pPr>
          <a:r>
            <a:rPr lang="he-IL" dirty="0">
              <a:solidFill>
                <a:sysClr val="window" lastClr="FFFFFF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rPr>
            <a:t>מה המטרה?</a:t>
          </a:r>
        </a:p>
      </dgm:t>
    </dgm:pt>
    <dgm:pt modelId="{CC7F1256-F884-407E-A45F-9B9290CD0C48}" type="parTrans" cxnId="{BFD61770-7C4C-4CDC-A300-CE96C50FDF92}">
      <dgm:prSet/>
      <dgm:spPr/>
      <dgm:t>
        <a:bodyPr/>
        <a:lstStyle/>
        <a:p>
          <a:pPr rtl="1"/>
          <a:endParaRPr lang="he-IL"/>
        </a:p>
      </dgm:t>
    </dgm:pt>
    <dgm:pt modelId="{154FD5FA-238A-4111-9565-B5D5E9D3ED66}" type="sibTrans" cxnId="{BFD61770-7C4C-4CDC-A300-CE96C50FDF92}">
      <dgm:prSet/>
      <dgm:spPr/>
      <dgm:t>
        <a:bodyPr/>
        <a:lstStyle/>
        <a:p>
          <a:pPr rtl="1"/>
          <a:endParaRPr lang="he-IL"/>
        </a:p>
      </dgm:t>
    </dgm:pt>
    <dgm:pt modelId="{EF84845B-5B9D-4A97-B053-3F7EFB4C3C9D}">
      <dgm:prSet phldrT="[Text]"/>
      <dgm:spPr>
        <a:xfrm>
          <a:off x="1788159" y="514773"/>
          <a:ext cx="4551680" cy="4551680"/>
        </a:xfrm>
        <a:prstGeom prst="pie">
          <a:avLst>
            <a:gd name="adj1" fmla="val 1800000"/>
            <a:gd name="adj2" fmla="val 9000000"/>
          </a:avLst>
        </a:prstGeom>
        <a:solidFill>
          <a:srgbClr val="196B24">
            <a:lumMod val="60000"/>
            <a:lumOff val="4000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rtl="1">
            <a:buNone/>
          </a:pPr>
          <a:r>
            <a:rPr lang="he-IL" dirty="0">
              <a:solidFill>
                <a:sysClr val="window" lastClr="FFFFFF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rPr>
            <a:t>מה שואלים?</a:t>
          </a:r>
        </a:p>
      </dgm:t>
    </dgm:pt>
    <dgm:pt modelId="{19E748B6-8F3B-4A36-B42C-48B21BB30F4C}" type="parTrans" cxnId="{DDFF22E0-BEAE-4AE8-A18A-045EC9AC3EDC}">
      <dgm:prSet/>
      <dgm:spPr/>
      <dgm:t>
        <a:bodyPr/>
        <a:lstStyle/>
        <a:p>
          <a:pPr rtl="1"/>
          <a:endParaRPr lang="he-IL"/>
        </a:p>
      </dgm:t>
    </dgm:pt>
    <dgm:pt modelId="{B9AC7052-9EB4-40AD-AB23-D5EB51133AE0}" type="sibTrans" cxnId="{DDFF22E0-BEAE-4AE8-A18A-045EC9AC3EDC}">
      <dgm:prSet/>
      <dgm:spPr/>
      <dgm:t>
        <a:bodyPr/>
        <a:lstStyle/>
        <a:p>
          <a:pPr rtl="1"/>
          <a:endParaRPr lang="he-IL"/>
        </a:p>
      </dgm:t>
    </dgm:pt>
    <dgm:pt modelId="{256E5C23-1DE5-44AC-9339-048519D002C5}">
      <dgm:prSet phldrT="[Text]"/>
      <dgm:spPr>
        <a:xfrm>
          <a:off x="1694416" y="352213"/>
          <a:ext cx="4551680" cy="4551680"/>
        </a:xfrm>
        <a:prstGeom prst="pie">
          <a:avLst>
            <a:gd name="adj1" fmla="val 9000000"/>
            <a:gd name="adj2" fmla="val 162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rtl="1">
            <a:buNone/>
          </a:pPr>
          <a:r>
            <a:rPr lang="he-IL" dirty="0">
              <a:solidFill>
                <a:sysClr val="window" lastClr="FFFFFF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rPr>
            <a:t>את מי שואלים?</a:t>
          </a:r>
        </a:p>
      </dgm:t>
    </dgm:pt>
    <dgm:pt modelId="{8590B8FD-261D-48D4-8CA9-5A30FB5390AB}" type="sibTrans" cxnId="{B3565289-5C1D-44FB-83A9-B06F9DF31E20}">
      <dgm:prSet/>
      <dgm:spPr/>
      <dgm:t>
        <a:bodyPr/>
        <a:lstStyle/>
        <a:p>
          <a:pPr rtl="1"/>
          <a:endParaRPr lang="he-IL"/>
        </a:p>
      </dgm:t>
    </dgm:pt>
    <dgm:pt modelId="{15BCE408-7C91-4D17-B45D-143F0569E934}" type="parTrans" cxnId="{B3565289-5C1D-44FB-83A9-B06F9DF31E20}">
      <dgm:prSet/>
      <dgm:spPr/>
      <dgm:t>
        <a:bodyPr/>
        <a:lstStyle/>
        <a:p>
          <a:pPr rtl="1"/>
          <a:endParaRPr lang="he-IL"/>
        </a:p>
      </dgm:t>
    </dgm:pt>
    <dgm:pt modelId="{7630D0EB-5A11-4B7D-A50E-4B29C863A795}" type="pres">
      <dgm:prSet presAssocID="{38B37574-ECC2-4DD3-8B00-670BC78C3696}" presName="compositeShape" presStyleCnt="0">
        <dgm:presLayoutVars>
          <dgm:chMax val="7"/>
          <dgm:dir/>
          <dgm:resizeHandles val="exact"/>
        </dgm:presLayoutVars>
      </dgm:prSet>
      <dgm:spPr/>
    </dgm:pt>
    <dgm:pt modelId="{305BD884-F931-453F-A7F4-8071BA81C54A}" type="pres">
      <dgm:prSet presAssocID="{38B37574-ECC2-4DD3-8B00-670BC78C3696}" presName="wedge1" presStyleLbl="node1" presStyleIdx="0" presStyleCnt="3"/>
      <dgm:spPr/>
      <dgm:t>
        <a:bodyPr/>
        <a:lstStyle/>
        <a:p>
          <a:pPr rtl="1"/>
          <a:endParaRPr lang="he-IL"/>
        </a:p>
      </dgm:t>
    </dgm:pt>
    <dgm:pt modelId="{7D72A82C-F1CB-49E4-AEBC-18CCC1B1A445}" type="pres">
      <dgm:prSet presAssocID="{38B37574-ECC2-4DD3-8B00-670BC78C3696}" presName="dummy1a" presStyleCnt="0"/>
      <dgm:spPr/>
    </dgm:pt>
    <dgm:pt modelId="{374B8458-DB3B-4CA2-B3DD-0992BD6A97AE}" type="pres">
      <dgm:prSet presAssocID="{38B37574-ECC2-4DD3-8B00-670BC78C3696}" presName="dummy1b" presStyleCnt="0"/>
      <dgm:spPr/>
    </dgm:pt>
    <dgm:pt modelId="{D2FC8237-BCA0-4AE2-94CA-B36933266BA7}" type="pres">
      <dgm:prSet presAssocID="{38B37574-ECC2-4DD3-8B00-670BC78C369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AB0EE430-4EA6-44B1-B0DB-098A70833B8A}" type="pres">
      <dgm:prSet presAssocID="{38B37574-ECC2-4DD3-8B00-670BC78C3696}" presName="wedge2" presStyleLbl="node1" presStyleIdx="1" presStyleCnt="3"/>
      <dgm:spPr/>
      <dgm:t>
        <a:bodyPr/>
        <a:lstStyle/>
        <a:p>
          <a:pPr rtl="1"/>
          <a:endParaRPr lang="he-IL"/>
        </a:p>
      </dgm:t>
    </dgm:pt>
    <dgm:pt modelId="{78206F97-9812-435A-A0A2-4D4E64C3B1CB}" type="pres">
      <dgm:prSet presAssocID="{38B37574-ECC2-4DD3-8B00-670BC78C3696}" presName="dummy2a" presStyleCnt="0"/>
      <dgm:spPr/>
    </dgm:pt>
    <dgm:pt modelId="{16C36139-B069-4A17-BE52-01CE08A72D98}" type="pres">
      <dgm:prSet presAssocID="{38B37574-ECC2-4DD3-8B00-670BC78C3696}" presName="dummy2b" presStyleCnt="0"/>
      <dgm:spPr/>
    </dgm:pt>
    <dgm:pt modelId="{9034D020-A05E-48AB-9839-4B1B7E735F13}" type="pres">
      <dgm:prSet presAssocID="{38B37574-ECC2-4DD3-8B00-670BC78C369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2665CE6F-72A5-4A6C-B815-966EEDD6965D}" type="pres">
      <dgm:prSet presAssocID="{38B37574-ECC2-4DD3-8B00-670BC78C3696}" presName="wedge3" presStyleLbl="node1" presStyleIdx="2" presStyleCnt="3"/>
      <dgm:spPr/>
      <dgm:t>
        <a:bodyPr/>
        <a:lstStyle/>
        <a:p>
          <a:pPr rtl="1"/>
          <a:endParaRPr lang="he-IL"/>
        </a:p>
      </dgm:t>
    </dgm:pt>
    <dgm:pt modelId="{1BB7C8C8-6A02-43A4-99DF-C80EC5EEB25A}" type="pres">
      <dgm:prSet presAssocID="{38B37574-ECC2-4DD3-8B00-670BC78C3696}" presName="dummy3a" presStyleCnt="0"/>
      <dgm:spPr/>
    </dgm:pt>
    <dgm:pt modelId="{D8D8497B-8EBA-4302-BBB9-6DBB0A4E9D50}" type="pres">
      <dgm:prSet presAssocID="{38B37574-ECC2-4DD3-8B00-670BC78C3696}" presName="dummy3b" presStyleCnt="0"/>
      <dgm:spPr/>
    </dgm:pt>
    <dgm:pt modelId="{FAE3BFD6-9A45-4723-B8E6-AB4CF7214A82}" type="pres">
      <dgm:prSet presAssocID="{38B37574-ECC2-4DD3-8B00-670BC78C369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E7EE61F7-E7A5-4A47-9088-6CD96FD4F5AF}" type="pres">
      <dgm:prSet presAssocID="{154FD5FA-238A-4111-9565-B5D5E9D3ED66}" presName="arrowWedge1" presStyleLbl="fgSibTrans2D1" presStyleIdx="0" presStyleCnt="3"/>
      <dgm:spPr>
        <a:xfrm>
          <a:off x="1600507" y="70442"/>
          <a:ext cx="5115221" cy="5115221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F8E3D895-EBE1-419B-8C7C-2E4B3DEDC732}" type="pres">
      <dgm:prSet presAssocID="{B9AC7052-9EB4-40AD-AB23-D5EB51133AE0}" presName="arrowWedge2" presStyleLbl="fgSibTrans2D1" presStyleIdx="1" presStyleCnt="3"/>
      <dgm:spPr>
        <a:xfrm>
          <a:off x="1506389" y="232714"/>
          <a:ext cx="5115221" cy="5115221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A33B9E06-859D-495E-A813-54B81D7B8238}" type="pres">
      <dgm:prSet presAssocID="{8590B8FD-261D-48D4-8CA9-5A30FB5390AB}" presName="arrowWedge3" presStyleLbl="fgSibTrans2D1" presStyleIdx="2" presStyleCnt="3"/>
      <dgm:spPr>
        <a:xfrm>
          <a:off x="1412270" y="70442"/>
          <a:ext cx="5115221" cy="5115221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</dgm:ptLst>
  <dgm:cxnLst>
    <dgm:cxn modelId="{B3565289-5C1D-44FB-83A9-B06F9DF31E20}" srcId="{38B37574-ECC2-4DD3-8B00-670BC78C3696}" destId="{256E5C23-1DE5-44AC-9339-048519D002C5}" srcOrd="2" destOrd="0" parTransId="{15BCE408-7C91-4D17-B45D-143F0569E934}" sibTransId="{8590B8FD-261D-48D4-8CA9-5A30FB5390AB}"/>
    <dgm:cxn modelId="{E2EFD7FD-1198-49F8-A0E8-B429C7DE3327}" type="presOf" srcId="{256E5C23-1DE5-44AC-9339-048519D002C5}" destId="{FAE3BFD6-9A45-4723-B8E6-AB4CF7214A82}" srcOrd="1" destOrd="0" presId="urn:microsoft.com/office/officeart/2005/8/layout/cycle8"/>
    <dgm:cxn modelId="{6BE59F30-750C-4134-9C9E-71D4937529F2}" type="presOf" srcId="{38B37574-ECC2-4DD3-8B00-670BC78C3696}" destId="{7630D0EB-5A11-4B7D-A50E-4B29C863A795}" srcOrd="0" destOrd="0" presId="urn:microsoft.com/office/officeart/2005/8/layout/cycle8"/>
    <dgm:cxn modelId="{DDFF22E0-BEAE-4AE8-A18A-045EC9AC3EDC}" srcId="{38B37574-ECC2-4DD3-8B00-670BC78C3696}" destId="{EF84845B-5B9D-4A97-B053-3F7EFB4C3C9D}" srcOrd="1" destOrd="0" parTransId="{19E748B6-8F3B-4A36-B42C-48B21BB30F4C}" sibTransId="{B9AC7052-9EB4-40AD-AB23-D5EB51133AE0}"/>
    <dgm:cxn modelId="{AD6F9E15-A388-4B6D-A1BD-91DDA4E21A2C}" type="presOf" srcId="{256E5C23-1DE5-44AC-9339-048519D002C5}" destId="{2665CE6F-72A5-4A6C-B815-966EEDD6965D}" srcOrd="0" destOrd="0" presId="urn:microsoft.com/office/officeart/2005/8/layout/cycle8"/>
    <dgm:cxn modelId="{7B4B3F3A-F694-4073-95A8-A035DAD8E884}" type="presOf" srcId="{0C980734-ED87-405A-9065-07A743548D7D}" destId="{D2FC8237-BCA0-4AE2-94CA-B36933266BA7}" srcOrd="1" destOrd="0" presId="urn:microsoft.com/office/officeart/2005/8/layout/cycle8"/>
    <dgm:cxn modelId="{F0E08D5D-18C4-47E8-A643-BE5524B01821}" type="presOf" srcId="{0C980734-ED87-405A-9065-07A743548D7D}" destId="{305BD884-F931-453F-A7F4-8071BA81C54A}" srcOrd="0" destOrd="0" presId="urn:microsoft.com/office/officeart/2005/8/layout/cycle8"/>
    <dgm:cxn modelId="{BFD61770-7C4C-4CDC-A300-CE96C50FDF92}" srcId="{38B37574-ECC2-4DD3-8B00-670BC78C3696}" destId="{0C980734-ED87-405A-9065-07A743548D7D}" srcOrd="0" destOrd="0" parTransId="{CC7F1256-F884-407E-A45F-9B9290CD0C48}" sibTransId="{154FD5FA-238A-4111-9565-B5D5E9D3ED66}"/>
    <dgm:cxn modelId="{A8D363DE-4432-4D76-8F1F-88BF5811E121}" type="presOf" srcId="{EF84845B-5B9D-4A97-B053-3F7EFB4C3C9D}" destId="{AB0EE430-4EA6-44B1-B0DB-098A70833B8A}" srcOrd="0" destOrd="0" presId="urn:microsoft.com/office/officeart/2005/8/layout/cycle8"/>
    <dgm:cxn modelId="{1382BBB0-8D6D-4C71-818D-EBD3920E4080}" type="presOf" srcId="{EF84845B-5B9D-4A97-B053-3F7EFB4C3C9D}" destId="{9034D020-A05E-48AB-9839-4B1B7E735F13}" srcOrd="1" destOrd="0" presId="urn:microsoft.com/office/officeart/2005/8/layout/cycle8"/>
    <dgm:cxn modelId="{0F5B593B-3BBB-45AD-A949-0CE3DCFECDFE}" type="presParOf" srcId="{7630D0EB-5A11-4B7D-A50E-4B29C863A795}" destId="{305BD884-F931-453F-A7F4-8071BA81C54A}" srcOrd="0" destOrd="0" presId="urn:microsoft.com/office/officeart/2005/8/layout/cycle8"/>
    <dgm:cxn modelId="{9C531469-8E70-496B-8876-99FC5A52E8F2}" type="presParOf" srcId="{7630D0EB-5A11-4B7D-A50E-4B29C863A795}" destId="{7D72A82C-F1CB-49E4-AEBC-18CCC1B1A445}" srcOrd="1" destOrd="0" presId="urn:microsoft.com/office/officeart/2005/8/layout/cycle8"/>
    <dgm:cxn modelId="{50588A60-4249-4035-9DBC-340C9AA45199}" type="presParOf" srcId="{7630D0EB-5A11-4B7D-A50E-4B29C863A795}" destId="{374B8458-DB3B-4CA2-B3DD-0992BD6A97AE}" srcOrd="2" destOrd="0" presId="urn:microsoft.com/office/officeart/2005/8/layout/cycle8"/>
    <dgm:cxn modelId="{093E6193-B636-4E42-8423-4A8F5BB8E824}" type="presParOf" srcId="{7630D0EB-5A11-4B7D-A50E-4B29C863A795}" destId="{D2FC8237-BCA0-4AE2-94CA-B36933266BA7}" srcOrd="3" destOrd="0" presId="urn:microsoft.com/office/officeart/2005/8/layout/cycle8"/>
    <dgm:cxn modelId="{B06F30E7-D3CF-4E83-AC36-79F1F7D0531A}" type="presParOf" srcId="{7630D0EB-5A11-4B7D-A50E-4B29C863A795}" destId="{AB0EE430-4EA6-44B1-B0DB-098A70833B8A}" srcOrd="4" destOrd="0" presId="urn:microsoft.com/office/officeart/2005/8/layout/cycle8"/>
    <dgm:cxn modelId="{38ACFCF5-9B51-45FA-8ABA-FCED0D0FE362}" type="presParOf" srcId="{7630D0EB-5A11-4B7D-A50E-4B29C863A795}" destId="{78206F97-9812-435A-A0A2-4D4E64C3B1CB}" srcOrd="5" destOrd="0" presId="urn:microsoft.com/office/officeart/2005/8/layout/cycle8"/>
    <dgm:cxn modelId="{DC45EE60-D0BD-4806-B3EF-53D9A19B7B38}" type="presParOf" srcId="{7630D0EB-5A11-4B7D-A50E-4B29C863A795}" destId="{16C36139-B069-4A17-BE52-01CE08A72D98}" srcOrd="6" destOrd="0" presId="urn:microsoft.com/office/officeart/2005/8/layout/cycle8"/>
    <dgm:cxn modelId="{EFC5E187-6338-423D-8A53-B243D1D0AEB4}" type="presParOf" srcId="{7630D0EB-5A11-4B7D-A50E-4B29C863A795}" destId="{9034D020-A05E-48AB-9839-4B1B7E735F13}" srcOrd="7" destOrd="0" presId="urn:microsoft.com/office/officeart/2005/8/layout/cycle8"/>
    <dgm:cxn modelId="{7A791663-FC21-4DD3-9351-15875E26BF2B}" type="presParOf" srcId="{7630D0EB-5A11-4B7D-A50E-4B29C863A795}" destId="{2665CE6F-72A5-4A6C-B815-966EEDD6965D}" srcOrd="8" destOrd="0" presId="urn:microsoft.com/office/officeart/2005/8/layout/cycle8"/>
    <dgm:cxn modelId="{B12A116B-E960-4F3C-90CC-EB50424335DF}" type="presParOf" srcId="{7630D0EB-5A11-4B7D-A50E-4B29C863A795}" destId="{1BB7C8C8-6A02-43A4-99DF-C80EC5EEB25A}" srcOrd="9" destOrd="0" presId="urn:microsoft.com/office/officeart/2005/8/layout/cycle8"/>
    <dgm:cxn modelId="{6440D07D-8C34-4DB6-B6A0-672CC2F7DC13}" type="presParOf" srcId="{7630D0EB-5A11-4B7D-A50E-4B29C863A795}" destId="{D8D8497B-8EBA-4302-BBB9-6DBB0A4E9D50}" srcOrd="10" destOrd="0" presId="urn:microsoft.com/office/officeart/2005/8/layout/cycle8"/>
    <dgm:cxn modelId="{B7F56B94-3D6D-4C7D-BD8F-4C71184AEE5D}" type="presParOf" srcId="{7630D0EB-5A11-4B7D-A50E-4B29C863A795}" destId="{FAE3BFD6-9A45-4723-B8E6-AB4CF7214A82}" srcOrd="11" destOrd="0" presId="urn:microsoft.com/office/officeart/2005/8/layout/cycle8"/>
    <dgm:cxn modelId="{2747BFA9-4642-4AFF-8002-E4B32E368C4C}" type="presParOf" srcId="{7630D0EB-5A11-4B7D-A50E-4B29C863A795}" destId="{E7EE61F7-E7A5-4A47-9088-6CD96FD4F5AF}" srcOrd="12" destOrd="0" presId="urn:microsoft.com/office/officeart/2005/8/layout/cycle8"/>
    <dgm:cxn modelId="{79C8D2C6-2411-4DC0-9EA9-A552D450ED7B}" type="presParOf" srcId="{7630D0EB-5A11-4B7D-A50E-4B29C863A795}" destId="{F8E3D895-EBE1-419B-8C7C-2E4B3DEDC732}" srcOrd="13" destOrd="0" presId="urn:microsoft.com/office/officeart/2005/8/layout/cycle8"/>
    <dgm:cxn modelId="{A79C6144-734D-4EE4-B873-5D9883C8E679}" type="presParOf" srcId="{7630D0EB-5A11-4B7D-A50E-4B29C863A795}" destId="{A33B9E06-859D-495E-A813-54B81D7B8238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0C6F0D-F06B-418C-A1D9-BC8468E2B35A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133A3C8F-7422-4F30-AADD-BE62FE8E99F7}">
      <dgm:prSet phldrT="[Text]" custT="1"/>
      <dgm:spPr/>
      <dgm:t>
        <a:bodyPr/>
        <a:lstStyle/>
        <a:p>
          <a:pPr rtl="1"/>
          <a:r>
            <a:rPr lang="he-IL" sz="3200" dirty="0"/>
            <a:t>היבטים שונים</a:t>
          </a:r>
        </a:p>
      </dgm:t>
    </dgm:pt>
    <dgm:pt modelId="{E6F06AD2-9E01-4549-AF1D-269C7795F626}" type="parTrans" cxnId="{7120579A-4CC7-4583-98A3-0AE34048E701}">
      <dgm:prSet/>
      <dgm:spPr/>
      <dgm:t>
        <a:bodyPr/>
        <a:lstStyle/>
        <a:p>
          <a:pPr rtl="1"/>
          <a:endParaRPr lang="he-IL"/>
        </a:p>
      </dgm:t>
    </dgm:pt>
    <dgm:pt modelId="{D5EA5208-DECB-43FA-AFDA-778A941AD232}" type="sibTrans" cxnId="{7120579A-4CC7-4583-98A3-0AE34048E701}">
      <dgm:prSet/>
      <dgm:spPr/>
      <dgm:t>
        <a:bodyPr/>
        <a:lstStyle/>
        <a:p>
          <a:pPr rtl="1"/>
          <a:endParaRPr lang="he-IL"/>
        </a:p>
      </dgm:t>
    </dgm:pt>
    <dgm:pt modelId="{306B5C8F-77F6-4580-ADFB-65C0784D5161}">
      <dgm:prSet phldrT="[Text]"/>
      <dgm:spPr>
        <a:solidFill>
          <a:srgbClr val="47D45A"/>
        </a:solidFill>
      </dgm:spPr>
      <dgm:t>
        <a:bodyPr/>
        <a:lstStyle/>
        <a:p>
          <a:pPr rtl="1"/>
          <a:r>
            <a:rPr lang="he-IL" b="0" dirty="0"/>
            <a:t>חומרת הבעיה</a:t>
          </a:r>
        </a:p>
      </dgm:t>
    </dgm:pt>
    <dgm:pt modelId="{4412ADBB-4ED5-4F52-BB10-CF7C39FB7C21}" type="parTrans" cxnId="{01593E02-65A1-4A58-96B1-D59F5034E276}">
      <dgm:prSet/>
      <dgm:spPr/>
      <dgm:t>
        <a:bodyPr/>
        <a:lstStyle/>
        <a:p>
          <a:pPr rtl="1"/>
          <a:endParaRPr lang="he-IL"/>
        </a:p>
      </dgm:t>
    </dgm:pt>
    <dgm:pt modelId="{91DF5B55-7B5A-4907-876E-BC412C6FAED7}" type="sibTrans" cxnId="{01593E02-65A1-4A58-96B1-D59F5034E276}">
      <dgm:prSet/>
      <dgm:spPr/>
      <dgm:t>
        <a:bodyPr/>
        <a:lstStyle/>
        <a:p>
          <a:pPr rtl="1"/>
          <a:endParaRPr lang="he-IL"/>
        </a:p>
      </dgm:t>
    </dgm:pt>
    <dgm:pt modelId="{F38B8F89-02FD-461B-8939-377643C89383}">
      <dgm:prSet phldrT="[Text]"/>
      <dgm:spPr>
        <a:solidFill>
          <a:srgbClr val="47D45A"/>
        </a:solidFill>
      </dgm:spPr>
      <dgm:t>
        <a:bodyPr/>
        <a:lstStyle/>
        <a:p>
          <a:pPr rtl="1"/>
          <a:r>
            <a:rPr lang="he-IL" b="0" dirty="0"/>
            <a:t>חסמים לשינוי</a:t>
          </a:r>
        </a:p>
      </dgm:t>
    </dgm:pt>
    <dgm:pt modelId="{F9378A84-BD85-4031-B6FD-E959CADBD3A2}" type="parTrans" cxnId="{5CA9CBB5-BA87-42BD-B04C-352BE505FD6B}">
      <dgm:prSet/>
      <dgm:spPr/>
      <dgm:t>
        <a:bodyPr/>
        <a:lstStyle/>
        <a:p>
          <a:pPr rtl="1"/>
          <a:endParaRPr lang="he-IL"/>
        </a:p>
      </dgm:t>
    </dgm:pt>
    <dgm:pt modelId="{828E03D5-F7D2-4D7C-9284-A4A939CBB4C7}" type="sibTrans" cxnId="{5CA9CBB5-BA87-42BD-B04C-352BE505FD6B}">
      <dgm:prSet/>
      <dgm:spPr/>
      <dgm:t>
        <a:bodyPr/>
        <a:lstStyle/>
        <a:p>
          <a:pPr rtl="1"/>
          <a:endParaRPr lang="he-IL"/>
        </a:p>
      </dgm:t>
    </dgm:pt>
    <dgm:pt modelId="{E6A59511-846A-412D-82EF-B6B414B1DD56}">
      <dgm:prSet phldrT="[Text]"/>
      <dgm:spPr>
        <a:solidFill>
          <a:srgbClr val="47D45A"/>
        </a:solidFill>
      </dgm:spPr>
      <dgm:t>
        <a:bodyPr/>
        <a:lstStyle/>
        <a:p>
          <a:pPr rtl="1"/>
          <a:r>
            <a:rPr lang="he-IL" dirty="0"/>
            <a:t>מענים קיימים</a:t>
          </a:r>
        </a:p>
      </dgm:t>
    </dgm:pt>
    <dgm:pt modelId="{2EA713FD-A67C-4250-A176-7EEDB542DFC5}" type="parTrans" cxnId="{943A86CD-8F11-4052-BC62-FAE926D1D0E8}">
      <dgm:prSet/>
      <dgm:spPr/>
      <dgm:t>
        <a:bodyPr/>
        <a:lstStyle/>
        <a:p>
          <a:pPr rtl="1"/>
          <a:endParaRPr lang="he-IL"/>
        </a:p>
      </dgm:t>
    </dgm:pt>
    <dgm:pt modelId="{6FFF35E1-8C69-4B6B-8F12-24F242B7DDED}" type="sibTrans" cxnId="{943A86CD-8F11-4052-BC62-FAE926D1D0E8}">
      <dgm:prSet/>
      <dgm:spPr/>
      <dgm:t>
        <a:bodyPr/>
        <a:lstStyle/>
        <a:p>
          <a:pPr rtl="1"/>
          <a:endParaRPr lang="he-IL"/>
        </a:p>
      </dgm:t>
    </dgm:pt>
    <dgm:pt modelId="{82FF10E8-5B55-42CB-A6A0-80A25EF88770}">
      <dgm:prSet phldrT="[Text]"/>
      <dgm:spPr>
        <a:solidFill>
          <a:srgbClr val="47D45A"/>
        </a:solidFill>
      </dgm:spPr>
      <dgm:t>
        <a:bodyPr/>
        <a:lstStyle/>
        <a:p>
          <a:pPr rtl="1"/>
          <a:r>
            <a:rPr lang="he-IL" dirty="0"/>
            <a:t>פוטנציאל לשינוי</a:t>
          </a:r>
        </a:p>
      </dgm:t>
    </dgm:pt>
    <dgm:pt modelId="{91EFD704-A880-4183-8790-734870AE7066}" type="parTrans" cxnId="{59DE15F8-15BE-4E2B-B425-43E8279EABBD}">
      <dgm:prSet/>
      <dgm:spPr/>
      <dgm:t>
        <a:bodyPr/>
        <a:lstStyle/>
        <a:p>
          <a:pPr rtl="1"/>
          <a:endParaRPr lang="he-IL"/>
        </a:p>
      </dgm:t>
    </dgm:pt>
    <dgm:pt modelId="{8389783D-60FC-4A95-B593-7C7D99EC10C8}" type="sibTrans" cxnId="{59DE15F8-15BE-4E2B-B425-43E8279EABBD}">
      <dgm:prSet/>
      <dgm:spPr/>
      <dgm:t>
        <a:bodyPr/>
        <a:lstStyle/>
        <a:p>
          <a:pPr rtl="1"/>
          <a:endParaRPr lang="he-IL"/>
        </a:p>
      </dgm:t>
    </dgm:pt>
    <dgm:pt modelId="{3FAF7B70-39A2-496E-9AC3-A46252D716EF}">
      <dgm:prSet phldrT="[Text]"/>
      <dgm:spPr>
        <a:solidFill>
          <a:srgbClr val="47D45A"/>
        </a:solidFill>
      </dgm:spPr>
      <dgm:t>
        <a:bodyPr/>
        <a:lstStyle/>
        <a:p>
          <a:pPr rtl="1"/>
          <a:r>
            <a:rPr lang="he-IL" dirty="0"/>
            <a:t>החמרה</a:t>
          </a:r>
        </a:p>
      </dgm:t>
    </dgm:pt>
    <dgm:pt modelId="{934BAC5D-8DFC-4F67-8074-2E67667021AE}" type="parTrans" cxnId="{5E946A5B-C096-4D2B-A32D-9D8BB3F90A39}">
      <dgm:prSet/>
      <dgm:spPr/>
      <dgm:t>
        <a:bodyPr/>
        <a:lstStyle/>
        <a:p>
          <a:pPr rtl="1"/>
          <a:endParaRPr lang="he-IL"/>
        </a:p>
      </dgm:t>
    </dgm:pt>
    <dgm:pt modelId="{5E537A8F-BD82-4106-B176-FB18BEE89ECA}" type="sibTrans" cxnId="{5E946A5B-C096-4D2B-A32D-9D8BB3F90A39}">
      <dgm:prSet/>
      <dgm:spPr/>
      <dgm:t>
        <a:bodyPr/>
        <a:lstStyle/>
        <a:p>
          <a:pPr rtl="1"/>
          <a:endParaRPr lang="he-IL"/>
        </a:p>
      </dgm:t>
    </dgm:pt>
    <dgm:pt modelId="{F17E8FD6-FBE5-444C-9B30-CE531FB055A6}">
      <dgm:prSet phldrT="[Text]"/>
      <dgm:spPr>
        <a:solidFill>
          <a:srgbClr val="47D45A"/>
        </a:solidFill>
      </dgm:spPr>
      <dgm:t>
        <a:bodyPr/>
        <a:lstStyle/>
        <a:p>
          <a:pPr rtl="1"/>
          <a:r>
            <a:rPr lang="he-IL" b="0" dirty="0"/>
            <a:t>צרכים (מענים)</a:t>
          </a:r>
        </a:p>
      </dgm:t>
    </dgm:pt>
    <dgm:pt modelId="{3CC15007-BE2C-465C-BD77-B2ADFC7DCEDB}" type="parTrans" cxnId="{37B53E9E-47F1-474E-BEAB-733DB0AE59E7}">
      <dgm:prSet/>
      <dgm:spPr/>
      <dgm:t>
        <a:bodyPr/>
        <a:lstStyle/>
        <a:p>
          <a:pPr rtl="1"/>
          <a:endParaRPr lang="he-IL"/>
        </a:p>
      </dgm:t>
    </dgm:pt>
    <dgm:pt modelId="{FBB39A4E-3AAE-4301-90C5-36E68283DB29}" type="sibTrans" cxnId="{37B53E9E-47F1-474E-BEAB-733DB0AE59E7}">
      <dgm:prSet/>
      <dgm:spPr/>
      <dgm:t>
        <a:bodyPr/>
        <a:lstStyle/>
        <a:p>
          <a:pPr rtl="1"/>
          <a:endParaRPr lang="he-IL"/>
        </a:p>
      </dgm:t>
    </dgm:pt>
    <dgm:pt modelId="{EC2B0D70-AD6F-47DD-AC6A-79610E59FE0E}" type="pres">
      <dgm:prSet presAssocID="{B20C6F0D-F06B-418C-A1D9-BC8468E2B35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rtl="1"/>
          <a:endParaRPr lang="he-IL"/>
        </a:p>
      </dgm:t>
    </dgm:pt>
    <dgm:pt modelId="{D49FE569-2685-4110-A6EA-EF1B89AB27EE}" type="pres">
      <dgm:prSet presAssocID="{133A3C8F-7422-4F30-AADD-BE62FE8E99F7}" presName="compNode" presStyleCnt="0"/>
      <dgm:spPr/>
    </dgm:pt>
    <dgm:pt modelId="{57D68578-4F5B-46FD-BD9F-005021B8633D}" type="pres">
      <dgm:prSet presAssocID="{133A3C8F-7422-4F30-AADD-BE62FE8E99F7}" presName="aNode" presStyleLbl="bgShp" presStyleIdx="0" presStyleCnt="1" custLinFactNeighborX="33764" custLinFactNeighborY="-327"/>
      <dgm:spPr/>
      <dgm:t>
        <a:bodyPr/>
        <a:lstStyle/>
        <a:p>
          <a:pPr rtl="1"/>
          <a:endParaRPr lang="he-IL"/>
        </a:p>
      </dgm:t>
    </dgm:pt>
    <dgm:pt modelId="{B9E62BCF-2C34-4A2E-A9B0-DB4A0599C53D}" type="pres">
      <dgm:prSet presAssocID="{133A3C8F-7422-4F30-AADD-BE62FE8E99F7}" presName="textNode" presStyleLbl="bgShp" presStyleIdx="0" presStyleCnt="1"/>
      <dgm:spPr/>
      <dgm:t>
        <a:bodyPr/>
        <a:lstStyle/>
        <a:p>
          <a:pPr rtl="1"/>
          <a:endParaRPr lang="he-IL"/>
        </a:p>
      </dgm:t>
    </dgm:pt>
    <dgm:pt modelId="{AAA4ABC2-89F2-46D0-855D-8A370A92F1E9}" type="pres">
      <dgm:prSet presAssocID="{133A3C8F-7422-4F30-AADD-BE62FE8E99F7}" presName="compChildNode" presStyleCnt="0"/>
      <dgm:spPr/>
    </dgm:pt>
    <dgm:pt modelId="{A0DC41F0-6D0D-47A6-B551-A152D8137F5B}" type="pres">
      <dgm:prSet presAssocID="{133A3C8F-7422-4F30-AADD-BE62FE8E99F7}" presName="theInnerList" presStyleCnt="0"/>
      <dgm:spPr/>
    </dgm:pt>
    <dgm:pt modelId="{1BDC3A37-3D38-4B98-B219-0CD4BCB770D7}" type="pres">
      <dgm:prSet presAssocID="{306B5C8F-77F6-4580-ADFB-65C0784D5161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09C22A9B-50E3-4BAE-8A5C-1C3EEDF947AC}" type="pres">
      <dgm:prSet presAssocID="{306B5C8F-77F6-4580-ADFB-65C0784D5161}" presName="aSpace2" presStyleCnt="0"/>
      <dgm:spPr/>
    </dgm:pt>
    <dgm:pt modelId="{A0E3EBC1-7CF3-428A-B0DB-7603D9746C71}" type="pres">
      <dgm:prSet presAssocID="{3FAF7B70-39A2-496E-9AC3-A46252D716EF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2F1F053D-3C14-4CE7-800E-5B269E325069}" type="pres">
      <dgm:prSet presAssocID="{3FAF7B70-39A2-496E-9AC3-A46252D716EF}" presName="aSpace2" presStyleCnt="0"/>
      <dgm:spPr/>
    </dgm:pt>
    <dgm:pt modelId="{D03E37D0-5DBD-43BE-986C-5AB2A5E23658}" type="pres">
      <dgm:prSet presAssocID="{82FF10E8-5B55-42CB-A6A0-80A25EF88770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E1A390F5-65BF-4120-B739-4F9D93A33B3E}" type="pres">
      <dgm:prSet presAssocID="{82FF10E8-5B55-42CB-A6A0-80A25EF88770}" presName="aSpace2" presStyleCnt="0"/>
      <dgm:spPr/>
    </dgm:pt>
    <dgm:pt modelId="{8F88CC90-110F-4F4C-96D4-0692EA6D10D2}" type="pres">
      <dgm:prSet presAssocID="{F38B8F89-02FD-461B-8939-377643C89383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0E089913-60DF-4D05-B699-292350270F3E}" type="pres">
      <dgm:prSet presAssocID="{F38B8F89-02FD-461B-8939-377643C89383}" presName="aSpace2" presStyleCnt="0"/>
      <dgm:spPr/>
    </dgm:pt>
    <dgm:pt modelId="{70AC0FC1-2FAA-45DC-8278-0BFF7670FD66}" type="pres">
      <dgm:prSet presAssocID="{E6A59511-846A-412D-82EF-B6B414B1DD56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F5DAF8F6-494A-40B6-BAE7-387202DB0532}" type="pres">
      <dgm:prSet presAssocID="{E6A59511-846A-412D-82EF-B6B414B1DD56}" presName="aSpace2" presStyleCnt="0"/>
      <dgm:spPr/>
    </dgm:pt>
    <dgm:pt modelId="{1C14F40B-7DF4-4396-B057-D2DA0961EE12}" type="pres">
      <dgm:prSet presAssocID="{F17E8FD6-FBE5-444C-9B30-CE531FB055A6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</dgm:ptLst>
  <dgm:cxnLst>
    <dgm:cxn modelId="{EBA28276-C290-4288-B370-DEF820111F54}" type="presOf" srcId="{82FF10E8-5B55-42CB-A6A0-80A25EF88770}" destId="{D03E37D0-5DBD-43BE-986C-5AB2A5E23658}" srcOrd="0" destOrd="0" presId="urn:microsoft.com/office/officeart/2005/8/layout/lProcess2"/>
    <dgm:cxn modelId="{936EF36A-0100-4DA3-9270-13BC4AFBA4C9}" type="presOf" srcId="{F38B8F89-02FD-461B-8939-377643C89383}" destId="{8F88CC90-110F-4F4C-96D4-0692EA6D10D2}" srcOrd="0" destOrd="0" presId="urn:microsoft.com/office/officeart/2005/8/layout/lProcess2"/>
    <dgm:cxn modelId="{F6A2DC80-F3C0-4266-AB1D-730C04D6EFC0}" type="presOf" srcId="{B20C6F0D-F06B-418C-A1D9-BC8468E2B35A}" destId="{EC2B0D70-AD6F-47DD-AC6A-79610E59FE0E}" srcOrd="0" destOrd="0" presId="urn:microsoft.com/office/officeart/2005/8/layout/lProcess2"/>
    <dgm:cxn modelId="{01593E02-65A1-4A58-96B1-D59F5034E276}" srcId="{133A3C8F-7422-4F30-AADD-BE62FE8E99F7}" destId="{306B5C8F-77F6-4580-ADFB-65C0784D5161}" srcOrd="0" destOrd="0" parTransId="{4412ADBB-4ED5-4F52-BB10-CF7C39FB7C21}" sibTransId="{91DF5B55-7B5A-4907-876E-BC412C6FAED7}"/>
    <dgm:cxn modelId="{5CA9CBB5-BA87-42BD-B04C-352BE505FD6B}" srcId="{133A3C8F-7422-4F30-AADD-BE62FE8E99F7}" destId="{F38B8F89-02FD-461B-8939-377643C89383}" srcOrd="3" destOrd="0" parTransId="{F9378A84-BD85-4031-B6FD-E959CADBD3A2}" sibTransId="{828E03D5-F7D2-4D7C-9284-A4A939CBB4C7}"/>
    <dgm:cxn modelId="{943A86CD-8F11-4052-BC62-FAE926D1D0E8}" srcId="{133A3C8F-7422-4F30-AADD-BE62FE8E99F7}" destId="{E6A59511-846A-412D-82EF-B6B414B1DD56}" srcOrd="4" destOrd="0" parTransId="{2EA713FD-A67C-4250-A176-7EEDB542DFC5}" sibTransId="{6FFF35E1-8C69-4B6B-8F12-24F242B7DDED}"/>
    <dgm:cxn modelId="{37B53E9E-47F1-474E-BEAB-733DB0AE59E7}" srcId="{133A3C8F-7422-4F30-AADD-BE62FE8E99F7}" destId="{F17E8FD6-FBE5-444C-9B30-CE531FB055A6}" srcOrd="5" destOrd="0" parTransId="{3CC15007-BE2C-465C-BD77-B2ADFC7DCEDB}" sibTransId="{FBB39A4E-3AAE-4301-90C5-36E68283DB29}"/>
    <dgm:cxn modelId="{5E946A5B-C096-4D2B-A32D-9D8BB3F90A39}" srcId="{133A3C8F-7422-4F30-AADD-BE62FE8E99F7}" destId="{3FAF7B70-39A2-496E-9AC3-A46252D716EF}" srcOrd="1" destOrd="0" parTransId="{934BAC5D-8DFC-4F67-8074-2E67667021AE}" sibTransId="{5E537A8F-BD82-4106-B176-FB18BEE89ECA}"/>
    <dgm:cxn modelId="{7120579A-4CC7-4583-98A3-0AE34048E701}" srcId="{B20C6F0D-F06B-418C-A1D9-BC8468E2B35A}" destId="{133A3C8F-7422-4F30-AADD-BE62FE8E99F7}" srcOrd="0" destOrd="0" parTransId="{E6F06AD2-9E01-4549-AF1D-269C7795F626}" sibTransId="{D5EA5208-DECB-43FA-AFDA-778A941AD232}"/>
    <dgm:cxn modelId="{0A2F2CE3-50CB-4F54-82C5-4AE40170C912}" type="presOf" srcId="{F17E8FD6-FBE5-444C-9B30-CE531FB055A6}" destId="{1C14F40B-7DF4-4396-B057-D2DA0961EE12}" srcOrd="0" destOrd="0" presId="urn:microsoft.com/office/officeart/2005/8/layout/lProcess2"/>
    <dgm:cxn modelId="{E6D881C0-2C09-4584-85E5-1EBA84AB604E}" type="presOf" srcId="{133A3C8F-7422-4F30-AADD-BE62FE8E99F7}" destId="{B9E62BCF-2C34-4A2E-A9B0-DB4A0599C53D}" srcOrd="1" destOrd="0" presId="urn:microsoft.com/office/officeart/2005/8/layout/lProcess2"/>
    <dgm:cxn modelId="{1850E440-900D-4E99-A354-B76E747A52AB}" type="presOf" srcId="{3FAF7B70-39A2-496E-9AC3-A46252D716EF}" destId="{A0E3EBC1-7CF3-428A-B0DB-7603D9746C71}" srcOrd="0" destOrd="0" presId="urn:microsoft.com/office/officeart/2005/8/layout/lProcess2"/>
    <dgm:cxn modelId="{E5078E13-342F-408A-8CBF-74A6CD53AB7A}" type="presOf" srcId="{306B5C8F-77F6-4580-ADFB-65C0784D5161}" destId="{1BDC3A37-3D38-4B98-B219-0CD4BCB770D7}" srcOrd="0" destOrd="0" presId="urn:microsoft.com/office/officeart/2005/8/layout/lProcess2"/>
    <dgm:cxn modelId="{59DE15F8-15BE-4E2B-B425-43E8279EABBD}" srcId="{133A3C8F-7422-4F30-AADD-BE62FE8E99F7}" destId="{82FF10E8-5B55-42CB-A6A0-80A25EF88770}" srcOrd="2" destOrd="0" parTransId="{91EFD704-A880-4183-8790-734870AE7066}" sibTransId="{8389783D-60FC-4A95-B593-7C7D99EC10C8}"/>
    <dgm:cxn modelId="{6729FD81-9965-4C1C-85BA-05CF2158DA7B}" type="presOf" srcId="{133A3C8F-7422-4F30-AADD-BE62FE8E99F7}" destId="{57D68578-4F5B-46FD-BD9F-005021B8633D}" srcOrd="0" destOrd="0" presId="urn:microsoft.com/office/officeart/2005/8/layout/lProcess2"/>
    <dgm:cxn modelId="{A2DE0342-7F22-41C4-9CB8-568BD6942E0A}" type="presOf" srcId="{E6A59511-846A-412D-82EF-B6B414B1DD56}" destId="{70AC0FC1-2FAA-45DC-8278-0BFF7670FD66}" srcOrd="0" destOrd="0" presId="urn:microsoft.com/office/officeart/2005/8/layout/lProcess2"/>
    <dgm:cxn modelId="{B221B1E2-6EA1-4B96-A7B1-030A9979201F}" type="presParOf" srcId="{EC2B0D70-AD6F-47DD-AC6A-79610E59FE0E}" destId="{D49FE569-2685-4110-A6EA-EF1B89AB27EE}" srcOrd="0" destOrd="0" presId="urn:microsoft.com/office/officeart/2005/8/layout/lProcess2"/>
    <dgm:cxn modelId="{D2D27851-14D1-40DE-8B6B-9A812A459703}" type="presParOf" srcId="{D49FE569-2685-4110-A6EA-EF1B89AB27EE}" destId="{57D68578-4F5B-46FD-BD9F-005021B8633D}" srcOrd="0" destOrd="0" presId="urn:microsoft.com/office/officeart/2005/8/layout/lProcess2"/>
    <dgm:cxn modelId="{98317016-4D18-498F-9069-4A2E6585E9E8}" type="presParOf" srcId="{D49FE569-2685-4110-A6EA-EF1B89AB27EE}" destId="{B9E62BCF-2C34-4A2E-A9B0-DB4A0599C53D}" srcOrd="1" destOrd="0" presId="urn:microsoft.com/office/officeart/2005/8/layout/lProcess2"/>
    <dgm:cxn modelId="{7D9719A3-FBFF-4449-BDE8-E88BB66DA844}" type="presParOf" srcId="{D49FE569-2685-4110-A6EA-EF1B89AB27EE}" destId="{AAA4ABC2-89F2-46D0-855D-8A370A92F1E9}" srcOrd="2" destOrd="0" presId="urn:microsoft.com/office/officeart/2005/8/layout/lProcess2"/>
    <dgm:cxn modelId="{19B907BC-2CAF-418B-AE22-854AF19FAC15}" type="presParOf" srcId="{AAA4ABC2-89F2-46D0-855D-8A370A92F1E9}" destId="{A0DC41F0-6D0D-47A6-B551-A152D8137F5B}" srcOrd="0" destOrd="0" presId="urn:microsoft.com/office/officeart/2005/8/layout/lProcess2"/>
    <dgm:cxn modelId="{A09592A5-464D-4AED-84DE-BDF299D97635}" type="presParOf" srcId="{A0DC41F0-6D0D-47A6-B551-A152D8137F5B}" destId="{1BDC3A37-3D38-4B98-B219-0CD4BCB770D7}" srcOrd="0" destOrd="0" presId="urn:microsoft.com/office/officeart/2005/8/layout/lProcess2"/>
    <dgm:cxn modelId="{63922854-A26B-416A-9D1B-9B5B0C22E5E7}" type="presParOf" srcId="{A0DC41F0-6D0D-47A6-B551-A152D8137F5B}" destId="{09C22A9B-50E3-4BAE-8A5C-1C3EEDF947AC}" srcOrd="1" destOrd="0" presId="urn:microsoft.com/office/officeart/2005/8/layout/lProcess2"/>
    <dgm:cxn modelId="{631BA6A7-0034-4524-88CC-E97D0F2EF170}" type="presParOf" srcId="{A0DC41F0-6D0D-47A6-B551-A152D8137F5B}" destId="{A0E3EBC1-7CF3-428A-B0DB-7603D9746C71}" srcOrd="2" destOrd="0" presId="urn:microsoft.com/office/officeart/2005/8/layout/lProcess2"/>
    <dgm:cxn modelId="{4B1230D5-88AE-4E01-ACB3-376945F74C95}" type="presParOf" srcId="{A0DC41F0-6D0D-47A6-B551-A152D8137F5B}" destId="{2F1F053D-3C14-4CE7-800E-5B269E325069}" srcOrd="3" destOrd="0" presId="urn:microsoft.com/office/officeart/2005/8/layout/lProcess2"/>
    <dgm:cxn modelId="{2C57750F-A4EB-4B00-BF51-A16059EFDE3B}" type="presParOf" srcId="{A0DC41F0-6D0D-47A6-B551-A152D8137F5B}" destId="{D03E37D0-5DBD-43BE-986C-5AB2A5E23658}" srcOrd="4" destOrd="0" presId="urn:microsoft.com/office/officeart/2005/8/layout/lProcess2"/>
    <dgm:cxn modelId="{B0077130-D8FA-4AF2-8F3D-54D1360550B7}" type="presParOf" srcId="{A0DC41F0-6D0D-47A6-B551-A152D8137F5B}" destId="{E1A390F5-65BF-4120-B739-4F9D93A33B3E}" srcOrd="5" destOrd="0" presId="urn:microsoft.com/office/officeart/2005/8/layout/lProcess2"/>
    <dgm:cxn modelId="{6E0847FE-1FA5-4639-8395-8850DE367266}" type="presParOf" srcId="{A0DC41F0-6D0D-47A6-B551-A152D8137F5B}" destId="{8F88CC90-110F-4F4C-96D4-0692EA6D10D2}" srcOrd="6" destOrd="0" presId="urn:microsoft.com/office/officeart/2005/8/layout/lProcess2"/>
    <dgm:cxn modelId="{5BE114B1-F91B-4F56-BF16-C153CA6499A3}" type="presParOf" srcId="{A0DC41F0-6D0D-47A6-B551-A152D8137F5B}" destId="{0E089913-60DF-4D05-B699-292350270F3E}" srcOrd="7" destOrd="0" presId="urn:microsoft.com/office/officeart/2005/8/layout/lProcess2"/>
    <dgm:cxn modelId="{2FEAA28A-03E5-4CD8-B25B-ABD55A1F47C9}" type="presParOf" srcId="{A0DC41F0-6D0D-47A6-B551-A152D8137F5B}" destId="{70AC0FC1-2FAA-45DC-8278-0BFF7670FD66}" srcOrd="8" destOrd="0" presId="urn:microsoft.com/office/officeart/2005/8/layout/lProcess2"/>
    <dgm:cxn modelId="{7453EF15-0972-419F-9503-BF65AC3BD7E5}" type="presParOf" srcId="{A0DC41F0-6D0D-47A6-B551-A152D8137F5B}" destId="{F5DAF8F6-494A-40B6-BAE7-387202DB0532}" srcOrd="9" destOrd="0" presId="urn:microsoft.com/office/officeart/2005/8/layout/lProcess2"/>
    <dgm:cxn modelId="{D44B0E54-CEBD-49BE-8A28-B4BEA347D845}" type="presParOf" srcId="{A0DC41F0-6D0D-47A6-B551-A152D8137F5B}" destId="{1C14F40B-7DF4-4396-B057-D2DA0961EE12}" srcOrd="1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0C6F0D-F06B-418C-A1D9-BC8468E2B35A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133A3C8F-7422-4F30-AADD-BE62FE8E99F7}">
      <dgm:prSet phldrT="[Text]" custT="1"/>
      <dgm:spPr/>
      <dgm:t>
        <a:bodyPr/>
        <a:lstStyle/>
        <a:p>
          <a:pPr rtl="1"/>
          <a:r>
            <a:rPr lang="he-IL" sz="3200" dirty="0"/>
            <a:t>היבטים שונים</a:t>
          </a:r>
        </a:p>
      </dgm:t>
    </dgm:pt>
    <dgm:pt modelId="{E6F06AD2-9E01-4549-AF1D-269C7795F626}" type="parTrans" cxnId="{7120579A-4CC7-4583-98A3-0AE34048E701}">
      <dgm:prSet/>
      <dgm:spPr/>
      <dgm:t>
        <a:bodyPr/>
        <a:lstStyle/>
        <a:p>
          <a:pPr rtl="1"/>
          <a:endParaRPr lang="he-IL"/>
        </a:p>
      </dgm:t>
    </dgm:pt>
    <dgm:pt modelId="{D5EA5208-DECB-43FA-AFDA-778A941AD232}" type="sibTrans" cxnId="{7120579A-4CC7-4583-98A3-0AE34048E701}">
      <dgm:prSet/>
      <dgm:spPr/>
      <dgm:t>
        <a:bodyPr/>
        <a:lstStyle/>
        <a:p>
          <a:pPr rtl="1"/>
          <a:endParaRPr lang="he-IL"/>
        </a:p>
      </dgm:t>
    </dgm:pt>
    <dgm:pt modelId="{306B5C8F-77F6-4580-ADFB-65C0784D5161}">
      <dgm:prSet phldrT="[Text]"/>
      <dgm:spPr>
        <a:solidFill>
          <a:srgbClr val="47D45A"/>
        </a:solidFill>
      </dgm:spPr>
      <dgm:t>
        <a:bodyPr/>
        <a:lstStyle/>
        <a:p>
          <a:pPr rtl="1"/>
          <a:r>
            <a:rPr lang="he-IL" b="1" dirty="0"/>
            <a:t>חומרת הבעיה</a:t>
          </a:r>
        </a:p>
      </dgm:t>
    </dgm:pt>
    <dgm:pt modelId="{4412ADBB-4ED5-4F52-BB10-CF7C39FB7C21}" type="parTrans" cxnId="{01593E02-65A1-4A58-96B1-D59F5034E276}">
      <dgm:prSet/>
      <dgm:spPr/>
      <dgm:t>
        <a:bodyPr/>
        <a:lstStyle/>
        <a:p>
          <a:pPr rtl="1"/>
          <a:endParaRPr lang="he-IL"/>
        </a:p>
      </dgm:t>
    </dgm:pt>
    <dgm:pt modelId="{91DF5B55-7B5A-4907-876E-BC412C6FAED7}" type="sibTrans" cxnId="{01593E02-65A1-4A58-96B1-D59F5034E276}">
      <dgm:prSet/>
      <dgm:spPr/>
      <dgm:t>
        <a:bodyPr/>
        <a:lstStyle/>
        <a:p>
          <a:pPr rtl="1"/>
          <a:endParaRPr lang="he-IL"/>
        </a:p>
      </dgm:t>
    </dgm:pt>
    <dgm:pt modelId="{F38B8F89-02FD-461B-8939-377643C89383}">
      <dgm:prSet phldrT="[Text]"/>
      <dgm:spPr>
        <a:solidFill>
          <a:srgbClr val="47D45A"/>
        </a:solidFill>
      </dgm:spPr>
      <dgm:t>
        <a:bodyPr/>
        <a:lstStyle/>
        <a:p>
          <a:pPr rtl="1"/>
          <a:r>
            <a:rPr lang="he-IL" b="1" dirty="0"/>
            <a:t>חסמים לשינוי</a:t>
          </a:r>
        </a:p>
      </dgm:t>
    </dgm:pt>
    <dgm:pt modelId="{F9378A84-BD85-4031-B6FD-E959CADBD3A2}" type="parTrans" cxnId="{5CA9CBB5-BA87-42BD-B04C-352BE505FD6B}">
      <dgm:prSet/>
      <dgm:spPr/>
      <dgm:t>
        <a:bodyPr/>
        <a:lstStyle/>
        <a:p>
          <a:pPr rtl="1"/>
          <a:endParaRPr lang="he-IL"/>
        </a:p>
      </dgm:t>
    </dgm:pt>
    <dgm:pt modelId="{828E03D5-F7D2-4D7C-9284-A4A939CBB4C7}" type="sibTrans" cxnId="{5CA9CBB5-BA87-42BD-B04C-352BE505FD6B}">
      <dgm:prSet/>
      <dgm:spPr/>
      <dgm:t>
        <a:bodyPr/>
        <a:lstStyle/>
        <a:p>
          <a:pPr rtl="1"/>
          <a:endParaRPr lang="he-IL"/>
        </a:p>
      </dgm:t>
    </dgm:pt>
    <dgm:pt modelId="{E6A59511-846A-412D-82EF-B6B414B1DD56}">
      <dgm:prSet phldrT="[Text]"/>
      <dgm:spPr>
        <a:solidFill>
          <a:schemeClr val="bg2">
            <a:lumMod val="90000"/>
          </a:schemeClr>
        </a:solidFill>
      </dgm:spPr>
      <dgm:t>
        <a:bodyPr/>
        <a:lstStyle/>
        <a:p>
          <a:pPr rtl="1"/>
          <a:r>
            <a:rPr lang="he-IL" dirty="0"/>
            <a:t>מענים קיימים</a:t>
          </a:r>
        </a:p>
      </dgm:t>
    </dgm:pt>
    <dgm:pt modelId="{2EA713FD-A67C-4250-A176-7EEDB542DFC5}" type="parTrans" cxnId="{943A86CD-8F11-4052-BC62-FAE926D1D0E8}">
      <dgm:prSet/>
      <dgm:spPr/>
      <dgm:t>
        <a:bodyPr/>
        <a:lstStyle/>
        <a:p>
          <a:pPr rtl="1"/>
          <a:endParaRPr lang="he-IL"/>
        </a:p>
      </dgm:t>
    </dgm:pt>
    <dgm:pt modelId="{6FFF35E1-8C69-4B6B-8F12-24F242B7DDED}" type="sibTrans" cxnId="{943A86CD-8F11-4052-BC62-FAE926D1D0E8}">
      <dgm:prSet/>
      <dgm:spPr/>
      <dgm:t>
        <a:bodyPr/>
        <a:lstStyle/>
        <a:p>
          <a:pPr rtl="1"/>
          <a:endParaRPr lang="he-IL"/>
        </a:p>
      </dgm:t>
    </dgm:pt>
    <dgm:pt modelId="{82FF10E8-5B55-42CB-A6A0-80A25EF88770}">
      <dgm:prSet phldrT="[Text]"/>
      <dgm:spPr>
        <a:solidFill>
          <a:schemeClr val="bg2">
            <a:lumMod val="90000"/>
          </a:schemeClr>
        </a:solidFill>
      </dgm:spPr>
      <dgm:t>
        <a:bodyPr/>
        <a:lstStyle/>
        <a:p>
          <a:pPr rtl="1"/>
          <a:r>
            <a:rPr lang="he-IL" dirty="0"/>
            <a:t>פוטנציאל לשינוי</a:t>
          </a:r>
        </a:p>
      </dgm:t>
    </dgm:pt>
    <dgm:pt modelId="{91EFD704-A880-4183-8790-734870AE7066}" type="parTrans" cxnId="{59DE15F8-15BE-4E2B-B425-43E8279EABBD}">
      <dgm:prSet/>
      <dgm:spPr/>
      <dgm:t>
        <a:bodyPr/>
        <a:lstStyle/>
        <a:p>
          <a:pPr rtl="1"/>
          <a:endParaRPr lang="he-IL"/>
        </a:p>
      </dgm:t>
    </dgm:pt>
    <dgm:pt modelId="{8389783D-60FC-4A95-B593-7C7D99EC10C8}" type="sibTrans" cxnId="{59DE15F8-15BE-4E2B-B425-43E8279EABBD}">
      <dgm:prSet/>
      <dgm:spPr/>
      <dgm:t>
        <a:bodyPr/>
        <a:lstStyle/>
        <a:p>
          <a:pPr rtl="1"/>
          <a:endParaRPr lang="he-IL"/>
        </a:p>
      </dgm:t>
    </dgm:pt>
    <dgm:pt modelId="{3FAF7B70-39A2-496E-9AC3-A46252D716EF}">
      <dgm:prSet phldrT="[Text]"/>
      <dgm:spPr>
        <a:solidFill>
          <a:schemeClr val="bg2">
            <a:lumMod val="90000"/>
          </a:schemeClr>
        </a:solidFill>
      </dgm:spPr>
      <dgm:t>
        <a:bodyPr/>
        <a:lstStyle/>
        <a:p>
          <a:pPr rtl="1"/>
          <a:r>
            <a:rPr lang="he-IL" dirty="0"/>
            <a:t>החמרה</a:t>
          </a:r>
        </a:p>
      </dgm:t>
    </dgm:pt>
    <dgm:pt modelId="{934BAC5D-8DFC-4F67-8074-2E67667021AE}" type="parTrans" cxnId="{5E946A5B-C096-4D2B-A32D-9D8BB3F90A39}">
      <dgm:prSet/>
      <dgm:spPr/>
      <dgm:t>
        <a:bodyPr/>
        <a:lstStyle/>
        <a:p>
          <a:pPr rtl="1"/>
          <a:endParaRPr lang="he-IL"/>
        </a:p>
      </dgm:t>
    </dgm:pt>
    <dgm:pt modelId="{5E537A8F-BD82-4106-B176-FB18BEE89ECA}" type="sibTrans" cxnId="{5E946A5B-C096-4D2B-A32D-9D8BB3F90A39}">
      <dgm:prSet/>
      <dgm:spPr/>
      <dgm:t>
        <a:bodyPr/>
        <a:lstStyle/>
        <a:p>
          <a:pPr rtl="1"/>
          <a:endParaRPr lang="he-IL"/>
        </a:p>
      </dgm:t>
    </dgm:pt>
    <dgm:pt modelId="{F17E8FD6-FBE5-444C-9B30-CE531FB055A6}">
      <dgm:prSet phldrT="[Text]"/>
      <dgm:spPr>
        <a:solidFill>
          <a:srgbClr val="47D45A"/>
        </a:solidFill>
      </dgm:spPr>
      <dgm:t>
        <a:bodyPr/>
        <a:lstStyle/>
        <a:p>
          <a:pPr rtl="1"/>
          <a:r>
            <a:rPr lang="he-IL" b="1" dirty="0"/>
            <a:t>צרכים (מענים)</a:t>
          </a:r>
        </a:p>
      </dgm:t>
    </dgm:pt>
    <dgm:pt modelId="{3CC15007-BE2C-465C-BD77-B2ADFC7DCEDB}" type="parTrans" cxnId="{37B53E9E-47F1-474E-BEAB-733DB0AE59E7}">
      <dgm:prSet/>
      <dgm:spPr/>
      <dgm:t>
        <a:bodyPr/>
        <a:lstStyle/>
        <a:p>
          <a:pPr rtl="1"/>
          <a:endParaRPr lang="he-IL"/>
        </a:p>
      </dgm:t>
    </dgm:pt>
    <dgm:pt modelId="{FBB39A4E-3AAE-4301-90C5-36E68283DB29}" type="sibTrans" cxnId="{37B53E9E-47F1-474E-BEAB-733DB0AE59E7}">
      <dgm:prSet/>
      <dgm:spPr/>
      <dgm:t>
        <a:bodyPr/>
        <a:lstStyle/>
        <a:p>
          <a:pPr rtl="1"/>
          <a:endParaRPr lang="he-IL"/>
        </a:p>
      </dgm:t>
    </dgm:pt>
    <dgm:pt modelId="{EC2B0D70-AD6F-47DD-AC6A-79610E59FE0E}" type="pres">
      <dgm:prSet presAssocID="{B20C6F0D-F06B-418C-A1D9-BC8468E2B35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rtl="1"/>
          <a:endParaRPr lang="he-IL"/>
        </a:p>
      </dgm:t>
    </dgm:pt>
    <dgm:pt modelId="{D49FE569-2685-4110-A6EA-EF1B89AB27EE}" type="pres">
      <dgm:prSet presAssocID="{133A3C8F-7422-4F30-AADD-BE62FE8E99F7}" presName="compNode" presStyleCnt="0"/>
      <dgm:spPr/>
    </dgm:pt>
    <dgm:pt modelId="{57D68578-4F5B-46FD-BD9F-005021B8633D}" type="pres">
      <dgm:prSet presAssocID="{133A3C8F-7422-4F30-AADD-BE62FE8E99F7}" presName="aNode" presStyleLbl="bgShp" presStyleIdx="0" presStyleCnt="1" custLinFactNeighborX="-5647" custLinFactNeighborY="-3052"/>
      <dgm:spPr/>
      <dgm:t>
        <a:bodyPr/>
        <a:lstStyle/>
        <a:p>
          <a:pPr rtl="1"/>
          <a:endParaRPr lang="he-IL"/>
        </a:p>
      </dgm:t>
    </dgm:pt>
    <dgm:pt modelId="{B9E62BCF-2C34-4A2E-A9B0-DB4A0599C53D}" type="pres">
      <dgm:prSet presAssocID="{133A3C8F-7422-4F30-AADD-BE62FE8E99F7}" presName="textNode" presStyleLbl="bgShp" presStyleIdx="0" presStyleCnt="1"/>
      <dgm:spPr/>
      <dgm:t>
        <a:bodyPr/>
        <a:lstStyle/>
        <a:p>
          <a:pPr rtl="1"/>
          <a:endParaRPr lang="he-IL"/>
        </a:p>
      </dgm:t>
    </dgm:pt>
    <dgm:pt modelId="{AAA4ABC2-89F2-46D0-855D-8A370A92F1E9}" type="pres">
      <dgm:prSet presAssocID="{133A3C8F-7422-4F30-AADD-BE62FE8E99F7}" presName="compChildNode" presStyleCnt="0"/>
      <dgm:spPr/>
    </dgm:pt>
    <dgm:pt modelId="{A0DC41F0-6D0D-47A6-B551-A152D8137F5B}" type="pres">
      <dgm:prSet presAssocID="{133A3C8F-7422-4F30-AADD-BE62FE8E99F7}" presName="theInnerList" presStyleCnt="0"/>
      <dgm:spPr/>
    </dgm:pt>
    <dgm:pt modelId="{1BDC3A37-3D38-4B98-B219-0CD4BCB770D7}" type="pres">
      <dgm:prSet presAssocID="{306B5C8F-77F6-4580-ADFB-65C0784D5161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09C22A9B-50E3-4BAE-8A5C-1C3EEDF947AC}" type="pres">
      <dgm:prSet presAssocID="{306B5C8F-77F6-4580-ADFB-65C0784D5161}" presName="aSpace2" presStyleCnt="0"/>
      <dgm:spPr/>
    </dgm:pt>
    <dgm:pt modelId="{A0E3EBC1-7CF3-428A-B0DB-7603D9746C71}" type="pres">
      <dgm:prSet presAssocID="{3FAF7B70-39A2-496E-9AC3-A46252D716EF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2F1F053D-3C14-4CE7-800E-5B269E325069}" type="pres">
      <dgm:prSet presAssocID="{3FAF7B70-39A2-496E-9AC3-A46252D716EF}" presName="aSpace2" presStyleCnt="0"/>
      <dgm:spPr/>
    </dgm:pt>
    <dgm:pt modelId="{D03E37D0-5DBD-43BE-986C-5AB2A5E23658}" type="pres">
      <dgm:prSet presAssocID="{82FF10E8-5B55-42CB-A6A0-80A25EF88770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E1A390F5-65BF-4120-B739-4F9D93A33B3E}" type="pres">
      <dgm:prSet presAssocID="{82FF10E8-5B55-42CB-A6A0-80A25EF88770}" presName="aSpace2" presStyleCnt="0"/>
      <dgm:spPr/>
    </dgm:pt>
    <dgm:pt modelId="{8F88CC90-110F-4F4C-96D4-0692EA6D10D2}" type="pres">
      <dgm:prSet presAssocID="{F38B8F89-02FD-461B-8939-377643C89383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0E089913-60DF-4D05-B699-292350270F3E}" type="pres">
      <dgm:prSet presAssocID="{F38B8F89-02FD-461B-8939-377643C89383}" presName="aSpace2" presStyleCnt="0"/>
      <dgm:spPr/>
    </dgm:pt>
    <dgm:pt modelId="{70AC0FC1-2FAA-45DC-8278-0BFF7670FD66}" type="pres">
      <dgm:prSet presAssocID="{E6A59511-846A-412D-82EF-B6B414B1DD56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F5DAF8F6-494A-40B6-BAE7-387202DB0532}" type="pres">
      <dgm:prSet presAssocID="{E6A59511-846A-412D-82EF-B6B414B1DD56}" presName="aSpace2" presStyleCnt="0"/>
      <dgm:spPr/>
    </dgm:pt>
    <dgm:pt modelId="{1C14F40B-7DF4-4396-B057-D2DA0961EE12}" type="pres">
      <dgm:prSet presAssocID="{F17E8FD6-FBE5-444C-9B30-CE531FB055A6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</dgm:ptLst>
  <dgm:cxnLst>
    <dgm:cxn modelId="{EBA28276-C290-4288-B370-DEF820111F54}" type="presOf" srcId="{82FF10E8-5B55-42CB-A6A0-80A25EF88770}" destId="{D03E37D0-5DBD-43BE-986C-5AB2A5E23658}" srcOrd="0" destOrd="0" presId="urn:microsoft.com/office/officeart/2005/8/layout/lProcess2"/>
    <dgm:cxn modelId="{936EF36A-0100-4DA3-9270-13BC4AFBA4C9}" type="presOf" srcId="{F38B8F89-02FD-461B-8939-377643C89383}" destId="{8F88CC90-110F-4F4C-96D4-0692EA6D10D2}" srcOrd="0" destOrd="0" presId="urn:microsoft.com/office/officeart/2005/8/layout/lProcess2"/>
    <dgm:cxn modelId="{F6A2DC80-F3C0-4266-AB1D-730C04D6EFC0}" type="presOf" srcId="{B20C6F0D-F06B-418C-A1D9-BC8468E2B35A}" destId="{EC2B0D70-AD6F-47DD-AC6A-79610E59FE0E}" srcOrd="0" destOrd="0" presId="urn:microsoft.com/office/officeart/2005/8/layout/lProcess2"/>
    <dgm:cxn modelId="{01593E02-65A1-4A58-96B1-D59F5034E276}" srcId="{133A3C8F-7422-4F30-AADD-BE62FE8E99F7}" destId="{306B5C8F-77F6-4580-ADFB-65C0784D5161}" srcOrd="0" destOrd="0" parTransId="{4412ADBB-4ED5-4F52-BB10-CF7C39FB7C21}" sibTransId="{91DF5B55-7B5A-4907-876E-BC412C6FAED7}"/>
    <dgm:cxn modelId="{5CA9CBB5-BA87-42BD-B04C-352BE505FD6B}" srcId="{133A3C8F-7422-4F30-AADD-BE62FE8E99F7}" destId="{F38B8F89-02FD-461B-8939-377643C89383}" srcOrd="3" destOrd="0" parTransId="{F9378A84-BD85-4031-B6FD-E959CADBD3A2}" sibTransId="{828E03D5-F7D2-4D7C-9284-A4A939CBB4C7}"/>
    <dgm:cxn modelId="{943A86CD-8F11-4052-BC62-FAE926D1D0E8}" srcId="{133A3C8F-7422-4F30-AADD-BE62FE8E99F7}" destId="{E6A59511-846A-412D-82EF-B6B414B1DD56}" srcOrd="4" destOrd="0" parTransId="{2EA713FD-A67C-4250-A176-7EEDB542DFC5}" sibTransId="{6FFF35E1-8C69-4B6B-8F12-24F242B7DDED}"/>
    <dgm:cxn modelId="{37B53E9E-47F1-474E-BEAB-733DB0AE59E7}" srcId="{133A3C8F-7422-4F30-AADD-BE62FE8E99F7}" destId="{F17E8FD6-FBE5-444C-9B30-CE531FB055A6}" srcOrd="5" destOrd="0" parTransId="{3CC15007-BE2C-465C-BD77-B2ADFC7DCEDB}" sibTransId="{FBB39A4E-3AAE-4301-90C5-36E68283DB29}"/>
    <dgm:cxn modelId="{5E946A5B-C096-4D2B-A32D-9D8BB3F90A39}" srcId="{133A3C8F-7422-4F30-AADD-BE62FE8E99F7}" destId="{3FAF7B70-39A2-496E-9AC3-A46252D716EF}" srcOrd="1" destOrd="0" parTransId="{934BAC5D-8DFC-4F67-8074-2E67667021AE}" sibTransId="{5E537A8F-BD82-4106-B176-FB18BEE89ECA}"/>
    <dgm:cxn modelId="{7120579A-4CC7-4583-98A3-0AE34048E701}" srcId="{B20C6F0D-F06B-418C-A1D9-BC8468E2B35A}" destId="{133A3C8F-7422-4F30-AADD-BE62FE8E99F7}" srcOrd="0" destOrd="0" parTransId="{E6F06AD2-9E01-4549-AF1D-269C7795F626}" sibTransId="{D5EA5208-DECB-43FA-AFDA-778A941AD232}"/>
    <dgm:cxn modelId="{0A2F2CE3-50CB-4F54-82C5-4AE40170C912}" type="presOf" srcId="{F17E8FD6-FBE5-444C-9B30-CE531FB055A6}" destId="{1C14F40B-7DF4-4396-B057-D2DA0961EE12}" srcOrd="0" destOrd="0" presId="urn:microsoft.com/office/officeart/2005/8/layout/lProcess2"/>
    <dgm:cxn modelId="{E6D881C0-2C09-4584-85E5-1EBA84AB604E}" type="presOf" srcId="{133A3C8F-7422-4F30-AADD-BE62FE8E99F7}" destId="{B9E62BCF-2C34-4A2E-A9B0-DB4A0599C53D}" srcOrd="1" destOrd="0" presId="urn:microsoft.com/office/officeart/2005/8/layout/lProcess2"/>
    <dgm:cxn modelId="{1850E440-900D-4E99-A354-B76E747A52AB}" type="presOf" srcId="{3FAF7B70-39A2-496E-9AC3-A46252D716EF}" destId="{A0E3EBC1-7CF3-428A-B0DB-7603D9746C71}" srcOrd="0" destOrd="0" presId="urn:microsoft.com/office/officeart/2005/8/layout/lProcess2"/>
    <dgm:cxn modelId="{E5078E13-342F-408A-8CBF-74A6CD53AB7A}" type="presOf" srcId="{306B5C8F-77F6-4580-ADFB-65C0784D5161}" destId="{1BDC3A37-3D38-4B98-B219-0CD4BCB770D7}" srcOrd="0" destOrd="0" presId="urn:microsoft.com/office/officeart/2005/8/layout/lProcess2"/>
    <dgm:cxn modelId="{59DE15F8-15BE-4E2B-B425-43E8279EABBD}" srcId="{133A3C8F-7422-4F30-AADD-BE62FE8E99F7}" destId="{82FF10E8-5B55-42CB-A6A0-80A25EF88770}" srcOrd="2" destOrd="0" parTransId="{91EFD704-A880-4183-8790-734870AE7066}" sibTransId="{8389783D-60FC-4A95-B593-7C7D99EC10C8}"/>
    <dgm:cxn modelId="{6729FD81-9965-4C1C-85BA-05CF2158DA7B}" type="presOf" srcId="{133A3C8F-7422-4F30-AADD-BE62FE8E99F7}" destId="{57D68578-4F5B-46FD-BD9F-005021B8633D}" srcOrd="0" destOrd="0" presId="urn:microsoft.com/office/officeart/2005/8/layout/lProcess2"/>
    <dgm:cxn modelId="{A2DE0342-7F22-41C4-9CB8-568BD6942E0A}" type="presOf" srcId="{E6A59511-846A-412D-82EF-B6B414B1DD56}" destId="{70AC0FC1-2FAA-45DC-8278-0BFF7670FD66}" srcOrd="0" destOrd="0" presId="urn:microsoft.com/office/officeart/2005/8/layout/lProcess2"/>
    <dgm:cxn modelId="{B221B1E2-6EA1-4B96-A7B1-030A9979201F}" type="presParOf" srcId="{EC2B0D70-AD6F-47DD-AC6A-79610E59FE0E}" destId="{D49FE569-2685-4110-A6EA-EF1B89AB27EE}" srcOrd="0" destOrd="0" presId="urn:microsoft.com/office/officeart/2005/8/layout/lProcess2"/>
    <dgm:cxn modelId="{D2D27851-14D1-40DE-8B6B-9A812A459703}" type="presParOf" srcId="{D49FE569-2685-4110-A6EA-EF1B89AB27EE}" destId="{57D68578-4F5B-46FD-BD9F-005021B8633D}" srcOrd="0" destOrd="0" presId="urn:microsoft.com/office/officeart/2005/8/layout/lProcess2"/>
    <dgm:cxn modelId="{98317016-4D18-498F-9069-4A2E6585E9E8}" type="presParOf" srcId="{D49FE569-2685-4110-A6EA-EF1B89AB27EE}" destId="{B9E62BCF-2C34-4A2E-A9B0-DB4A0599C53D}" srcOrd="1" destOrd="0" presId="urn:microsoft.com/office/officeart/2005/8/layout/lProcess2"/>
    <dgm:cxn modelId="{7D9719A3-FBFF-4449-BDE8-E88BB66DA844}" type="presParOf" srcId="{D49FE569-2685-4110-A6EA-EF1B89AB27EE}" destId="{AAA4ABC2-89F2-46D0-855D-8A370A92F1E9}" srcOrd="2" destOrd="0" presId="urn:microsoft.com/office/officeart/2005/8/layout/lProcess2"/>
    <dgm:cxn modelId="{19B907BC-2CAF-418B-AE22-854AF19FAC15}" type="presParOf" srcId="{AAA4ABC2-89F2-46D0-855D-8A370A92F1E9}" destId="{A0DC41F0-6D0D-47A6-B551-A152D8137F5B}" srcOrd="0" destOrd="0" presId="urn:microsoft.com/office/officeart/2005/8/layout/lProcess2"/>
    <dgm:cxn modelId="{A09592A5-464D-4AED-84DE-BDF299D97635}" type="presParOf" srcId="{A0DC41F0-6D0D-47A6-B551-A152D8137F5B}" destId="{1BDC3A37-3D38-4B98-B219-0CD4BCB770D7}" srcOrd="0" destOrd="0" presId="urn:microsoft.com/office/officeart/2005/8/layout/lProcess2"/>
    <dgm:cxn modelId="{63922854-A26B-416A-9D1B-9B5B0C22E5E7}" type="presParOf" srcId="{A0DC41F0-6D0D-47A6-B551-A152D8137F5B}" destId="{09C22A9B-50E3-4BAE-8A5C-1C3EEDF947AC}" srcOrd="1" destOrd="0" presId="urn:microsoft.com/office/officeart/2005/8/layout/lProcess2"/>
    <dgm:cxn modelId="{631BA6A7-0034-4524-88CC-E97D0F2EF170}" type="presParOf" srcId="{A0DC41F0-6D0D-47A6-B551-A152D8137F5B}" destId="{A0E3EBC1-7CF3-428A-B0DB-7603D9746C71}" srcOrd="2" destOrd="0" presId="urn:microsoft.com/office/officeart/2005/8/layout/lProcess2"/>
    <dgm:cxn modelId="{4B1230D5-88AE-4E01-ACB3-376945F74C95}" type="presParOf" srcId="{A0DC41F0-6D0D-47A6-B551-A152D8137F5B}" destId="{2F1F053D-3C14-4CE7-800E-5B269E325069}" srcOrd="3" destOrd="0" presId="urn:microsoft.com/office/officeart/2005/8/layout/lProcess2"/>
    <dgm:cxn modelId="{2C57750F-A4EB-4B00-BF51-A16059EFDE3B}" type="presParOf" srcId="{A0DC41F0-6D0D-47A6-B551-A152D8137F5B}" destId="{D03E37D0-5DBD-43BE-986C-5AB2A5E23658}" srcOrd="4" destOrd="0" presId="urn:microsoft.com/office/officeart/2005/8/layout/lProcess2"/>
    <dgm:cxn modelId="{B0077130-D8FA-4AF2-8F3D-54D1360550B7}" type="presParOf" srcId="{A0DC41F0-6D0D-47A6-B551-A152D8137F5B}" destId="{E1A390F5-65BF-4120-B739-4F9D93A33B3E}" srcOrd="5" destOrd="0" presId="urn:microsoft.com/office/officeart/2005/8/layout/lProcess2"/>
    <dgm:cxn modelId="{6E0847FE-1FA5-4639-8395-8850DE367266}" type="presParOf" srcId="{A0DC41F0-6D0D-47A6-B551-A152D8137F5B}" destId="{8F88CC90-110F-4F4C-96D4-0692EA6D10D2}" srcOrd="6" destOrd="0" presId="urn:microsoft.com/office/officeart/2005/8/layout/lProcess2"/>
    <dgm:cxn modelId="{5BE114B1-F91B-4F56-BF16-C153CA6499A3}" type="presParOf" srcId="{A0DC41F0-6D0D-47A6-B551-A152D8137F5B}" destId="{0E089913-60DF-4D05-B699-292350270F3E}" srcOrd="7" destOrd="0" presId="urn:microsoft.com/office/officeart/2005/8/layout/lProcess2"/>
    <dgm:cxn modelId="{2FEAA28A-03E5-4CD8-B25B-ABD55A1F47C9}" type="presParOf" srcId="{A0DC41F0-6D0D-47A6-B551-A152D8137F5B}" destId="{70AC0FC1-2FAA-45DC-8278-0BFF7670FD66}" srcOrd="8" destOrd="0" presId="urn:microsoft.com/office/officeart/2005/8/layout/lProcess2"/>
    <dgm:cxn modelId="{7453EF15-0972-419F-9503-BF65AC3BD7E5}" type="presParOf" srcId="{A0DC41F0-6D0D-47A6-B551-A152D8137F5B}" destId="{F5DAF8F6-494A-40B6-BAE7-387202DB0532}" srcOrd="9" destOrd="0" presId="urn:microsoft.com/office/officeart/2005/8/layout/lProcess2"/>
    <dgm:cxn modelId="{D44B0E54-CEBD-49BE-8A28-B4BEA347D845}" type="presParOf" srcId="{A0DC41F0-6D0D-47A6-B551-A152D8137F5B}" destId="{1C14F40B-7DF4-4396-B057-D2DA0961EE12}" srcOrd="1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B37574-ECC2-4DD3-8B00-670BC78C3696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0C980734-ED87-405A-9065-07A743548D7D}">
      <dgm:prSet phldrT="[Text]"/>
      <dgm:spPr>
        <a:xfrm>
          <a:off x="829213" y="155193"/>
          <a:ext cx="2005584" cy="2005584"/>
        </a:xfrm>
        <a:prstGeom prst="pie">
          <a:avLst>
            <a:gd name="adj1" fmla="val 16200000"/>
            <a:gd name="adj2" fmla="val 18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rtl="1">
            <a:buNone/>
          </a:pPr>
          <a:endParaRPr lang="he-IL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gm:t>
    </dgm:pt>
    <dgm:pt modelId="{CC7F1256-F884-407E-A45F-9B9290CD0C48}" type="parTrans" cxnId="{BFD61770-7C4C-4CDC-A300-CE96C50FDF92}">
      <dgm:prSet/>
      <dgm:spPr/>
      <dgm:t>
        <a:bodyPr/>
        <a:lstStyle/>
        <a:p>
          <a:pPr rtl="1"/>
          <a:endParaRPr lang="he-IL"/>
        </a:p>
      </dgm:t>
    </dgm:pt>
    <dgm:pt modelId="{154FD5FA-238A-4111-9565-B5D5E9D3ED66}" type="sibTrans" cxnId="{BFD61770-7C4C-4CDC-A300-CE96C50FDF92}">
      <dgm:prSet/>
      <dgm:spPr/>
      <dgm:t>
        <a:bodyPr/>
        <a:lstStyle/>
        <a:p>
          <a:pPr rtl="1"/>
          <a:endParaRPr lang="he-IL"/>
        </a:p>
      </dgm:t>
    </dgm:pt>
    <dgm:pt modelId="{EF84845B-5B9D-4A97-B053-3F7EFB4C3C9D}">
      <dgm:prSet phldrT="[Text]"/>
      <dgm:spPr>
        <a:xfrm>
          <a:off x="787907" y="226821"/>
          <a:ext cx="2005584" cy="2005584"/>
        </a:xfrm>
        <a:prstGeom prst="pie">
          <a:avLst>
            <a:gd name="adj1" fmla="val 1800000"/>
            <a:gd name="adj2" fmla="val 9000000"/>
          </a:avLst>
        </a:prstGeom>
        <a:solidFill>
          <a:srgbClr val="196B24">
            <a:lumMod val="60000"/>
            <a:lumOff val="4000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rtl="1">
            <a:buNone/>
          </a:pPr>
          <a:endParaRPr lang="he-IL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gm:t>
    </dgm:pt>
    <dgm:pt modelId="{19E748B6-8F3B-4A36-B42C-48B21BB30F4C}" type="parTrans" cxnId="{DDFF22E0-BEAE-4AE8-A18A-045EC9AC3EDC}">
      <dgm:prSet/>
      <dgm:spPr/>
      <dgm:t>
        <a:bodyPr/>
        <a:lstStyle/>
        <a:p>
          <a:pPr rtl="1"/>
          <a:endParaRPr lang="he-IL"/>
        </a:p>
      </dgm:t>
    </dgm:pt>
    <dgm:pt modelId="{B9AC7052-9EB4-40AD-AB23-D5EB51133AE0}" type="sibTrans" cxnId="{DDFF22E0-BEAE-4AE8-A18A-045EC9AC3EDC}">
      <dgm:prSet/>
      <dgm:spPr/>
      <dgm:t>
        <a:bodyPr/>
        <a:lstStyle/>
        <a:p>
          <a:pPr rtl="1"/>
          <a:endParaRPr lang="he-IL"/>
        </a:p>
      </dgm:t>
    </dgm:pt>
    <dgm:pt modelId="{256E5C23-1DE5-44AC-9339-048519D002C5}">
      <dgm:prSet phldrT="[Text]"/>
      <dgm:spPr>
        <a:xfrm>
          <a:off x="746602" y="155193"/>
          <a:ext cx="2005584" cy="2005584"/>
        </a:xfrm>
        <a:prstGeom prst="pie">
          <a:avLst>
            <a:gd name="adj1" fmla="val 9000000"/>
            <a:gd name="adj2" fmla="val 162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rtl="1">
            <a:buNone/>
          </a:pPr>
          <a:endParaRPr lang="he-IL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gm:t>
    </dgm:pt>
    <dgm:pt modelId="{8590B8FD-261D-48D4-8CA9-5A30FB5390AB}" type="sibTrans" cxnId="{B3565289-5C1D-44FB-83A9-B06F9DF31E20}">
      <dgm:prSet/>
      <dgm:spPr/>
      <dgm:t>
        <a:bodyPr/>
        <a:lstStyle/>
        <a:p>
          <a:pPr rtl="1"/>
          <a:endParaRPr lang="he-IL"/>
        </a:p>
      </dgm:t>
    </dgm:pt>
    <dgm:pt modelId="{15BCE408-7C91-4D17-B45D-143F0569E934}" type="parTrans" cxnId="{B3565289-5C1D-44FB-83A9-B06F9DF31E20}">
      <dgm:prSet/>
      <dgm:spPr/>
      <dgm:t>
        <a:bodyPr/>
        <a:lstStyle/>
        <a:p>
          <a:pPr rtl="1"/>
          <a:endParaRPr lang="he-IL"/>
        </a:p>
      </dgm:t>
    </dgm:pt>
    <dgm:pt modelId="{7630D0EB-5A11-4B7D-A50E-4B29C863A795}" type="pres">
      <dgm:prSet presAssocID="{38B37574-ECC2-4DD3-8B00-670BC78C3696}" presName="compositeShape" presStyleCnt="0">
        <dgm:presLayoutVars>
          <dgm:chMax val="7"/>
          <dgm:dir/>
          <dgm:resizeHandles val="exact"/>
        </dgm:presLayoutVars>
      </dgm:prSet>
      <dgm:spPr/>
    </dgm:pt>
    <dgm:pt modelId="{305BD884-F931-453F-A7F4-8071BA81C54A}" type="pres">
      <dgm:prSet presAssocID="{38B37574-ECC2-4DD3-8B00-670BC78C3696}" presName="wedge1" presStyleLbl="node1" presStyleIdx="0" presStyleCnt="3"/>
      <dgm:spPr/>
      <dgm:t>
        <a:bodyPr/>
        <a:lstStyle/>
        <a:p>
          <a:pPr rtl="1"/>
          <a:endParaRPr lang="he-IL"/>
        </a:p>
      </dgm:t>
    </dgm:pt>
    <dgm:pt modelId="{7D72A82C-F1CB-49E4-AEBC-18CCC1B1A445}" type="pres">
      <dgm:prSet presAssocID="{38B37574-ECC2-4DD3-8B00-670BC78C3696}" presName="dummy1a" presStyleCnt="0"/>
      <dgm:spPr/>
    </dgm:pt>
    <dgm:pt modelId="{374B8458-DB3B-4CA2-B3DD-0992BD6A97AE}" type="pres">
      <dgm:prSet presAssocID="{38B37574-ECC2-4DD3-8B00-670BC78C3696}" presName="dummy1b" presStyleCnt="0"/>
      <dgm:spPr/>
    </dgm:pt>
    <dgm:pt modelId="{D2FC8237-BCA0-4AE2-94CA-B36933266BA7}" type="pres">
      <dgm:prSet presAssocID="{38B37574-ECC2-4DD3-8B00-670BC78C369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AB0EE430-4EA6-44B1-B0DB-098A70833B8A}" type="pres">
      <dgm:prSet presAssocID="{38B37574-ECC2-4DD3-8B00-670BC78C3696}" presName="wedge2" presStyleLbl="node1" presStyleIdx="1" presStyleCnt="3"/>
      <dgm:spPr/>
      <dgm:t>
        <a:bodyPr/>
        <a:lstStyle/>
        <a:p>
          <a:pPr rtl="1"/>
          <a:endParaRPr lang="he-IL"/>
        </a:p>
      </dgm:t>
    </dgm:pt>
    <dgm:pt modelId="{78206F97-9812-435A-A0A2-4D4E64C3B1CB}" type="pres">
      <dgm:prSet presAssocID="{38B37574-ECC2-4DD3-8B00-670BC78C3696}" presName="dummy2a" presStyleCnt="0"/>
      <dgm:spPr/>
    </dgm:pt>
    <dgm:pt modelId="{16C36139-B069-4A17-BE52-01CE08A72D98}" type="pres">
      <dgm:prSet presAssocID="{38B37574-ECC2-4DD3-8B00-670BC78C3696}" presName="dummy2b" presStyleCnt="0"/>
      <dgm:spPr/>
    </dgm:pt>
    <dgm:pt modelId="{9034D020-A05E-48AB-9839-4B1B7E735F13}" type="pres">
      <dgm:prSet presAssocID="{38B37574-ECC2-4DD3-8B00-670BC78C369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2665CE6F-72A5-4A6C-B815-966EEDD6965D}" type="pres">
      <dgm:prSet presAssocID="{38B37574-ECC2-4DD3-8B00-670BC78C3696}" presName="wedge3" presStyleLbl="node1" presStyleIdx="2" presStyleCnt="3"/>
      <dgm:spPr/>
      <dgm:t>
        <a:bodyPr/>
        <a:lstStyle/>
        <a:p>
          <a:pPr rtl="1"/>
          <a:endParaRPr lang="he-IL"/>
        </a:p>
      </dgm:t>
    </dgm:pt>
    <dgm:pt modelId="{1BB7C8C8-6A02-43A4-99DF-C80EC5EEB25A}" type="pres">
      <dgm:prSet presAssocID="{38B37574-ECC2-4DD3-8B00-670BC78C3696}" presName="dummy3a" presStyleCnt="0"/>
      <dgm:spPr/>
    </dgm:pt>
    <dgm:pt modelId="{D8D8497B-8EBA-4302-BBB9-6DBB0A4E9D50}" type="pres">
      <dgm:prSet presAssocID="{38B37574-ECC2-4DD3-8B00-670BC78C3696}" presName="dummy3b" presStyleCnt="0"/>
      <dgm:spPr/>
    </dgm:pt>
    <dgm:pt modelId="{FAE3BFD6-9A45-4723-B8E6-AB4CF7214A82}" type="pres">
      <dgm:prSet presAssocID="{38B37574-ECC2-4DD3-8B00-670BC78C369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E7EE61F7-E7A5-4A47-9088-6CD96FD4F5AF}" type="pres">
      <dgm:prSet presAssocID="{154FD5FA-238A-4111-9565-B5D5E9D3ED66}" presName="arrowWedge1" presStyleLbl="fgSibTrans2D1" presStyleIdx="0" presStyleCnt="3"/>
      <dgm:spPr>
        <a:xfrm>
          <a:off x="705223" y="31038"/>
          <a:ext cx="2253894" cy="2253894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F8E3D895-EBE1-419B-8C7C-2E4B3DEDC732}" type="pres">
      <dgm:prSet presAssocID="{B9AC7052-9EB4-40AD-AB23-D5EB51133AE0}" presName="arrowWedge2" presStyleLbl="fgSibTrans2D1" presStyleIdx="1" presStyleCnt="3"/>
      <dgm:spPr>
        <a:xfrm>
          <a:off x="663752" y="102539"/>
          <a:ext cx="2253894" cy="2253894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A33B9E06-859D-495E-A813-54B81D7B8238}" type="pres">
      <dgm:prSet presAssocID="{8590B8FD-261D-48D4-8CA9-5A30FB5390AB}" presName="arrowWedge3" presStyleLbl="fgSibTrans2D1" presStyleIdx="2" presStyleCnt="3"/>
      <dgm:spPr>
        <a:xfrm>
          <a:off x="622281" y="31038"/>
          <a:ext cx="2253894" cy="2253894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</dgm:ptLst>
  <dgm:cxnLst>
    <dgm:cxn modelId="{B3565289-5C1D-44FB-83A9-B06F9DF31E20}" srcId="{38B37574-ECC2-4DD3-8B00-670BC78C3696}" destId="{256E5C23-1DE5-44AC-9339-048519D002C5}" srcOrd="2" destOrd="0" parTransId="{15BCE408-7C91-4D17-B45D-143F0569E934}" sibTransId="{8590B8FD-261D-48D4-8CA9-5A30FB5390AB}"/>
    <dgm:cxn modelId="{E2EFD7FD-1198-49F8-A0E8-B429C7DE3327}" type="presOf" srcId="{256E5C23-1DE5-44AC-9339-048519D002C5}" destId="{FAE3BFD6-9A45-4723-B8E6-AB4CF7214A82}" srcOrd="1" destOrd="0" presId="urn:microsoft.com/office/officeart/2005/8/layout/cycle8"/>
    <dgm:cxn modelId="{6BE59F30-750C-4134-9C9E-71D4937529F2}" type="presOf" srcId="{38B37574-ECC2-4DD3-8B00-670BC78C3696}" destId="{7630D0EB-5A11-4B7D-A50E-4B29C863A795}" srcOrd="0" destOrd="0" presId="urn:microsoft.com/office/officeart/2005/8/layout/cycle8"/>
    <dgm:cxn modelId="{DDFF22E0-BEAE-4AE8-A18A-045EC9AC3EDC}" srcId="{38B37574-ECC2-4DD3-8B00-670BC78C3696}" destId="{EF84845B-5B9D-4A97-B053-3F7EFB4C3C9D}" srcOrd="1" destOrd="0" parTransId="{19E748B6-8F3B-4A36-B42C-48B21BB30F4C}" sibTransId="{B9AC7052-9EB4-40AD-AB23-D5EB51133AE0}"/>
    <dgm:cxn modelId="{AD6F9E15-A388-4B6D-A1BD-91DDA4E21A2C}" type="presOf" srcId="{256E5C23-1DE5-44AC-9339-048519D002C5}" destId="{2665CE6F-72A5-4A6C-B815-966EEDD6965D}" srcOrd="0" destOrd="0" presId="urn:microsoft.com/office/officeart/2005/8/layout/cycle8"/>
    <dgm:cxn modelId="{7B4B3F3A-F694-4073-95A8-A035DAD8E884}" type="presOf" srcId="{0C980734-ED87-405A-9065-07A743548D7D}" destId="{D2FC8237-BCA0-4AE2-94CA-B36933266BA7}" srcOrd="1" destOrd="0" presId="urn:microsoft.com/office/officeart/2005/8/layout/cycle8"/>
    <dgm:cxn modelId="{F0E08D5D-18C4-47E8-A643-BE5524B01821}" type="presOf" srcId="{0C980734-ED87-405A-9065-07A743548D7D}" destId="{305BD884-F931-453F-A7F4-8071BA81C54A}" srcOrd="0" destOrd="0" presId="urn:microsoft.com/office/officeart/2005/8/layout/cycle8"/>
    <dgm:cxn modelId="{BFD61770-7C4C-4CDC-A300-CE96C50FDF92}" srcId="{38B37574-ECC2-4DD3-8B00-670BC78C3696}" destId="{0C980734-ED87-405A-9065-07A743548D7D}" srcOrd="0" destOrd="0" parTransId="{CC7F1256-F884-407E-A45F-9B9290CD0C48}" sibTransId="{154FD5FA-238A-4111-9565-B5D5E9D3ED66}"/>
    <dgm:cxn modelId="{A8D363DE-4432-4D76-8F1F-88BF5811E121}" type="presOf" srcId="{EF84845B-5B9D-4A97-B053-3F7EFB4C3C9D}" destId="{AB0EE430-4EA6-44B1-B0DB-098A70833B8A}" srcOrd="0" destOrd="0" presId="urn:microsoft.com/office/officeart/2005/8/layout/cycle8"/>
    <dgm:cxn modelId="{1382BBB0-8D6D-4C71-818D-EBD3920E4080}" type="presOf" srcId="{EF84845B-5B9D-4A97-B053-3F7EFB4C3C9D}" destId="{9034D020-A05E-48AB-9839-4B1B7E735F13}" srcOrd="1" destOrd="0" presId="urn:microsoft.com/office/officeart/2005/8/layout/cycle8"/>
    <dgm:cxn modelId="{0F5B593B-3BBB-45AD-A949-0CE3DCFECDFE}" type="presParOf" srcId="{7630D0EB-5A11-4B7D-A50E-4B29C863A795}" destId="{305BD884-F931-453F-A7F4-8071BA81C54A}" srcOrd="0" destOrd="0" presId="urn:microsoft.com/office/officeart/2005/8/layout/cycle8"/>
    <dgm:cxn modelId="{9C531469-8E70-496B-8876-99FC5A52E8F2}" type="presParOf" srcId="{7630D0EB-5A11-4B7D-A50E-4B29C863A795}" destId="{7D72A82C-F1CB-49E4-AEBC-18CCC1B1A445}" srcOrd="1" destOrd="0" presId="urn:microsoft.com/office/officeart/2005/8/layout/cycle8"/>
    <dgm:cxn modelId="{50588A60-4249-4035-9DBC-340C9AA45199}" type="presParOf" srcId="{7630D0EB-5A11-4B7D-A50E-4B29C863A795}" destId="{374B8458-DB3B-4CA2-B3DD-0992BD6A97AE}" srcOrd="2" destOrd="0" presId="urn:microsoft.com/office/officeart/2005/8/layout/cycle8"/>
    <dgm:cxn modelId="{093E6193-B636-4E42-8423-4A8F5BB8E824}" type="presParOf" srcId="{7630D0EB-5A11-4B7D-A50E-4B29C863A795}" destId="{D2FC8237-BCA0-4AE2-94CA-B36933266BA7}" srcOrd="3" destOrd="0" presId="urn:microsoft.com/office/officeart/2005/8/layout/cycle8"/>
    <dgm:cxn modelId="{B06F30E7-D3CF-4E83-AC36-79F1F7D0531A}" type="presParOf" srcId="{7630D0EB-5A11-4B7D-A50E-4B29C863A795}" destId="{AB0EE430-4EA6-44B1-B0DB-098A70833B8A}" srcOrd="4" destOrd="0" presId="urn:microsoft.com/office/officeart/2005/8/layout/cycle8"/>
    <dgm:cxn modelId="{38ACFCF5-9B51-45FA-8ABA-FCED0D0FE362}" type="presParOf" srcId="{7630D0EB-5A11-4B7D-A50E-4B29C863A795}" destId="{78206F97-9812-435A-A0A2-4D4E64C3B1CB}" srcOrd="5" destOrd="0" presId="urn:microsoft.com/office/officeart/2005/8/layout/cycle8"/>
    <dgm:cxn modelId="{DC45EE60-D0BD-4806-B3EF-53D9A19B7B38}" type="presParOf" srcId="{7630D0EB-5A11-4B7D-A50E-4B29C863A795}" destId="{16C36139-B069-4A17-BE52-01CE08A72D98}" srcOrd="6" destOrd="0" presId="urn:microsoft.com/office/officeart/2005/8/layout/cycle8"/>
    <dgm:cxn modelId="{EFC5E187-6338-423D-8A53-B243D1D0AEB4}" type="presParOf" srcId="{7630D0EB-5A11-4B7D-A50E-4B29C863A795}" destId="{9034D020-A05E-48AB-9839-4B1B7E735F13}" srcOrd="7" destOrd="0" presId="urn:microsoft.com/office/officeart/2005/8/layout/cycle8"/>
    <dgm:cxn modelId="{7A791663-FC21-4DD3-9351-15875E26BF2B}" type="presParOf" srcId="{7630D0EB-5A11-4B7D-A50E-4B29C863A795}" destId="{2665CE6F-72A5-4A6C-B815-966EEDD6965D}" srcOrd="8" destOrd="0" presId="urn:microsoft.com/office/officeart/2005/8/layout/cycle8"/>
    <dgm:cxn modelId="{B12A116B-E960-4F3C-90CC-EB50424335DF}" type="presParOf" srcId="{7630D0EB-5A11-4B7D-A50E-4B29C863A795}" destId="{1BB7C8C8-6A02-43A4-99DF-C80EC5EEB25A}" srcOrd="9" destOrd="0" presId="urn:microsoft.com/office/officeart/2005/8/layout/cycle8"/>
    <dgm:cxn modelId="{6440D07D-8C34-4DB6-B6A0-672CC2F7DC13}" type="presParOf" srcId="{7630D0EB-5A11-4B7D-A50E-4B29C863A795}" destId="{D8D8497B-8EBA-4302-BBB9-6DBB0A4E9D50}" srcOrd="10" destOrd="0" presId="urn:microsoft.com/office/officeart/2005/8/layout/cycle8"/>
    <dgm:cxn modelId="{B7F56B94-3D6D-4C7D-BD8F-4C71184AEE5D}" type="presParOf" srcId="{7630D0EB-5A11-4B7D-A50E-4B29C863A795}" destId="{FAE3BFD6-9A45-4723-B8E6-AB4CF7214A82}" srcOrd="11" destOrd="0" presId="urn:microsoft.com/office/officeart/2005/8/layout/cycle8"/>
    <dgm:cxn modelId="{2747BFA9-4642-4AFF-8002-E4B32E368C4C}" type="presParOf" srcId="{7630D0EB-5A11-4B7D-A50E-4B29C863A795}" destId="{E7EE61F7-E7A5-4A47-9088-6CD96FD4F5AF}" srcOrd="12" destOrd="0" presId="urn:microsoft.com/office/officeart/2005/8/layout/cycle8"/>
    <dgm:cxn modelId="{79C8D2C6-2411-4DC0-9EA9-A552D450ED7B}" type="presParOf" srcId="{7630D0EB-5A11-4B7D-A50E-4B29C863A795}" destId="{F8E3D895-EBE1-419B-8C7C-2E4B3DEDC732}" srcOrd="13" destOrd="0" presId="urn:microsoft.com/office/officeart/2005/8/layout/cycle8"/>
    <dgm:cxn modelId="{A79C6144-734D-4EE4-B873-5D9883C8E679}" type="presParOf" srcId="{7630D0EB-5A11-4B7D-A50E-4B29C863A795}" destId="{A33B9E06-859D-495E-A813-54B81D7B8238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B37574-ECC2-4DD3-8B00-670BC78C3696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0C980734-ED87-405A-9065-07A743548D7D}">
      <dgm:prSet phldrT="[Text]"/>
      <dgm:spPr>
        <a:xfrm>
          <a:off x="829213" y="155193"/>
          <a:ext cx="2005584" cy="2005584"/>
        </a:xfrm>
        <a:prstGeom prst="pie">
          <a:avLst>
            <a:gd name="adj1" fmla="val 16200000"/>
            <a:gd name="adj2" fmla="val 18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rtl="1">
            <a:buNone/>
          </a:pPr>
          <a:endParaRPr lang="he-IL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gm:t>
    </dgm:pt>
    <dgm:pt modelId="{CC7F1256-F884-407E-A45F-9B9290CD0C48}" type="parTrans" cxnId="{BFD61770-7C4C-4CDC-A300-CE96C50FDF92}">
      <dgm:prSet/>
      <dgm:spPr/>
      <dgm:t>
        <a:bodyPr/>
        <a:lstStyle/>
        <a:p>
          <a:pPr rtl="1"/>
          <a:endParaRPr lang="he-IL"/>
        </a:p>
      </dgm:t>
    </dgm:pt>
    <dgm:pt modelId="{154FD5FA-238A-4111-9565-B5D5E9D3ED66}" type="sibTrans" cxnId="{BFD61770-7C4C-4CDC-A300-CE96C50FDF92}">
      <dgm:prSet/>
      <dgm:spPr/>
      <dgm:t>
        <a:bodyPr/>
        <a:lstStyle/>
        <a:p>
          <a:pPr rtl="1"/>
          <a:endParaRPr lang="he-IL"/>
        </a:p>
      </dgm:t>
    </dgm:pt>
    <dgm:pt modelId="{EF84845B-5B9D-4A97-B053-3F7EFB4C3C9D}">
      <dgm:prSet phldrT="[Text]"/>
      <dgm:spPr>
        <a:xfrm>
          <a:off x="787907" y="226821"/>
          <a:ext cx="2005584" cy="2005584"/>
        </a:xfrm>
        <a:prstGeom prst="pie">
          <a:avLst>
            <a:gd name="adj1" fmla="val 1800000"/>
            <a:gd name="adj2" fmla="val 9000000"/>
          </a:avLst>
        </a:prstGeom>
        <a:solidFill>
          <a:srgbClr val="196B24">
            <a:lumMod val="60000"/>
            <a:lumOff val="4000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rtl="1">
            <a:buNone/>
          </a:pPr>
          <a:endParaRPr lang="he-IL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gm:t>
    </dgm:pt>
    <dgm:pt modelId="{19E748B6-8F3B-4A36-B42C-48B21BB30F4C}" type="parTrans" cxnId="{DDFF22E0-BEAE-4AE8-A18A-045EC9AC3EDC}">
      <dgm:prSet/>
      <dgm:spPr/>
      <dgm:t>
        <a:bodyPr/>
        <a:lstStyle/>
        <a:p>
          <a:pPr rtl="1"/>
          <a:endParaRPr lang="he-IL"/>
        </a:p>
      </dgm:t>
    </dgm:pt>
    <dgm:pt modelId="{B9AC7052-9EB4-40AD-AB23-D5EB51133AE0}" type="sibTrans" cxnId="{DDFF22E0-BEAE-4AE8-A18A-045EC9AC3EDC}">
      <dgm:prSet/>
      <dgm:spPr/>
      <dgm:t>
        <a:bodyPr/>
        <a:lstStyle/>
        <a:p>
          <a:pPr rtl="1"/>
          <a:endParaRPr lang="he-IL"/>
        </a:p>
      </dgm:t>
    </dgm:pt>
    <dgm:pt modelId="{256E5C23-1DE5-44AC-9339-048519D002C5}">
      <dgm:prSet phldrT="[Text]"/>
      <dgm:spPr>
        <a:xfrm>
          <a:off x="746602" y="155193"/>
          <a:ext cx="2005584" cy="2005584"/>
        </a:xfrm>
        <a:prstGeom prst="pie">
          <a:avLst>
            <a:gd name="adj1" fmla="val 9000000"/>
            <a:gd name="adj2" fmla="val 162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rtl="1">
            <a:buNone/>
          </a:pPr>
          <a:endParaRPr lang="he-IL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gm:t>
    </dgm:pt>
    <dgm:pt modelId="{8590B8FD-261D-48D4-8CA9-5A30FB5390AB}" type="sibTrans" cxnId="{B3565289-5C1D-44FB-83A9-B06F9DF31E20}">
      <dgm:prSet/>
      <dgm:spPr/>
      <dgm:t>
        <a:bodyPr/>
        <a:lstStyle/>
        <a:p>
          <a:pPr rtl="1"/>
          <a:endParaRPr lang="he-IL"/>
        </a:p>
      </dgm:t>
    </dgm:pt>
    <dgm:pt modelId="{15BCE408-7C91-4D17-B45D-143F0569E934}" type="parTrans" cxnId="{B3565289-5C1D-44FB-83A9-B06F9DF31E20}">
      <dgm:prSet/>
      <dgm:spPr/>
      <dgm:t>
        <a:bodyPr/>
        <a:lstStyle/>
        <a:p>
          <a:pPr rtl="1"/>
          <a:endParaRPr lang="he-IL"/>
        </a:p>
      </dgm:t>
    </dgm:pt>
    <dgm:pt modelId="{7630D0EB-5A11-4B7D-A50E-4B29C863A795}" type="pres">
      <dgm:prSet presAssocID="{38B37574-ECC2-4DD3-8B00-670BC78C3696}" presName="compositeShape" presStyleCnt="0">
        <dgm:presLayoutVars>
          <dgm:chMax val="7"/>
          <dgm:dir/>
          <dgm:resizeHandles val="exact"/>
        </dgm:presLayoutVars>
      </dgm:prSet>
      <dgm:spPr/>
    </dgm:pt>
    <dgm:pt modelId="{305BD884-F931-453F-A7F4-8071BA81C54A}" type="pres">
      <dgm:prSet presAssocID="{38B37574-ECC2-4DD3-8B00-670BC78C3696}" presName="wedge1" presStyleLbl="node1" presStyleIdx="0" presStyleCnt="3"/>
      <dgm:spPr/>
      <dgm:t>
        <a:bodyPr/>
        <a:lstStyle/>
        <a:p>
          <a:pPr rtl="1"/>
          <a:endParaRPr lang="he-IL"/>
        </a:p>
      </dgm:t>
    </dgm:pt>
    <dgm:pt modelId="{7D72A82C-F1CB-49E4-AEBC-18CCC1B1A445}" type="pres">
      <dgm:prSet presAssocID="{38B37574-ECC2-4DD3-8B00-670BC78C3696}" presName="dummy1a" presStyleCnt="0"/>
      <dgm:spPr/>
    </dgm:pt>
    <dgm:pt modelId="{374B8458-DB3B-4CA2-B3DD-0992BD6A97AE}" type="pres">
      <dgm:prSet presAssocID="{38B37574-ECC2-4DD3-8B00-670BC78C3696}" presName="dummy1b" presStyleCnt="0"/>
      <dgm:spPr/>
    </dgm:pt>
    <dgm:pt modelId="{D2FC8237-BCA0-4AE2-94CA-B36933266BA7}" type="pres">
      <dgm:prSet presAssocID="{38B37574-ECC2-4DD3-8B00-670BC78C369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AB0EE430-4EA6-44B1-B0DB-098A70833B8A}" type="pres">
      <dgm:prSet presAssocID="{38B37574-ECC2-4DD3-8B00-670BC78C3696}" presName="wedge2" presStyleLbl="node1" presStyleIdx="1" presStyleCnt="3"/>
      <dgm:spPr/>
      <dgm:t>
        <a:bodyPr/>
        <a:lstStyle/>
        <a:p>
          <a:pPr rtl="1"/>
          <a:endParaRPr lang="he-IL"/>
        </a:p>
      </dgm:t>
    </dgm:pt>
    <dgm:pt modelId="{78206F97-9812-435A-A0A2-4D4E64C3B1CB}" type="pres">
      <dgm:prSet presAssocID="{38B37574-ECC2-4DD3-8B00-670BC78C3696}" presName="dummy2a" presStyleCnt="0"/>
      <dgm:spPr/>
    </dgm:pt>
    <dgm:pt modelId="{16C36139-B069-4A17-BE52-01CE08A72D98}" type="pres">
      <dgm:prSet presAssocID="{38B37574-ECC2-4DD3-8B00-670BC78C3696}" presName="dummy2b" presStyleCnt="0"/>
      <dgm:spPr/>
    </dgm:pt>
    <dgm:pt modelId="{9034D020-A05E-48AB-9839-4B1B7E735F13}" type="pres">
      <dgm:prSet presAssocID="{38B37574-ECC2-4DD3-8B00-670BC78C369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2665CE6F-72A5-4A6C-B815-966EEDD6965D}" type="pres">
      <dgm:prSet presAssocID="{38B37574-ECC2-4DD3-8B00-670BC78C3696}" presName="wedge3" presStyleLbl="node1" presStyleIdx="2" presStyleCnt="3"/>
      <dgm:spPr/>
      <dgm:t>
        <a:bodyPr/>
        <a:lstStyle/>
        <a:p>
          <a:pPr rtl="1"/>
          <a:endParaRPr lang="he-IL"/>
        </a:p>
      </dgm:t>
    </dgm:pt>
    <dgm:pt modelId="{1BB7C8C8-6A02-43A4-99DF-C80EC5EEB25A}" type="pres">
      <dgm:prSet presAssocID="{38B37574-ECC2-4DD3-8B00-670BC78C3696}" presName="dummy3a" presStyleCnt="0"/>
      <dgm:spPr/>
    </dgm:pt>
    <dgm:pt modelId="{D8D8497B-8EBA-4302-BBB9-6DBB0A4E9D50}" type="pres">
      <dgm:prSet presAssocID="{38B37574-ECC2-4DD3-8B00-670BC78C3696}" presName="dummy3b" presStyleCnt="0"/>
      <dgm:spPr/>
    </dgm:pt>
    <dgm:pt modelId="{FAE3BFD6-9A45-4723-B8E6-AB4CF7214A82}" type="pres">
      <dgm:prSet presAssocID="{38B37574-ECC2-4DD3-8B00-670BC78C369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E7EE61F7-E7A5-4A47-9088-6CD96FD4F5AF}" type="pres">
      <dgm:prSet presAssocID="{154FD5FA-238A-4111-9565-B5D5E9D3ED66}" presName="arrowWedge1" presStyleLbl="fgSibTrans2D1" presStyleIdx="0" presStyleCnt="3"/>
      <dgm:spPr>
        <a:xfrm>
          <a:off x="705223" y="31038"/>
          <a:ext cx="2253894" cy="2253894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F8E3D895-EBE1-419B-8C7C-2E4B3DEDC732}" type="pres">
      <dgm:prSet presAssocID="{B9AC7052-9EB4-40AD-AB23-D5EB51133AE0}" presName="arrowWedge2" presStyleLbl="fgSibTrans2D1" presStyleIdx="1" presStyleCnt="3"/>
      <dgm:spPr>
        <a:xfrm>
          <a:off x="663752" y="102539"/>
          <a:ext cx="2253894" cy="2253894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A33B9E06-859D-495E-A813-54B81D7B8238}" type="pres">
      <dgm:prSet presAssocID="{8590B8FD-261D-48D4-8CA9-5A30FB5390AB}" presName="arrowWedge3" presStyleLbl="fgSibTrans2D1" presStyleIdx="2" presStyleCnt="3"/>
      <dgm:spPr>
        <a:xfrm>
          <a:off x="622281" y="31038"/>
          <a:ext cx="2253894" cy="2253894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</dgm:ptLst>
  <dgm:cxnLst>
    <dgm:cxn modelId="{B3565289-5C1D-44FB-83A9-B06F9DF31E20}" srcId="{38B37574-ECC2-4DD3-8B00-670BC78C3696}" destId="{256E5C23-1DE5-44AC-9339-048519D002C5}" srcOrd="2" destOrd="0" parTransId="{15BCE408-7C91-4D17-B45D-143F0569E934}" sibTransId="{8590B8FD-261D-48D4-8CA9-5A30FB5390AB}"/>
    <dgm:cxn modelId="{E2EFD7FD-1198-49F8-A0E8-B429C7DE3327}" type="presOf" srcId="{256E5C23-1DE5-44AC-9339-048519D002C5}" destId="{FAE3BFD6-9A45-4723-B8E6-AB4CF7214A82}" srcOrd="1" destOrd="0" presId="urn:microsoft.com/office/officeart/2005/8/layout/cycle8"/>
    <dgm:cxn modelId="{6BE59F30-750C-4134-9C9E-71D4937529F2}" type="presOf" srcId="{38B37574-ECC2-4DD3-8B00-670BC78C3696}" destId="{7630D0EB-5A11-4B7D-A50E-4B29C863A795}" srcOrd="0" destOrd="0" presId="urn:microsoft.com/office/officeart/2005/8/layout/cycle8"/>
    <dgm:cxn modelId="{DDFF22E0-BEAE-4AE8-A18A-045EC9AC3EDC}" srcId="{38B37574-ECC2-4DD3-8B00-670BC78C3696}" destId="{EF84845B-5B9D-4A97-B053-3F7EFB4C3C9D}" srcOrd="1" destOrd="0" parTransId="{19E748B6-8F3B-4A36-B42C-48B21BB30F4C}" sibTransId="{B9AC7052-9EB4-40AD-AB23-D5EB51133AE0}"/>
    <dgm:cxn modelId="{AD6F9E15-A388-4B6D-A1BD-91DDA4E21A2C}" type="presOf" srcId="{256E5C23-1DE5-44AC-9339-048519D002C5}" destId="{2665CE6F-72A5-4A6C-B815-966EEDD6965D}" srcOrd="0" destOrd="0" presId="urn:microsoft.com/office/officeart/2005/8/layout/cycle8"/>
    <dgm:cxn modelId="{7B4B3F3A-F694-4073-95A8-A035DAD8E884}" type="presOf" srcId="{0C980734-ED87-405A-9065-07A743548D7D}" destId="{D2FC8237-BCA0-4AE2-94CA-B36933266BA7}" srcOrd="1" destOrd="0" presId="urn:microsoft.com/office/officeart/2005/8/layout/cycle8"/>
    <dgm:cxn modelId="{F0E08D5D-18C4-47E8-A643-BE5524B01821}" type="presOf" srcId="{0C980734-ED87-405A-9065-07A743548D7D}" destId="{305BD884-F931-453F-A7F4-8071BA81C54A}" srcOrd="0" destOrd="0" presId="urn:microsoft.com/office/officeart/2005/8/layout/cycle8"/>
    <dgm:cxn modelId="{BFD61770-7C4C-4CDC-A300-CE96C50FDF92}" srcId="{38B37574-ECC2-4DD3-8B00-670BC78C3696}" destId="{0C980734-ED87-405A-9065-07A743548D7D}" srcOrd="0" destOrd="0" parTransId="{CC7F1256-F884-407E-A45F-9B9290CD0C48}" sibTransId="{154FD5FA-238A-4111-9565-B5D5E9D3ED66}"/>
    <dgm:cxn modelId="{A8D363DE-4432-4D76-8F1F-88BF5811E121}" type="presOf" srcId="{EF84845B-5B9D-4A97-B053-3F7EFB4C3C9D}" destId="{AB0EE430-4EA6-44B1-B0DB-098A70833B8A}" srcOrd="0" destOrd="0" presId="urn:microsoft.com/office/officeart/2005/8/layout/cycle8"/>
    <dgm:cxn modelId="{1382BBB0-8D6D-4C71-818D-EBD3920E4080}" type="presOf" srcId="{EF84845B-5B9D-4A97-B053-3F7EFB4C3C9D}" destId="{9034D020-A05E-48AB-9839-4B1B7E735F13}" srcOrd="1" destOrd="0" presId="urn:microsoft.com/office/officeart/2005/8/layout/cycle8"/>
    <dgm:cxn modelId="{0F5B593B-3BBB-45AD-A949-0CE3DCFECDFE}" type="presParOf" srcId="{7630D0EB-5A11-4B7D-A50E-4B29C863A795}" destId="{305BD884-F931-453F-A7F4-8071BA81C54A}" srcOrd="0" destOrd="0" presId="urn:microsoft.com/office/officeart/2005/8/layout/cycle8"/>
    <dgm:cxn modelId="{9C531469-8E70-496B-8876-99FC5A52E8F2}" type="presParOf" srcId="{7630D0EB-5A11-4B7D-A50E-4B29C863A795}" destId="{7D72A82C-F1CB-49E4-AEBC-18CCC1B1A445}" srcOrd="1" destOrd="0" presId="urn:microsoft.com/office/officeart/2005/8/layout/cycle8"/>
    <dgm:cxn modelId="{50588A60-4249-4035-9DBC-340C9AA45199}" type="presParOf" srcId="{7630D0EB-5A11-4B7D-A50E-4B29C863A795}" destId="{374B8458-DB3B-4CA2-B3DD-0992BD6A97AE}" srcOrd="2" destOrd="0" presId="urn:microsoft.com/office/officeart/2005/8/layout/cycle8"/>
    <dgm:cxn modelId="{093E6193-B636-4E42-8423-4A8F5BB8E824}" type="presParOf" srcId="{7630D0EB-5A11-4B7D-A50E-4B29C863A795}" destId="{D2FC8237-BCA0-4AE2-94CA-B36933266BA7}" srcOrd="3" destOrd="0" presId="urn:microsoft.com/office/officeart/2005/8/layout/cycle8"/>
    <dgm:cxn modelId="{B06F30E7-D3CF-4E83-AC36-79F1F7D0531A}" type="presParOf" srcId="{7630D0EB-5A11-4B7D-A50E-4B29C863A795}" destId="{AB0EE430-4EA6-44B1-B0DB-098A70833B8A}" srcOrd="4" destOrd="0" presId="urn:microsoft.com/office/officeart/2005/8/layout/cycle8"/>
    <dgm:cxn modelId="{38ACFCF5-9B51-45FA-8ABA-FCED0D0FE362}" type="presParOf" srcId="{7630D0EB-5A11-4B7D-A50E-4B29C863A795}" destId="{78206F97-9812-435A-A0A2-4D4E64C3B1CB}" srcOrd="5" destOrd="0" presId="urn:microsoft.com/office/officeart/2005/8/layout/cycle8"/>
    <dgm:cxn modelId="{DC45EE60-D0BD-4806-B3EF-53D9A19B7B38}" type="presParOf" srcId="{7630D0EB-5A11-4B7D-A50E-4B29C863A795}" destId="{16C36139-B069-4A17-BE52-01CE08A72D98}" srcOrd="6" destOrd="0" presId="urn:microsoft.com/office/officeart/2005/8/layout/cycle8"/>
    <dgm:cxn modelId="{EFC5E187-6338-423D-8A53-B243D1D0AEB4}" type="presParOf" srcId="{7630D0EB-5A11-4B7D-A50E-4B29C863A795}" destId="{9034D020-A05E-48AB-9839-4B1B7E735F13}" srcOrd="7" destOrd="0" presId="urn:microsoft.com/office/officeart/2005/8/layout/cycle8"/>
    <dgm:cxn modelId="{7A791663-FC21-4DD3-9351-15875E26BF2B}" type="presParOf" srcId="{7630D0EB-5A11-4B7D-A50E-4B29C863A795}" destId="{2665CE6F-72A5-4A6C-B815-966EEDD6965D}" srcOrd="8" destOrd="0" presId="urn:microsoft.com/office/officeart/2005/8/layout/cycle8"/>
    <dgm:cxn modelId="{B12A116B-E960-4F3C-90CC-EB50424335DF}" type="presParOf" srcId="{7630D0EB-5A11-4B7D-A50E-4B29C863A795}" destId="{1BB7C8C8-6A02-43A4-99DF-C80EC5EEB25A}" srcOrd="9" destOrd="0" presId="urn:microsoft.com/office/officeart/2005/8/layout/cycle8"/>
    <dgm:cxn modelId="{6440D07D-8C34-4DB6-B6A0-672CC2F7DC13}" type="presParOf" srcId="{7630D0EB-5A11-4B7D-A50E-4B29C863A795}" destId="{D8D8497B-8EBA-4302-BBB9-6DBB0A4E9D50}" srcOrd="10" destOrd="0" presId="urn:microsoft.com/office/officeart/2005/8/layout/cycle8"/>
    <dgm:cxn modelId="{B7F56B94-3D6D-4C7D-BD8F-4C71184AEE5D}" type="presParOf" srcId="{7630D0EB-5A11-4B7D-A50E-4B29C863A795}" destId="{FAE3BFD6-9A45-4723-B8E6-AB4CF7214A82}" srcOrd="11" destOrd="0" presId="urn:microsoft.com/office/officeart/2005/8/layout/cycle8"/>
    <dgm:cxn modelId="{2747BFA9-4642-4AFF-8002-E4B32E368C4C}" type="presParOf" srcId="{7630D0EB-5A11-4B7D-A50E-4B29C863A795}" destId="{E7EE61F7-E7A5-4A47-9088-6CD96FD4F5AF}" srcOrd="12" destOrd="0" presId="urn:microsoft.com/office/officeart/2005/8/layout/cycle8"/>
    <dgm:cxn modelId="{79C8D2C6-2411-4DC0-9EA9-A552D450ED7B}" type="presParOf" srcId="{7630D0EB-5A11-4B7D-A50E-4B29C863A795}" destId="{F8E3D895-EBE1-419B-8C7C-2E4B3DEDC732}" srcOrd="13" destOrd="0" presId="urn:microsoft.com/office/officeart/2005/8/layout/cycle8"/>
    <dgm:cxn modelId="{A79C6144-734D-4EE4-B873-5D9883C8E679}" type="presParOf" srcId="{7630D0EB-5A11-4B7D-A50E-4B29C863A795}" destId="{A33B9E06-859D-495E-A813-54B81D7B8238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BD884-F931-453F-A7F4-8071BA81C54A}">
      <dsp:nvSpPr>
        <dsp:cNvPr id="0" name=""/>
        <dsp:cNvSpPr/>
      </dsp:nvSpPr>
      <dsp:spPr>
        <a:xfrm>
          <a:off x="2126957" y="398077"/>
          <a:ext cx="5144383" cy="5144383"/>
        </a:xfrm>
        <a:prstGeom prst="pie">
          <a:avLst>
            <a:gd name="adj1" fmla="val 16200000"/>
            <a:gd name="adj2" fmla="val 18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000" kern="1200" dirty="0">
              <a:solidFill>
                <a:sysClr val="window" lastClr="FFFFFF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rPr>
            <a:t>מה המטרה?</a:t>
          </a:r>
        </a:p>
      </dsp:txBody>
      <dsp:txXfrm>
        <a:off x="5107232" y="1712415"/>
        <a:ext cx="1299153" cy="1082628"/>
      </dsp:txXfrm>
    </dsp:sp>
    <dsp:sp modelId="{AB0EE430-4EA6-44B1-B0DB-098A70833B8A}">
      <dsp:nvSpPr>
        <dsp:cNvPr id="0" name=""/>
        <dsp:cNvSpPr/>
      </dsp:nvSpPr>
      <dsp:spPr>
        <a:xfrm>
          <a:off x="2021007" y="581805"/>
          <a:ext cx="5144383" cy="5144383"/>
        </a:xfrm>
        <a:prstGeom prst="pie">
          <a:avLst>
            <a:gd name="adj1" fmla="val 1800000"/>
            <a:gd name="adj2" fmla="val 9000000"/>
          </a:avLst>
        </a:prstGeom>
        <a:solidFill>
          <a:srgbClr val="196B24">
            <a:lumMod val="60000"/>
            <a:lumOff val="4000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000" kern="1200" dirty="0">
              <a:solidFill>
                <a:sysClr val="window" lastClr="FFFFFF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rPr>
            <a:t>מה שואלים?</a:t>
          </a:r>
        </a:p>
      </dsp:txBody>
      <dsp:txXfrm>
        <a:off x="3649455" y="4116843"/>
        <a:ext cx="1948729" cy="952712"/>
      </dsp:txXfrm>
    </dsp:sp>
    <dsp:sp modelId="{2665CE6F-72A5-4A6C-B815-966EEDD6965D}">
      <dsp:nvSpPr>
        <dsp:cNvPr id="0" name=""/>
        <dsp:cNvSpPr/>
      </dsp:nvSpPr>
      <dsp:spPr>
        <a:xfrm>
          <a:off x="1915057" y="398077"/>
          <a:ext cx="5144383" cy="5144383"/>
        </a:xfrm>
        <a:prstGeom prst="pie">
          <a:avLst>
            <a:gd name="adj1" fmla="val 9000000"/>
            <a:gd name="adj2" fmla="val 162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000" kern="1200" dirty="0">
              <a:solidFill>
                <a:sysClr val="window" lastClr="FFFFFF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rPr>
            <a:t>את מי שואלים?</a:t>
          </a:r>
        </a:p>
      </dsp:txBody>
      <dsp:txXfrm>
        <a:off x="2780011" y="1712415"/>
        <a:ext cx="1299153" cy="1082628"/>
      </dsp:txXfrm>
    </dsp:sp>
    <dsp:sp modelId="{E7EE61F7-E7A5-4A47-9088-6CD96FD4F5AF}">
      <dsp:nvSpPr>
        <dsp:cNvPr id="0" name=""/>
        <dsp:cNvSpPr/>
      </dsp:nvSpPr>
      <dsp:spPr>
        <a:xfrm>
          <a:off x="1808919" y="79615"/>
          <a:ext cx="5781307" cy="5781307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3D895-EBE1-419B-8C7C-2E4B3DEDC732}">
      <dsp:nvSpPr>
        <dsp:cNvPr id="0" name=""/>
        <dsp:cNvSpPr/>
      </dsp:nvSpPr>
      <dsp:spPr>
        <a:xfrm>
          <a:off x="1702545" y="263018"/>
          <a:ext cx="5781307" cy="5781307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B9E06-859D-495E-A813-54B81D7B8238}">
      <dsp:nvSpPr>
        <dsp:cNvPr id="0" name=""/>
        <dsp:cNvSpPr/>
      </dsp:nvSpPr>
      <dsp:spPr>
        <a:xfrm>
          <a:off x="1596171" y="79615"/>
          <a:ext cx="5781307" cy="5781307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68578-4F5B-46FD-BD9F-005021B8633D}">
      <dsp:nvSpPr>
        <dsp:cNvPr id="0" name=""/>
        <dsp:cNvSpPr/>
      </dsp:nvSpPr>
      <dsp:spPr>
        <a:xfrm>
          <a:off x="0" y="0"/>
          <a:ext cx="2698911" cy="49937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3200" kern="1200" dirty="0"/>
            <a:t>היבטים שונים</a:t>
          </a:r>
        </a:p>
      </dsp:txBody>
      <dsp:txXfrm>
        <a:off x="0" y="0"/>
        <a:ext cx="2698911" cy="1498122"/>
      </dsp:txXfrm>
    </dsp:sp>
    <dsp:sp modelId="{1BDC3A37-3D38-4B98-B219-0CD4BCB770D7}">
      <dsp:nvSpPr>
        <dsp:cNvPr id="0" name=""/>
        <dsp:cNvSpPr/>
      </dsp:nvSpPr>
      <dsp:spPr>
        <a:xfrm>
          <a:off x="269891" y="1498366"/>
          <a:ext cx="2159128" cy="479440"/>
        </a:xfrm>
        <a:prstGeom prst="roundRect">
          <a:avLst>
            <a:gd name="adj" fmla="val 10000"/>
          </a:avLst>
        </a:prstGeom>
        <a:solidFill>
          <a:srgbClr val="47D4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b="0" kern="1200" dirty="0"/>
            <a:t>חומרת הבעיה</a:t>
          </a:r>
        </a:p>
      </dsp:txBody>
      <dsp:txXfrm>
        <a:off x="283933" y="1512408"/>
        <a:ext cx="2131044" cy="451356"/>
      </dsp:txXfrm>
    </dsp:sp>
    <dsp:sp modelId="{A0E3EBC1-7CF3-428A-B0DB-7603D9746C71}">
      <dsp:nvSpPr>
        <dsp:cNvPr id="0" name=""/>
        <dsp:cNvSpPr/>
      </dsp:nvSpPr>
      <dsp:spPr>
        <a:xfrm>
          <a:off x="269891" y="2051566"/>
          <a:ext cx="2159128" cy="479440"/>
        </a:xfrm>
        <a:prstGeom prst="roundRect">
          <a:avLst>
            <a:gd name="adj" fmla="val 10000"/>
          </a:avLst>
        </a:prstGeom>
        <a:solidFill>
          <a:srgbClr val="47D4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kern="1200" dirty="0"/>
            <a:t>החמרה</a:t>
          </a:r>
        </a:p>
      </dsp:txBody>
      <dsp:txXfrm>
        <a:off x="283933" y="2065608"/>
        <a:ext cx="2131044" cy="451356"/>
      </dsp:txXfrm>
    </dsp:sp>
    <dsp:sp modelId="{D03E37D0-5DBD-43BE-986C-5AB2A5E23658}">
      <dsp:nvSpPr>
        <dsp:cNvPr id="0" name=""/>
        <dsp:cNvSpPr/>
      </dsp:nvSpPr>
      <dsp:spPr>
        <a:xfrm>
          <a:off x="269891" y="2604767"/>
          <a:ext cx="2159128" cy="479440"/>
        </a:xfrm>
        <a:prstGeom prst="roundRect">
          <a:avLst>
            <a:gd name="adj" fmla="val 10000"/>
          </a:avLst>
        </a:prstGeom>
        <a:solidFill>
          <a:srgbClr val="47D4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kern="1200" dirty="0"/>
            <a:t>פוטנציאל לשינוי</a:t>
          </a:r>
        </a:p>
      </dsp:txBody>
      <dsp:txXfrm>
        <a:off x="283933" y="2618809"/>
        <a:ext cx="2131044" cy="451356"/>
      </dsp:txXfrm>
    </dsp:sp>
    <dsp:sp modelId="{8F88CC90-110F-4F4C-96D4-0692EA6D10D2}">
      <dsp:nvSpPr>
        <dsp:cNvPr id="0" name=""/>
        <dsp:cNvSpPr/>
      </dsp:nvSpPr>
      <dsp:spPr>
        <a:xfrm>
          <a:off x="269891" y="3157968"/>
          <a:ext cx="2159128" cy="479440"/>
        </a:xfrm>
        <a:prstGeom prst="roundRect">
          <a:avLst>
            <a:gd name="adj" fmla="val 10000"/>
          </a:avLst>
        </a:prstGeom>
        <a:solidFill>
          <a:srgbClr val="47D4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b="0" kern="1200" dirty="0"/>
            <a:t>חסמים לשינוי</a:t>
          </a:r>
        </a:p>
      </dsp:txBody>
      <dsp:txXfrm>
        <a:off x="283933" y="3172010"/>
        <a:ext cx="2131044" cy="451356"/>
      </dsp:txXfrm>
    </dsp:sp>
    <dsp:sp modelId="{70AC0FC1-2FAA-45DC-8278-0BFF7670FD66}">
      <dsp:nvSpPr>
        <dsp:cNvPr id="0" name=""/>
        <dsp:cNvSpPr/>
      </dsp:nvSpPr>
      <dsp:spPr>
        <a:xfrm>
          <a:off x="269891" y="3711168"/>
          <a:ext cx="2159128" cy="479440"/>
        </a:xfrm>
        <a:prstGeom prst="roundRect">
          <a:avLst>
            <a:gd name="adj" fmla="val 10000"/>
          </a:avLst>
        </a:prstGeom>
        <a:solidFill>
          <a:srgbClr val="47D4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kern="1200" dirty="0"/>
            <a:t>מענים קיימים</a:t>
          </a:r>
        </a:p>
      </dsp:txBody>
      <dsp:txXfrm>
        <a:off x="283933" y="3725210"/>
        <a:ext cx="2131044" cy="451356"/>
      </dsp:txXfrm>
    </dsp:sp>
    <dsp:sp modelId="{1C14F40B-7DF4-4396-B057-D2DA0961EE12}">
      <dsp:nvSpPr>
        <dsp:cNvPr id="0" name=""/>
        <dsp:cNvSpPr/>
      </dsp:nvSpPr>
      <dsp:spPr>
        <a:xfrm>
          <a:off x="269891" y="4264369"/>
          <a:ext cx="2159128" cy="479440"/>
        </a:xfrm>
        <a:prstGeom prst="roundRect">
          <a:avLst>
            <a:gd name="adj" fmla="val 10000"/>
          </a:avLst>
        </a:prstGeom>
        <a:solidFill>
          <a:srgbClr val="47D4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b="0" kern="1200" dirty="0"/>
            <a:t>צרכים (מענים)</a:t>
          </a:r>
        </a:p>
      </dsp:txBody>
      <dsp:txXfrm>
        <a:off x="283933" y="4278411"/>
        <a:ext cx="2131044" cy="4513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68578-4F5B-46FD-BD9F-005021B8633D}">
      <dsp:nvSpPr>
        <dsp:cNvPr id="0" name=""/>
        <dsp:cNvSpPr/>
      </dsp:nvSpPr>
      <dsp:spPr>
        <a:xfrm>
          <a:off x="0" y="0"/>
          <a:ext cx="2698911" cy="49937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3200" kern="1200" dirty="0"/>
            <a:t>היבטים שונים</a:t>
          </a:r>
        </a:p>
      </dsp:txBody>
      <dsp:txXfrm>
        <a:off x="0" y="0"/>
        <a:ext cx="2698911" cy="1498122"/>
      </dsp:txXfrm>
    </dsp:sp>
    <dsp:sp modelId="{1BDC3A37-3D38-4B98-B219-0CD4BCB770D7}">
      <dsp:nvSpPr>
        <dsp:cNvPr id="0" name=""/>
        <dsp:cNvSpPr/>
      </dsp:nvSpPr>
      <dsp:spPr>
        <a:xfrm>
          <a:off x="269891" y="1498366"/>
          <a:ext cx="2159128" cy="479440"/>
        </a:xfrm>
        <a:prstGeom prst="roundRect">
          <a:avLst>
            <a:gd name="adj" fmla="val 10000"/>
          </a:avLst>
        </a:prstGeom>
        <a:solidFill>
          <a:srgbClr val="47D4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b="1" kern="1200" dirty="0"/>
            <a:t>חומרת הבעיה</a:t>
          </a:r>
        </a:p>
      </dsp:txBody>
      <dsp:txXfrm>
        <a:off x="283933" y="1512408"/>
        <a:ext cx="2131044" cy="451356"/>
      </dsp:txXfrm>
    </dsp:sp>
    <dsp:sp modelId="{A0E3EBC1-7CF3-428A-B0DB-7603D9746C71}">
      <dsp:nvSpPr>
        <dsp:cNvPr id="0" name=""/>
        <dsp:cNvSpPr/>
      </dsp:nvSpPr>
      <dsp:spPr>
        <a:xfrm>
          <a:off x="269891" y="2051566"/>
          <a:ext cx="2159128" cy="479440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kern="1200" dirty="0"/>
            <a:t>החמרה</a:t>
          </a:r>
        </a:p>
      </dsp:txBody>
      <dsp:txXfrm>
        <a:off x="283933" y="2065608"/>
        <a:ext cx="2131044" cy="451356"/>
      </dsp:txXfrm>
    </dsp:sp>
    <dsp:sp modelId="{D03E37D0-5DBD-43BE-986C-5AB2A5E23658}">
      <dsp:nvSpPr>
        <dsp:cNvPr id="0" name=""/>
        <dsp:cNvSpPr/>
      </dsp:nvSpPr>
      <dsp:spPr>
        <a:xfrm>
          <a:off x="269891" y="2604767"/>
          <a:ext cx="2159128" cy="479440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kern="1200" dirty="0"/>
            <a:t>פוטנציאל לשינוי</a:t>
          </a:r>
        </a:p>
      </dsp:txBody>
      <dsp:txXfrm>
        <a:off x="283933" y="2618809"/>
        <a:ext cx="2131044" cy="451356"/>
      </dsp:txXfrm>
    </dsp:sp>
    <dsp:sp modelId="{8F88CC90-110F-4F4C-96D4-0692EA6D10D2}">
      <dsp:nvSpPr>
        <dsp:cNvPr id="0" name=""/>
        <dsp:cNvSpPr/>
      </dsp:nvSpPr>
      <dsp:spPr>
        <a:xfrm>
          <a:off x="269891" y="3157968"/>
          <a:ext cx="2159128" cy="479440"/>
        </a:xfrm>
        <a:prstGeom prst="roundRect">
          <a:avLst>
            <a:gd name="adj" fmla="val 10000"/>
          </a:avLst>
        </a:prstGeom>
        <a:solidFill>
          <a:srgbClr val="47D4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b="1" kern="1200" dirty="0"/>
            <a:t>חסמים לשינוי</a:t>
          </a:r>
        </a:p>
      </dsp:txBody>
      <dsp:txXfrm>
        <a:off x="283933" y="3172010"/>
        <a:ext cx="2131044" cy="451356"/>
      </dsp:txXfrm>
    </dsp:sp>
    <dsp:sp modelId="{70AC0FC1-2FAA-45DC-8278-0BFF7670FD66}">
      <dsp:nvSpPr>
        <dsp:cNvPr id="0" name=""/>
        <dsp:cNvSpPr/>
      </dsp:nvSpPr>
      <dsp:spPr>
        <a:xfrm>
          <a:off x="269891" y="3711168"/>
          <a:ext cx="2159128" cy="479440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kern="1200" dirty="0"/>
            <a:t>מענים קיימים</a:t>
          </a:r>
        </a:p>
      </dsp:txBody>
      <dsp:txXfrm>
        <a:off x="283933" y="3725210"/>
        <a:ext cx="2131044" cy="451356"/>
      </dsp:txXfrm>
    </dsp:sp>
    <dsp:sp modelId="{1C14F40B-7DF4-4396-B057-D2DA0961EE12}">
      <dsp:nvSpPr>
        <dsp:cNvPr id="0" name=""/>
        <dsp:cNvSpPr/>
      </dsp:nvSpPr>
      <dsp:spPr>
        <a:xfrm>
          <a:off x="269891" y="4264369"/>
          <a:ext cx="2159128" cy="479440"/>
        </a:xfrm>
        <a:prstGeom prst="roundRect">
          <a:avLst>
            <a:gd name="adj" fmla="val 10000"/>
          </a:avLst>
        </a:prstGeom>
        <a:solidFill>
          <a:srgbClr val="47D4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b="1" kern="1200" dirty="0"/>
            <a:t>צרכים (מענים)</a:t>
          </a:r>
        </a:p>
      </dsp:txBody>
      <dsp:txXfrm>
        <a:off x="283933" y="4278411"/>
        <a:ext cx="2131044" cy="4513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BD884-F931-453F-A7F4-8071BA81C54A}">
      <dsp:nvSpPr>
        <dsp:cNvPr id="0" name=""/>
        <dsp:cNvSpPr/>
      </dsp:nvSpPr>
      <dsp:spPr>
        <a:xfrm>
          <a:off x="674687" y="126273"/>
          <a:ext cx="1631836" cy="1631836"/>
        </a:xfrm>
        <a:prstGeom prst="pie">
          <a:avLst>
            <a:gd name="adj1" fmla="val 16200000"/>
            <a:gd name="adj2" fmla="val 18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2100" kern="1200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sp:txBody>
      <dsp:txXfrm>
        <a:off x="1620053" y="543191"/>
        <a:ext cx="412100" cy="343417"/>
      </dsp:txXfrm>
    </dsp:sp>
    <dsp:sp modelId="{AB0EE430-4EA6-44B1-B0DB-098A70833B8A}">
      <dsp:nvSpPr>
        <dsp:cNvPr id="0" name=""/>
        <dsp:cNvSpPr/>
      </dsp:nvSpPr>
      <dsp:spPr>
        <a:xfrm>
          <a:off x="641079" y="184552"/>
          <a:ext cx="1631836" cy="1631836"/>
        </a:xfrm>
        <a:prstGeom prst="pie">
          <a:avLst>
            <a:gd name="adj1" fmla="val 1800000"/>
            <a:gd name="adj2" fmla="val 9000000"/>
          </a:avLst>
        </a:prstGeom>
        <a:solidFill>
          <a:srgbClr val="196B24">
            <a:lumMod val="60000"/>
            <a:lumOff val="4000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1900" kern="1200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sp:txBody>
      <dsp:txXfrm>
        <a:off x="1157634" y="1305893"/>
        <a:ext cx="618152" cy="302207"/>
      </dsp:txXfrm>
    </dsp:sp>
    <dsp:sp modelId="{2665CE6F-72A5-4A6C-B815-966EEDD6965D}">
      <dsp:nvSpPr>
        <dsp:cNvPr id="0" name=""/>
        <dsp:cNvSpPr/>
      </dsp:nvSpPr>
      <dsp:spPr>
        <a:xfrm>
          <a:off x="607470" y="126273"/>
          <a:ext cx="1631836" cy="1631836"/>
        </a:xfrm>
        <a:prstGeom prst="pie">
          <a:avLst>
            <a:gd name="adj1" fmla="val 9000000"/>
            <a:gd name="adj2" fmla="val 162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2100" kern="1200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sp:txBody>
      <dsp:txXfrm>
        <a:off x="881841" y="543191"/>
        <a:ext cx="412100" cy="343417"/>
      </dsp:txXfrm>
    </dsp:sp>
    <dsp:sp modelId="{E7EE61F7-E7A5-4A47-9088-6CD96FD4F5AF}">
      <dsp:nvSpPr>
        <dsp:cNvPr id="0" name=""/>
        <dsp:cNvSpPr/>
      </dsp:nvSpPr>
      <dsp:spPr>
        <a:xfrm>
          <a:off x="573803" y="25254"/>
          <a:ext cx="1833873" cy="1833873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3D895-EBE1-419B-8C7C-2E4B3DEDC732}">
      <dsp:nvSpPr>
        <dsp:cNvPr id="0" name=""/>
        <dsp:cNvSpPr/>
      </dsp:nvSpPr>
      <dsp:spPr>
        <a:xfrm>
          <a:off x="540060" y="83431"/>
          <a:ext cx="1833873" cy="1833873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B9E06-859D-495E-A813-54B81D7B8238}">
      <dsp:nvSpPr>
        <dsp:cNvPr id="0" name=""/>
        <dsp:cNvSpPr/>
      </dsp:nvSpPr>
      <dsp:spPr>
        <a:xfrm>
          <a:off x="506317" y="25254"/>
          <a:ext cx="1833873" cy="1833873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BD884-F931-453F-A7F4-8071BA81C54A}">
      <dsp:nvSpPr>
        <dsp:cNvPr id="0" name=""/>
        <dsp:cNvSpPr/>
      </dsp:nvSpPr>
      <dsp:spPr>
        <a:xfrm>
          <a:off x="674687" y="126273"/>
          <a:ext cx="1631836" cy="1631836"/>
        </a:xfrm>
        <a:prstGeom prst="pie">
          <a:avLst>
            <a:gd name="adj1" fmla="val 16200000"/>
            <a:gd name="adj2" fmla="val 18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2100" kern="1200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sp:txBody>
      <dsp:txXfrm>
        <a:off x="1620053" y="543191"/>
        <a:ext cx="412100" cy="343417"/>
      </dsp:txXfrm>
    </dsp:sp>
    <dsp:sp modelId="{AB0EE430-4EA6-44B1-B0DB-098A70833B8A}">
      <dsp:nvSpPr>
        <dsp:cNvPr id="0" name=""/>
        <dsp:cNvSpPr/>
      </dsp:nvSpPr>
      <dsp:spPr>
        <a:xfrm>
          <a:off x="641079" y="184552"/>
          <a:ext cx="1631836" cy="1631836"/>
        </a:xfrm>
        <a:prstGeom prst="pie">
          <a:avLst>
            <a:gd name="adj1" fmla="val 1800000"/>
            <a:gd name="adj2" fmla="val 9000000"/>
          </a:avLst>
        </a:prstGeom>
        <a:solidFill>
          <a:srgbClr val="196B24">
            <a:lumMod val="60000"/>
            <a:lumOff val="4000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1900" kern="1200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sp:txBody>
      <dsp:txXfrm>
        <a:off x="1157634" y="1305893"/>
        <a:ext cx="618152" cy="302207"/>
      </dsp:txXfrm>
    </dsp:sp>
    <dsp:sp modelId="{2665CE6F-72A5-4A6C-B815-966EEDD6965D}">
      <dsp:nvSpPr>
        <dsp:cNvPr id="0" name=""/>
        <dsp:cNvSpPr/>
      </dsp:nvSpPr>
      <dsp:spPr>
        <a:xfrm>
          <a:off x="607470" y="126273"/>
          <a:ext cx="1631836" cy="1631836"/>
        </a:xfrm>
        <a:prstGeom prst="pie">
          <a:avLst>
            <a:gd name="adj1" fmla="val 9000000"/>
            <a:gd name="adj2" fmla="val 16200000"/>
          </a:avLst>
        </a:prstGeom>
        <a:solidFill>
          <a:srgbClr val="47D45A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2100" kern="1200" dirty="0">
            <a:solidFill>
              <a:sysClr val="window" lastClr="FFFFFF"/>
            </a:solidFill>
            <a:latin typeface="Aptos" panose="02110004020202020204"/>
            <a:ea typeface="+mn-ea"/>
            <a:cs typeface="Arial" panose="020B0604020202020204" pitchFamily="34" charset="0"/>
          </a:endParaRPr>
        </a:p>
      </dsp:txBody>
      <dsp:txXfrm>
        <a:off x="881841" y="543191"/>
        <a:ext cx="412100" cy="343417"/>
      </dsp:txXfrm>
    </dsp:sp>
    <dsp:sp modelId="{E7EE61F7-E7A5-4A47-9088-6CD96FD4F5AF}">
      <dsp:nvSpPr>
        <dsp:cNvPr id="0" name=""/>
        <dsp:cNvSpPr/>
      </dsp:nvSpPr>
      <dsp:spPr>
        <a:xfrm>
          <a:off x="573803" y="25254"/>
          <a:ext cx="1833873" cy="1833873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3D895-EBE1-419B-8C7C-2E4B3DEDC732}">
      <dsp:nvSpPr>
        <dsp:cNvPr id="0" name=""/>
        <dsp:cNvSpPr/>
      </dsp:nvSpPr>
      <dsp:spPr>
        <a:xfrm>
          <a:off x="540060" y="83431"/>
          <a:ext cx="1833873" cy="1833873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B9E06-859D-495E-A813-54B81D7B8238}">
      <dsp:nvSpPr>
        <dsp:cNvPr id="0" name=""/>
        <dsp:cNvSpPr/>
      </dsp:nvSpPr>
      <dsp:spPr>
        <a:xfrm>
          <a:off x="506317" y="25254"/>
          <a:ext cx="1833873" cy="1833873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156082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D22F599-8E46-4723-B550-11EACDCC7D57}" type="datetimeFigureOut">
              <a:rPr lang="he-IL" smtClean="0"/>
              <a:t>י"ט/אייר/תשפ"ד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88F03C1-A421-449E-8AD7-A0AAA0A3CF5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953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8B37C1-9ACC-42CA-A7A8-EF5E27721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F3A0B00-96F4-4867-B1AB-08821666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31D873EE-F173-40B8-A3AD-C8FA67DBDF79}"/>
              </a:ext>
            </a:extLst>
          </p:cNvPr>
          <p:cNvSpPr/>
          <p:nvPr userDrawn="1"/>
        </p:nvSpPr>
        <p:spPr>
          <a:xfrm>
            <a:off x="0" y="5453743"/>
            <a:ext cx="12192000" cy="140425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3" name="קבוצה 22">
            <a:extLst>
              <a:ext uri="{FF2B5EF4-FFF2-40B4-BE49-F238E27FC236}">
                <a16:creationId xmlns:a16="http://schemas.microsoft.com/office/drawing/2014/main" id="{7FB69330-D538-4DB6-A064-71A7A766506D}"/>
              </a:ext>
            </a:extLst>
          </p:cNvPr>
          <p:cNvGrpSpPr/>
          <p:nvPr userDrawn="1"/>
        </p:nvGrpSpPr>
        <p:grpSpPr>
          <a:xfrm>
            <a:off x="4976050" y="5904196"/>
            <a:ext cx="2239900" cy="458506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24" name="תמונה 23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65182933-5541-4707-B3BD-20356385D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25" name="קבוצה 24">
              <a:extLst>
                <a:ext uri="{FF2B5EF4-FFF2-40B4-BE49-F238E27FC236}">
                  <a16:creationId xmlns:a16="http://schemas.microsoft.com/office/drawing/2014/main" id="{B7AE51F7-BE8E-472C-B349-B25333735FF2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26" name="קבוצה 25">
                <a:extLst>
                  <a:ext uri="{FF2B5EF4-FFF2-40B4-BE49-F238E27FC236}">
                    <a16:creationId xmlns:a16="http://schemas.microsoft.com/office/drawing/2014/main" id="{E7818357-A69E-45B6-81B8-37CCBF65E545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28" name="צורה חופשית: צורה 27">
                  <a:extLst>
                    <a:ext uri="{FF2B5EF4-FFF2-40B4-BE49-F238E27FC236}">
                      <a16:creationId xmlns:a16="http://schemas.microsoft.com/office/drawing/2014/main" id="{E5D835BA-4623-4254-8BD0-223A5C327EDB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צורה חופשית: צורה 28">
                  <a:extLst>
                    <a:ext uri="{FF2B5EF4-FFF2-40B4-BE49-F238E27FC236}">
                      <a16:creationId xmlns:a16="http://schemas.microsoft.com/office/drawing/2014/main" id="{4057E86F-C95D-4C3A-878C-1B02F30C8626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צורה חופשית: צורה 29">
                  <a:extLst>
                    <a:ext uri="{FF2B5EF4-FFF2-40B4-BE49-F238E27FC236}">
                      <a16:creationId xmlns:a16="http://schemas.microsoft.com/office/drawing/2014/main" id="{B216F7DD-BECC-41B5-BF1E-00B3AFB02301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צורה חופשית: צורה 30">
                  <a:extLst>
                    <a:ext uri="{FF2B5EF4-FFF2-40B4-BE49-F238E27FC236}">
                      <a16:creationId xmlns:a16="http://schemas.microsoft.com/office/drawing/2014/main" id="{2E674378-B311-4C3C-82B6-561A32CEF349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צורה חופשית: צורה 31">
                  <a:extLst>
                    <a:ext uri="{FF2B5EF4-FFF2-40B4-BE49-F238E27FC236}">
                      <a16:creationId xmlns:a16="http://schemas.microsoft.com/office/drawing/2014/main" id="{1E395187-2255-493C-A0CC-3BD746347BAA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צורה חופשית: צורה 32">
                  <a:extLst>
                    <a:ext uri="{FF2B5EF4-FFF2-40B4-BE49-F238E27FC236}">
                      <a16:creationId xmlns:a16="http://schemas.microsoft.com/office/drawing/2014/main" id="{FB24B014-468A-46C0-910E-4AEE0C15A868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צורה חופשית: צורה 33">
                  <a:extLst>
                    <a:ext uri="{FF2B5EF4-FFF2-40B4-BE49-F238E27FC236}">
                      <a16:creationId xmlns:a16="http://schemas.microsoft.com/office/drawing/2014/main" id="{68CE9499-B503-42F9-AA6B-BBCB0B2A6A39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7" name="צורה חופשית: צורה 26">
                <a:extLst>
                  <a:ext uri="{FF2B5EF4-FFF2-40B4-BE49-F238E27FC236}">
                    <a16:creationId xmlns:a16="http://schemas.microsoft.com/office/drawing/2014/main" id="{89546134-1943-4576-83FC-AC16C2BFC776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7" name="מציין מיקום של מספר שקופית 5">
            <a:extLst>
              <a:ext uri="{FF2B5EF4-FFF2-40B4-BE49-F238E27FC236}">
                <a16:creationId xmlns:a16="http://schemas.microsoft.com/office/drawing/2014/main" id="{285347FD-6D66-4E3B-B67F-24510B01CE5B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261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מלבן 35">
            <a:extLst>
              <a:ext uri="{FF2B5EF4-FFF2-40B4-BE49-F238E27FC236}">
                <a16:creationId xmlns:a16="http://schemas.microsoft.com/office/drawing/2014/main" id="{52CA14BF-4912-4AE1-A86C-6C8103EDB994}"/>
              </a:ext>
            </a:extLst>
          </p:cNvPr>
          <p:cNvSpPr/>
          <p:nvPr userDrawn="1"/>
        </p:nvSpPr>
        <p:spPr>
          <a:xfrm>
            <a:off x="0" y="-19940"/>
            <a:ext cx="12192000" cy="687794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2FD8D03-D8E7-4A5F-9DEC-103714718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1BC93BF-7B09-4D5C-81FE-F57F91BB3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938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58408FF-D70B-4976-8F0C-0B1CED95447F}"/>
              </a:ext>
            </a:extLst>
          </p:cNvPr>
          <p:cNvSpPr/>
          <p:nvPr userDrawn="1"/>
        </p:nvSpPr>
        <p:spPr>
          <a:xfrm>
            <a:off x="0" y="6215944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2" name="קבוצה 21">
            <a:extLst>
              <a:ext uri="{FF2B5EF4-FFF2-40B4-BE49-F238E27FC236}">
                <a16:creationId xmlns:a16="http://schemas.microsoft.com/office/drawing/2014/main" id="{8DF8BABA-3493-4089-9ED4-6A13A9F9779F}"/>
              </a:ext>
            </a:extLst>
          </p:cNvPr>
          <p:cNvGrpSpPr/>
          <p:nvPr userDrawn="1"/>
        </p:nvGrpSpPr>
        <p:grpSpPr>
          <a:xfrm>
            <a:off x="10300261" y="6352204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23" name="תמונה 22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D9A3A3F1-EEDF-4517-A7E9-A800ED6E9F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24" name="קבוצה 23">
              <a:extLst>
                <a:ext uri="{FF2B5EF4-FFF2-40B4-BE49-F238E27FC236}">
                  <a16:creationId xmlns:a16="http://schemas.microsoft.com/office/drawing/2014/main" id="{D6703B3A-7CAE-467E-A8AE-99B1CB2D7A49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25" name="קבוצה 24">
                <a:extLst>
                  <a:ext uri="{FF2B5EF4-FFF2-40B4-BE49-F238E27FC236}">
                    <a16:creationId xmlns:a16="http://schemas.microsoft.com/office/drawing/2014/main" id="{CF4870C9-1821-49D7-8B86-E35B5F881C23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27" name="צורה חופשית: צורה 26">
                  <a:extLst>
                    <a:ext uri="{FF2B5EF4-FFF2-40B4-BE49-F238E27FC236}">
                      <a16:creationId xmlns:a16="http://schemas.microsoft.com/office/drawing/2014/main" id="{DD7898DB-1799-40AE-9C14-7BD52BF2025B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צורה חופשית: צורה 27">
                  <a:extLst>
                    <a:ext uri="{FF2B5EF4-FFF2-40B4-BE49-F238E27FC236}">
                      <a16:creationId xmlns:a16="http://schemas.microsoft.com/office/drawing/2014/main" id="{2D6818D9-A141-4DB8-82F6-674C17AE53E1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צורה חופשית: צורה 28">
                  <a:extLst>
                    <a:ext uri="{FF2B5EF4-FFF2-40B4-BE49-F238E27FC236}">
                      <a16:creationId xmlns:a16="http://schemas.microsoft.com/office/drawing/2014/main" id="{2D2D5CEC-EF29-498F-B277-70761E6343D6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צורה חופשית: צורה 29">
                  <a:extLst>
                    <a:ext uri="{FF2B5EF4-FFF2-40B4-BE49-F238E27FC236}">
                      <a16:creationId xmlns:a16="http://schemas.microsoft.com/office/drawing/2014/main" id="{E4437725-1104-4366-A865-458860D598E1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צורה חופשית: צורה 30">
                  <a:extLst>
                    <a:ext uri="{FF2B5EF4-FFF2-40B4-BE49-F238E27FC236}">
                      <a16:creationId xmlns:a16="http://schemas.microsoft.com/office/drawing/2014/main" id="{99ADDD93-C14A-4C3A-BF6B-A2A026703A01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צורה חופשית: צורה 31">
                  <a:extLst>
                    <a:ext uri="{FF2B5EF4-FFF2-40B4-BE49-F238E27FC236}">
                      <a16:creationId xmlns:a16="http://schemas.microsoft.com/office/drawing/2014/main" id="{42E2C760-9B69-41C7-A209-BC4680CB125D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צורה חופשית: צורה 32">
                  <a:extLst>
                    <a:ext uri="{FF2B5EF4-FFF2-40B4-BE49-F238E27FC236}">
                      <a16:creationId xmlns:a16="http://schemas.microsoft.com/office/drawing/2014/main" id="{963078D6-4BAA-45C9-B011-40CB8AD26768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6" name="צורה חופשית: צורה 25">
                <a:extLst>
                  <a:ext uri="{FF2B5EF4-FFF2-40B4-BE49-F238E27FC236}">
                    <a16:creationId xmlns:a16="http://schemas.microsoft.com/office/drawing/2014/main" id="{25B8730C-312A-4CDE-B006-E6B6AF3162B8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7" name="מציין מיקום של מספר שקופית 5">
            <a:extLst>
              <a:ext uri="{FF2B5EF4-FFF2-40B4-BE49-F238E27FC236}">
                <a16:creationId xmlns:a16="http://schemas.microsoft.com/office/drawing/2014/main" id="{ADBA7799-F6F9-4ECB-BBDC-18A6E2557706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2531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626153-F544-4BA3-8CCE-F8C84ED2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8C22C27-D6B8-451B-A2CD-9435E3B19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2BCE5384-CF2C-407C-81DF-991B6300A0A1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6" name="קבוצה 35">
            <a:extLst>
              <a:ext uri="{FF2B5EF4-FFF2-40B4-BE49-F238E27FC236}">
                <a16:creationId xmlns:a16="http://schemas.microsoft.com/office/drawing/2014/main" id="{C8410F7A-5932-487E-B0B7-A7D4DF380294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37" name="תמונה 36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A790255A-36C2-4AD6-9C5D-4DC168663C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38" name="קבוצה 37">
              <a:extLst>
                <a:ext uri="{FF2B5EF4-FFF2-40B4-BE49-F238E27FC236}">
                  <a16:creationId xmlns:a16="http://schemas.microsoft.com/office/drawing/2014/main" id="{E7B07655-C372-470C-94FC-7D16F0335BF6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39" name="קבוצה 38">
                <a:extLst>
                  <a:ext uri="{FF2B5EF4-FFF2-40B4-BE49-F238E27FC236}">
                    <a16:creationId xmlns:a16="http://schemas.microsoft.com/office/drawing/2014/main" id="{3010EFB8-0FC8-4B3D-BC2A-D4BB410507D2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41" name="צורה חופשית: צורה 40">
                  <a:extLst>
                    <a:ext uri="{FF2B5EF4-FFF2-40B4-BE49-F238E27FC236}">
                      <a16:creationId xmlns:a16="http://schemas.microsoft.com/office/drawing/2014/main" id="{61E352A9-970C-42B6-A6C7-2BE0686FEAFB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צורה חופשית: צורה 41">
                  <a:extLst>
                    <a:ext uri="{FF2B5EF4-FFF2-40B4-BE49-F238E27FC236}">
                      <a16:creationId xmlns:a16="http://schemas.microsoft.com/office/drawing/2014/main" id="{A4F143AF-5821-4F7D-B136-444352EA2583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צורה חופשית: צורה 42">
                  <a:extLst>
                    <a:ext uri="{FF2B5EF4-FFF2-40B4-BE49-F238E27FC236}">
                      <a16:creationId xmlns:a16="http://schemas.microsoft.com/office/drawing/2014/main" id="{576295AC-F715-4A9E-885B-9D4C2B2DE130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צורה חופשית: צורה 43">
                  <a:extLst>
                    <a:ext uri="{FF2B5EF4-FFF2-40B4-BE49-F238E27FC236}">
                      <a16:creationId xmlns:a16="http://schemas.microsoft.com/office/drawing/2014/main" id="{F19D7C82-7358-43BD-A966-E5AF64966F8C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צורה חופשית: צורה 44">
                  <a:extLst>
                    <a:ext uri="{FF2B5EF4-FFF2-40B4-BE49-F238E27FC236}">
                      <a16:creationId xmlns:a16="http://schemas.microsoft.com/office/drawing/2014/main" id="{DE9DB481-D1DD-4225-A1D6-CE4C8A909EDB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צורה חופשית: צורה 45">
                  <a:extLst>
                    <a:ext uri="{FF2B5EF4-FFF2-40B4-BE49-F238E27FC236}">
                      <a16:creationId xmlns:a16="http://schemas.microsoft.com/office/drawing/2014/main" id="{3556801F-51AA-4ECE-ADF8-93EB248223FB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צורה חופשית: צורה 46">
                  <a:extLst>
                    <a:ext uri="{FF2B5EF4-FFF2-40B4-BE49-F238E27FC236}">
                      <a16:creationId xmlns:a16="http://schemas.microsoft.com/office/drawing/2014/main" id="{095E4340-15A9-40D6-9487-C7C26A5829DE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0" name="צורה חופשית: צורה 39">
                <a:extLst>
                  <a:ext uri="{FF2B5EF4-FFF2-40B4-BE49-F238E27FC236}">
                    <a16:creationId xmlns:a16="http://schemas.microsoft.com/office/drawing/2014/main" id="{71C57028-AD09-4A05-917C-16D65ADCAC10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9" name="מציין מיקום של מספר שקופית 5">
            <a:extLst>
              <a:ext uri="{FF2B5EF4-FFF2-40B4-BE49-F238E27FC236}">
                <a16:creationId xmlns:a16="http://schemas.microsoft.com/office/drawing/2014/main" id="{A6EFD37E-F82D-4303-9E73-550EA69D0726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489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96A529-F544-46E5-A09E-C022F7B3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3A9200-1FD4-49FD-944F-170BEEE8E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C5BB6B4-39C6-4239-BE1E-277F38673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22" name="מציין מיקום של מספר שקופית 5">
            <a:extLst>
              <a:ext uri="{FF2B5EF4-FFF2-40B4-BE49-F238E27FC236}">
                <a16:creationId xmlns:a16="http://schemas.microsoft.com/office/drawing/2014/main" id="{8665981F-24D6-44DA-B590-4FC4DB01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268" y="6373480"/>
            <a:ext cx="552237" cy="365125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9347A8-8166-4DEF-BF3A-0851CC1E90B6}" type="slidenum">
              <a:rPr kumimoji="0" lang="he-IL" sz="14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sp>
        <p:nvSpPr>
          <p:cNvPr id="53" name="מלבן 52">
            <a:extLst>
              <a:ext uri="{FF2B5EF4-FFF2-40B4-BE49-F238E27FC236}">
                <a16:creationId xmlns:a16="http://schemas.microsoft.com/office/drawing/2014/main" id="{FC584A14-826F-458B-A936-CDB59B6A95CD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5" name="קבוצה 54">
            <a:extLst>
              <a:ext uri="{FF2B5EF4-FFF2-40B4-BE49-F238E27FC236}">
                <a16:creationId xmlns:a16="http://schemas.microsoft.com/office/drawing/2014/main" id="{5E4B256C-96F6-4BDA-9191-34656F2E73C2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56" name="תמונה 55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08DC3D8A-BE40-47BE-9C9C-CC8049EB53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57" name="קבוצה 56">
              <a:extLst>
                <a:ext uri="{FF2B5EF4-FFF2-40B4-BE49-F238E27FC236}">
                  <a16:creationId xmlns:a16="http://schemas.microsoft.com/office/drawing/2014/main" id="{C1645D18-CF88-4996-9AB9-70A3381F02D7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58" name="קבוצה 57">
                <a:extLst>
                  <a:ext uri="{FF2B5EF4-FFF2-40B4-BE49-F238E27FC236}">
                    <a16:creationId xmlns:a16="http://schemas.microsoft.com/office/drawing/2014/main" id="{D45B6999-D6E6-496B-8406-DF65C0FDFCF3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60" name="צורה חופשית: צורה 59">
                  <a:extLst>
                    <a:ext uri="{FF2B5EF4-FFF2-40B4-BE49-F238E27FC236}">
                      <a16:creationId xmlns:a16="http://schemas.microsoft.com/office/drawing/2014/main" id="{CEEE365B-AAB4-466A-926C-7B2666A773BD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צורה חופשית: צורה 60">
                  <a:extLst>
                    <a:ext uri="{FF2B5EF4-FFF2-40B4-BE49-F238E27FC236}">
                      <a16:creationId xmlns:a16="http://schemas.microsoft.com/office/drawing/2014/main" id="{EE51D930-B966-4DD5-A696-45DD9074C4F0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צורה חופשית: צורה 61">
                  <a:extLst>
                    <a:ext uri="{FF2B5EF4-FFF2-40B4-BE49-F238E27FC236}">
                      <a16:creationId xmlns:a16="http://schemas.microsoft.com/office/drawing/2014/main" id="{05C2BEB8-AC0A-49A1-939C-7C2D4B068451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צורה חופשית: צורה 62">
                  <a:extLst>
                    <a:ext uri="{FF2B5EF4-FFF2-40B4-BE49-F238E27FC236}">
                      <a16:creationId xmlns:a16="http://schemas.microsoft.com/office/drawing/2014/main" id="{4A615A84-CA07-4AA2-B55D-0F9F3A7DDD02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צורה חופשית: צורה 63">
                  <a:extLst>
                    <a:ext uri="{FF2B5EF4-FFF2-40B4-BE49-F238E27FC236}">
                      <a16:creationId xmlns:a16="http://schemas.microsoft.com/office/drawing/2014/main" id="{F684CFA4-F53D-410C-9188-7CB73E61AAA1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צורה חופשית: צורה 64">
                  <a:extLst>
                    <a:ext uri="{FF2B5EF4-FFF2-40B4-BE49-F238E27FC236}">
                      <a16:creationId xmlns:a16="http://schemas.microsoft.com/office/drawing/2014/main" id="{0AD63E39-3397-482A-9E8D-55E685C29A68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צורה חופשית: צורה 65">
                  <a:extLst>
                    <a:ext uri="{FF2B5EF4-FFF2-40B4-BE49-F238E27FC236}">
                      <a16:creationId xmlns:a16="http://schemas.microsoft.com/office/drawing/2014/main" id="{CBA5042F-C4F8-4484-A61C-77571EA30DCA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9" name="צורה חופשית: צורה 58">
                <a:extLst>
                  <a:ext uri="{FF2B5EF4-FFF2-40B4-BE49-F238E27FC236}">
                    <a16:creationId xmlns:a16="http://schemas.microsoft.com/office/drawing/2014/main" id="{B20E886B-4A8A-4887-9539-720707785BFF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8" name="מציין מיקום של מספר שקופית 5">
            <a:extLst>
              <a:ext uri="{FF2B5EF4-FFF2-40B4-BE49-F238E27FC236}">
                <a16:creationId xmlns:a16="http://schemas.microsoft.com/office/drawing/2014/main" id="{054A4881-E532-4573-BA7C-F7DBE2CD96B2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1678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AEE5685-6A16-4E56-B2AB-3E62D26F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83771"/>
            <a:ext cx="10515600" cy="9069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3CE19DA-5F2E-4AB4-B791-F4E505AA1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4A3E43E-BE49-4C40-B9CD-5A65AB456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2C08B33-8536-4DA3-A886-8DE003371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5B49FD3-06D6-4DD0-946E-AF9FF8909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10" name="מציין מיקום של מספר שקופית 5">
            <a:extLst>
              <a:ext uri="{FF2B5EF4-FFF2-40B4-BE49-F238E27FC236}">
                <a16:creationId xmlns:a16="http://schemas.microsoft.com/office/drawing/2014/main" id="{58D15BD4-8573-4186-AC37-2FFC078B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268" y="6373480"/>
            <a:ext cx="552237" cy="365125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9347A8-8166-4DEF-BF3A-0851CC1E90B6}" type="slidenum">
              <a:rPr kumimoji="0" lang="he-IL" sz="14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D570F133-E0E7-45B5-9B75-8903BF573F7B}"/>
              </a:ext>
            </a:extLst>
          </p:cNvPr>
          <p:cNvSpPr/>
          <p:nvPr userDrawn="1"/>
        </p:nvSpPr>
        <p:spPr>
          <a:xfrm>
            <a:off x="0" y="61896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C0900708-C1B0-48B0-9966-C61771A7CF1B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4" name="תמונה 13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87B661B6-765C-4814-9B2F-411C2A7C57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5" name="קבוצה 14">
              <a:extLst>
                <a:ext uri="{FF2B5EF4-FFF2-40B4-BE49-F238E27FC236}">
                  <a16:creationId xmlns:a16="http://schemas.microsoft.com/office/drawing/2014/main" id="{7740851A-4FF6-495A-A5DD-FF05C12266C4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6" name="קבוצה 15">
                <a:extLst>
                  <a:ext uri="{FF2B5EF4-FFF2-40B4-BE49-F238E27FC236}">
                    <a16:creationId xmlns:a16="http://schemas.microsoft.com/office/drawing/2014/main" id="{1ECA3AAC-C647-43AC-96BA-29AA58B6B644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928C4443-1DAC-4AB8-9448-9B9B957C2173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BEB61F0E-CD48-43A9-9F66-E1772B813CC1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E50BC282-827D-49F3-A487-3D42C2A9B428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צורה חופשית: צורה 20">
                  <a:extLst>
                    <a:ext uri="{FF2B5EF4-FFF2-40B4-BE49-F238E27FC236}">
                      <a16:creationId xmlns:a16="http://schemas.microsoft.com/office/drawing/2014/main" id="{98CE866B-4ECE-4464-A3A9-81193A23C5A9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צורה חופשית: צורה 21">
                  <a:extLst>
                    <a:ext uri="{FF2B5EF4-FFF2-40B4-BE49-F238E27FC236}">
                      <a16:creationId xmlns:a16="http://schemas.microsoft.com/office/drawing/2014/main" id="{ED8A0922-BBEF-42E5-A6FA-00FB958E6758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צורה חופשית: צורה 22">
                  <a:extLst>
                    <a:ext uri="{FF2B5EF4-FFF2-40B4-BE49-F238E27FC236}">
                      <a16:creationId xmlns:a16="http://schemas.microsoft.com/office/drawing/2014/main" id="{81301C4C-1703-4D94-8207-49D7FE417F94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צורה חופשית: צורה 23">
                  <a:extLst>
                    <a:ext uri="{FF2B5EF4-FFF2-40B4-BE49-F238E27FC236}">
                      <a16:creationId xmlns:a16="http://schemas.microsoft.com/office/drawing/2014/main" id="{EF031579-1582-4315-ADB1-48309E61E575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" name="צורה חופשית: צורה 16">
                <a:extLst>
                  <a:ext uri="{FF2B5EF4-FFF2-40B4-BE49-F238E27FC236}">
                    <a16:creationId xmlns:a16="http://schemas.microsoft.com/office/drawing/2014/main" id="{197A2DCC-59C7-44AF-92E8-CB61E153A6C6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6" name="מציין מיקום של מספר שקופית 5">
            <a:extLst>
              <a:ext uri="{FF2B5EF4-FFF2-40B4-BE49-F238E27FC236}">
                <a16:creationId xmlns:a16="http://schemas.microsoft.com/office/drawing/2014/main" id="{BF9C472C-DC50-4C6E-A2FD-E2B53876FF80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9041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87DFEA-F291-42BA-BE85-785FA875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5562866-108C-45B2-A858-33BD6FCD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268" y="6373480"/>
            <a:ext cx="552237" cy="365125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9347A8-8166-4DEF-BF3A-0851CC1E90B6}" type="slidenum">
              <a:rPr kumimoji="0" lang="he-IL" sz="14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9B1DE0C-D061-4247-ADC7-6CE76D088D9C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3DA01A7D-9028-4C47-849C-88B28743CA72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0" name="תמונה 9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5D975A15-DE8D-42D7-9B9B-35115AAE35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1" name="קבוצה 10">
              <a:extLst>
                <a:ext uri="{FF2B5EF4-FFF2-40B4-BE49-F238E27FC236}">
                  <a16:creationId xmlns:a16="http://schemas.microsoft.com/office/drawing/2014/main" id="{292F8E00-CB78-46D3-8C95-69882C60156E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2" name="קבוצה 11">
                <a:extLst>
                  <a:ext uri="{FF2B5EF4-FFF2-40B4-BE49-F238E27FC236}">
                    <a16:creationId xmlns:a16="http://schemas.microsoft.com/office/drawing/2014/main" id="{B267D621-AB17-4316-95AB-1A8DCBC84B24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A151E8EE-7AD0-4255-AC18-E12B8AB646A1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4A4BD7DD-6CF3-4564-8A20-E08C0DBBBB85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A9C5829E-AE90-46F7-A368-C468B9943FEF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242127DA-BDE4-4014-A16A-59BEBA8242DA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E63D501C-A0C8-4522-BC04-AF40A998D44B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424E21BA-9E73-4923-BF02-ED6EE3D73458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A6705AB2-BC1F-47FE-8088-512A3C0BE0E3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צורה חופשית: צורה 12">
                <a:extLst>
                  <a:ext uri="{FF2B5EF4-FFF2-40B4-BE49-F238E27FC236}">
                    <a16:creationId xmlns:a16="http://schemas.microsoft.com/office/drawing/2014/main" id="{DC615487-9D22-4D21-8AB8-E2C6EEAEF414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2" name="מציין מיקום של מספר שקופית 5">
            <a:extLst>
              <a:ext uri="{FF2B5EF4-FFF2-40B4-BE49-F238E27FC236}">
                <a16:creationId xmlns:a16="http://schemas.microsoft.com/office/drawing/2014/main" id="{59BBFBD5-F641-4E35-B40D-EAB15A40A152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4558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A864AE61-DE0D-4880-A1BF-0814E233E79E}"/>
              </a:ext>
            </a:extLst>
          </p:cNvPr>
          <p:cNvSpPr/>
          <p:nvPr userDrawn="1"/>
        </p:nvSpPr>
        <p:spPr>
          <a:xfrm>
            <a:off x="0" y="6209620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A6DADFE1-0B47-4D64-8538-73B485E64BAD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8" name="תמונה 7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F9BBDD8F-AE7D-4B3F-89BC-E0B2FC9EC0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9" name="קבוצה 8">
              <a:extLst>
                <a:ext uri="{FF2B5EF4-FFF2-40B4-BE49-F238E27FC236}">
                  <a16:creationId xmlns:a16="http://schemas.microsoft.com/office/drawing/2014/main" id="{BFBBF8E6-653E-4E8A-BDA3-45DD5E561179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0" name="קבוצה 9">
                <a:extLst>
                  <a:ext uri="{FF2B5EF4-FFF2-40B4-BE49-F238E27FC236}">
                    <a16:creationId xmlns:a16="http://schemas.microsoft.com/office/drawing/2014/main" id="{2615D7FF-65B1-47BC-BC35-7DD391E2080F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2" name="צורה חופשית: צורה 11">
                  <a:extLst>
                    <a:ext uri="{FF2B5EF4-FFF2-40B4-BE49-F238E27FC236}">
                      <a16:creationId xmlns:a16="http://schemas.microsoft.com/office/drawing/2014/main" id="{ED4ACA47-D4A0-4996-B9F1-5F7C90CE5094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" name="צורה חופשית: צורה 12">
                  <a:extLst>
                    <a:ext uri="{FF2B5EF4-FFF2-40B4-BE49-F238E27FC236}">
                      <a16:creationId xmlns:a16="http://schemas.microsoft.com/office/drawing/2014/main" id="{27277A02-32C6-470C-8608-901E69766CD7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89450771-5102-401C-AFD1-56DFF322A9A6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73D3ED77-3CD6-4660-8F7F-4B83B2F65299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35309228-8DAA-4785-9C14-E4905913690C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EC5C0010-4161-4811-AFA2-9B9F39ACD0FE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DC157E78-F6A2-41FD-9369-73DE4F673746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צורה חופשית: צורה 10">
                <a:extLst>
                  <a:ext uri="{FF2B5EF4-FFF2-40B4-BE49-F238E27FC236}">
                    <a16:creationId xmlns:a16="http://schemas.microsoft.com/office/drawing/2014/main" id="{1ABD69F7-03BB-4732-95D0-E3A631E1F9CB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0" name="מציין מיקום של מספר שקופית 5">
            <a:extLst>
              <a:ext uri="{FF2B5EF4-FFF2-40B4-BE49-F238E27FC236}">
                <a16:creationId xmlns:a16="http://schemas.microsoft.com/office/drawing/2014/main" id="{34CA6212-8097-4A9B-AFE6-F7081B47F22E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9869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958A50-E275-4804-B818-F6997956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8A54C7A-2CCF-48BD-AE46-34470068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6669C15-F7C1-4A88-B34B-1C013CB4D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CA1D8F0-E926-421C-921D-0F6D4712DF8D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243C2582-C7B0-46E8-86CA-33A6B4236A5D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1" name="תמונה 10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0266DC89-9A67-48FD-A88D-34C3EA9BBC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2" name="קבוצה 11">
              <a:extLst>
                <a:ext uri="{FF2B5EF4-FFF2-40B4-BE49-F238E27FC236}">
                  <a16:creationId xmlns:a16="http://schemas.microsoft.com/office/drawing/2014/main" id="{97C56BC7-F729-4F7A-AD4D-848BE63B2BE4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3" name="קבוצה 12">
                <a:extLst>
                  <a:ext uri="{FF2B5EF4-FFF2-40B4-BE49-F238E27FC236}">
                    <a16:creationId xmlns:a16="http://schemas.microsoft.com/office/drawing/2014/main" id="{E848436C-1D70-4CD3-B3FA-CC0938D2D615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971E294A-F3F6-4DD2-B2CB-D6C56C41F107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4175FB19-03ED-4B50-BB7C-B9466C93736C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9C4EE346-0BD2-40D5-9684-6E654B3B5C4A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A201D3C3-B297-4E0B-9F22-F4ADAFD4947F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5803B45F-B946-4172-A189-3AF9B2CC9A6A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96F21DCB-52F7-4A98-A052-664A1A104497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צורה חופשית: צורה 20">
                  <a:extLst>
                    <a:ext uri="{FF2B5EF4-FFF2-40B4-BE49-F238E27FC236}">
                      <a16:creationId xmlns:a16="http://schemas.microsoft.com/office/drawing/2014/main" id="{5E4B7FB2-BB65-4151-9ABC-FFDED6C5BC11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צורה חופשית: צורה 13">
                <a:extLst>
                  <a:ext uri="{FF2B5EF4-FFF2-40B4-BE49-F238E27FC236}">
                    <a16:creationId xmlns:a16="http://schemas.microsoft.com/office/drawing/2014/main" id="{5B514649-E16F-4638-BA06-7FB63CFC2292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3" name="מציין מיקום של מספר שקופית 5">
            <a:extLst>
              <a:ext uri="{FF2B5EF4-FFF2-40B4-BE49-F238E27FC236}">
                <a16:creationId xmlns:a16="http://schemas.microsoft.com/office/drawing/2014/main" id="{D4BD7B7F-D03D-4389-8A9B-E884D1F3D289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611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168280-23D0-4F97-B48E-EE60D58E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AD8FB43-01AA-4B02-B402-C4370BFA5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7F80D43-C3CB-4B9D-B606-E4430C19A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A54A7CED-C88E-41B2-AC99-523DF755F356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9953B832-222B-43D5-9EF6-40319AF6F571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1" name="תמונה 10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C9D00F1E-695D-48E3-8B32-BBCE64A384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2" name="קבוצה 11">
              <a:extLst>
                <a:ext uri="{FF2B5EF4-FFF2-40B4-BE49-F238E27FC236}">
                  <a16:creationId xmlns:a16="http://schemas.microsoft.com/office/drawing/2014/main" id="{63783BEF-6698-4BBE-A2A3-4733B6C729B3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3" name="קבוצה 12">
                <a:extLst>
                  <a:ext uri="{FF2B5EF4-FFF2-40B4-BE49-F238E27FC236}">
                    <a16:creationId xmlns:a16="http://schemas.microsoft.com/office/drawing/2014/main" id="{5DD97701-4C07-4AF8-95D5-1ABD153DE4E6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050F90C9-C3A6-423C-B102-5BF89C61C75E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C08AB56E-43DA-4939-9246-42FA09F2A95D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836FED53-E490-4203-A74B-FFE6C758FAD8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1AF07413-01E1-497D-93C6-C887EE2F6ADB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9D1E3A11-145C-4C2E-8CE0-059C9A7574D1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59F94348-6319-40A1-A550-5C3C976A43ED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צורה חופשית: צורה 20">
                  <a:extLst>
                    <a:ext uri="{FF2B5EF4-FFF2-40B4-BE49-F238E27FC236}">
                      <a16:creationId xmlns:a16="http://schemas.microsoft.com/office/drawing/2014/main" id="{74D53AF6-1164-451A-8F30-3E9053531A32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צורה חופשית: צורה 13">
                <a:extLst>
                  <a:ext uri="{FF2B5EF4-FFF2-40B4-BE49-F238E27FC236}">
                    <a16:creationId xmlns:a16="http://schemas.microsoft.com/office/drawing/2014/main" id="{263915BB-3105-4206-A549-73CD5AF5DAA3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3" name="מציין מיקום של מספר שקופית 5">
            <a:extLst>
              <a:ext uri="{FF2B5EF4-FFF2-40B4-BE49-F238E27FC236}">
                <a16:creationId xmlns:a16="http://schemas.microsoft.com/office/drawing/2014/main" id="{BCF7847E-1B26-49BF-AE2C-6572BE2C6937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6469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D15CA3-81AB-47E6-91CC-39458D26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3683344-7EC3-44BC-8DA6-68FE91369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42DE4CC-C2C8-4131-A480-4FF9A36982D4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26285DEE-AF2F-415D-A964-C628E461FFFB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0" name="תמונה 9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EFE02FAD-6062-4AFE-A459-9DFD667B8B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1" name="קבוצה 10">
              <a:extLst>
                <a:ext uri="{FF2B5EF4-FFF2-40B4-BE49-F238E27FC236}">
                  <a16:creationId xmlns:a16="http://schemas.microsoft.com/office/drawing/2014/main" id="{B2F8B01E-6D2C-4E50-AFCB-6470BE0C9652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2" name="קבוצה 11">
                <a:extLst>
                  <a:ext uri="{FF2B5EF4-FFF2-40B4-BE49-F238E27FC236}">
                    <a16:creationId xmlns:a16="http://schemas.microsoft.com/office/drawing/2014/main" id="{D4B0A8D5-239F-4B59-9527-35B9732F8A74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847BBAAA-1E10-4FEB-AC75-AE735F524358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A3B5FAEB-6521-41BC-B819-9E8F14FABDCE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50435986-7690-4AB5-B582-5F913AF147C9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8C3412E0-7BF3-443F-8626-4A893EB14786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12368001-8A4B-4594-B063-B0EFD0B7B6A3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C438C881-295C-4E12-9475-714929F42422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2007CED6-8169-4563-8AD2-623E0DF951D4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צורה חופשית: צורה 12">
                <a:extLst>
                  <a:ext uri="{FF2B5EF4-FFF2-40B4-BE49-F238E27FC236}">
                    <a16:creationId xmlns:a16="http://schemas.microsoft.com/office/drawing/2014/main" id="{FFDB4020-1858-4DCB-8A85-BC8A9A3B8C0E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2" name="מציין מיקום של מספר שקופית 5">
            <a:extLst>
              <a:ext uri="{FF2B5EF4-FFF2-40B4-BE49-F238E27FC236}">
                <a16:creationId xmlns:a16="http://schemas.microsoft.com/office/drawing/2014/main" id="{2C72960E-26B3-41FF-BEF3-09BC6FDA1A82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1352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7B216F6-8D7B-48B4-9C61-DB81A1383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83771"/>
            <a:ext cx="2628900" cy="539319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8526D90-9DF5-4162-BBB8-09C9A981F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83771"/>
            <a:ext cx="7734300" cy="539319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B858161-CF52-49E8-B3B7-62B8E3E91ADF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875D99AF-27CD-4443-AE4E-9439B4C2C32F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0" name="תמונה 9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836DD9D7-BB86-41EB-B161-95C4603171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1" name="קבוצה 10">
              <a:extLst>
                <a:ext uri="{FF2B5EF4-FFF2-40B4-BE49-F238E27FC236}">
                  <a16:creationId xmlns:a16="http://schemas.microsoft.com/office/drawing/2014/main" id="{764C0FA0-0CDA-46FD-9F0C-1D243B8C2694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2" name="קבוצה 11">
                <a:extLst>
                  <a:ext uri="{FF2B5EF4-FFF2-40B4-BE49-F238E27FC236}">
                    <a16:creationId xmlns:a16="http://schemas.microsoft.com/office/drawing/2014/main" id="{C833D77B-3410-4B98-90F7-0467FF911CFC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41E21D96-25CC-4D89-9F41-ABB7DBE93862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D2522CD4-53DF-416C-BFB5-9D1B1098C47E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9E1FD081-907C-46D8-9BED-0AE96052A28C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9F0FB341-DA79-4ECD-ABB4-45EBEFD93322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E1051BF6-AC51-43CD-B39D-C6D939F021F4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FE3A10CB-9036-4F67-8068-9CDE5F613ECE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52E55AA4-C0D9-4346-9B65-CABBC0F9E4D7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צורה חופשית: צורה 12">
                <a:extLst>
                  <a:ext uri="{FF2B5EF4-FFF2-40B4-BE49-F238E27FC236}">
                    <a16:creationId xmlns:a16="http://schemas.microsoft.com/office/drawing/2014/main" id="{F3623493-69EC-4071-88F9-0AC8423275D2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2" name="מציין מיקום של מספר שקופית 5">
            <a:extLst>
              <a:ext uri="{FF2B5EF4-FFF2-40B4-BE49-F238E27FC236}">
                <a16:creationId xmlns:a16="http://schemas.microsoft.com/office/drawing/2014/main" id="{36DCBF29-9023-4347-B660-547485DD0113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2498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8B37C1-9ACC-42CA-A7A8-EF5E27721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F3A0B00-96F4-4867-B1AB-08821666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BB88EA8-2F2B-482D-9C8E-F3D721E0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2D6E3-E482-4DA3-9F0F-5149045D735E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DC70D8C-27F5-434E-920B-974C701A9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C2E6FCA-46FF-4855-A8C0-FDB0926A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628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FD8D03-D8E7-4A5F-9DEC-10371471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1BC93BF-7B09-4D5C-81FE-F57F91BB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3A8D1A4-899D-43ED-856C-06374FBE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390AF-36F8-476C-ADAF-81C2825D26B3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0A55F92-386E-4B4C-B4C6-C54138E1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8C7A80F-0F49-4D24-A543-FE1B6034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3879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626153-F544-4BA3-8CCE-F8C84ED2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8C22C27-D6B8-451B-A2CD-9435E3B19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78FD682-E925-4567-B1BD-38545A6E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443D-8FE2-4E72-BD4B-BA8806B29925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C8C906C-1E31-4F41-9F73-9524F645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321C95-6232-4F9C-9091-6BDDBAE5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6894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96A529-F544-46E5-A09E-C022F7B3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3A9200-1FD4-49FD-944F-170BEEE8E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C5BB6B4-39C6-4239-BE1E-277F38673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2BF44C5-1950-4EC5-94D3-6B9ED360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89BB-17B1-4FF8-A171-9AA6226C6A0F}" type="datetime8">
              <a:rPr lang="he-IL" smtClean="0"/>
              <a:t>27 מאי 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E0180AE-1B1F-44D6-AAF0-8FDEB2D1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D179C0D-BC14-432D-B0C7-E100365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105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AEE5685-6A16-4E56-B2AB-3E62D26F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72886"/>
            <a:ext cx="10515600" cy="917802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3CE19DA-5F2E-4AB4-B791-F4E505AA1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4A3E43E-BE49-4C40-B9CD-5A65AB456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2C08B33-8536-4DA3-A886-8DE003371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5B49FD3-06D6-4DD0-946E-AF9FF8909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B2EB75B-F856-4B8A-8013-9927323F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AAFF2-CF1F-4D92-B805-CF7862B38B9E}" type="datetime8">
              <a:rPr lang="he-IL" smtClean="0"/>
              <a:t>27 מאי 24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9C58747-5FF5-4A14-8067-2587B86B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1FE9ED2-FA7F-4A51-94A1-C7912F64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1817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87DFEA-F291-42BA-BE85-785FA875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3A58BB7-53E8-4D09-9109-125ADFF3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00C-9D83-4EB1-8D7B-3F0AE3FEFD07}" type="datetime8">
              <a:rPr lang="he-IL" smtClean="0"/>
              <a:t>27 מאי 24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A1F35F1-2E1C-4BB0-AF73-22A95ABD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046D2C1-DC71-49A0-B0C9-41823CFB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3658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D98654B-F4F5-424A-BD41-08D4DC39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E72-D0BA-46F5-A57E-7ACE4F188000}" type="datetime8">
              <a:rPr lang="he-IL" smtClean="0"/>
              <a:t>27 מאי 24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55ADA06-EB87-4057-8174-700DCE00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CE52BF3-2984-46A3-BDB7-4A9B648B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095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958A50-E275-4804-B818-F6997956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8A54C7A-2CCF-48BD-AE46-34470068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6669C15-F7C1-4A88-B34B-1C013CB4D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AC4BDA4-AE4E-416A-B052-1BEB9B08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C527-318D-4D64-A987-107F2E3C0F42}" type="datetime8">
              <a:rPr lang="he-IL" smtClean="0"/>
              <a:t>27 מאי 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7AE2AE9-B05D-4A7B-B842-C82EBDB4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E9FB328-37F0-40C4-8408-AACDB2DF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7719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168280-23D0-4F97-B48E-EE60D58E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AD8FB43-01AA-4B02-B402-C4370BFA5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7F80D43-C3CB-4B9D-B606-E4430C19A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1AE3F13-BDE5-4549-B1B3-FE873F6C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E5C9-1286-44CA-AADA-12653784D666}" type="datetime8">
              <a:rPr lang="he-IL" smtClean="0"/>
              <a:t>27 מאי 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E8DEE5F-8366-4FD8-B62C-82328933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30AF801-BE2A-43D6-B174-8B5BD32A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9708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D15CA3-81AB-47E6-91CC-39458D26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3683344-7EC3-44BC-8DA6-68FE91369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98F073D-61E7-4F9B-AE14-8FB98B4F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C9B5-A975-4132-8C62-7296D03A3E4F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802EDF1-451E-48C1-BCDE-3C1892DC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6F4D0B-448C-4C49-81A9-C480CA4E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3719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7B216F6-8D7B-48B4-9C61-DB81A1383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9971"/>
            <a:ext cx="2628900" cy="5316992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8526D90-9DF5-4162-BBB8-09C9A981F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9971"/>
            <a:ext cx="7734300" cy="5316992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EAD9D33-7116-4129-96EB-4D19EFE7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0FF40-4F93-4C6F-9838-5FF725F3FD45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289168F-C8D4-4DB2-8858-CAE44688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1B60E98-A858-417B-8734-D6766765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2344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DDF193-DA2C-4A9C-B561-3B2968BDB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BB6FC63-DD54-43D4-996A-104605F81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D74F89-9BA4-4CEF-8469-955E6C52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042EE-B66C-4CCD-9BDD-2003FA82E9E8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37C89F5-D2AE-4ED9-B7FD-481E22B0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CFD78FB-A11A-4081-AA4A-C4CAB95F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70642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68AE99-C6C2-4AE8-8DDC-09962EB6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BD499D3-0DDC-4D5A-A448-59B539E9A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9FD602-ECA9-4B4D-A021-1DE41430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1214-E456-4D19-A823-E910F816C612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3A827F0-E32C-4C3C-9B10-75EE6CA4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08A446D-C2C0-472F-9E94-369B5ABA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75821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001E67-858D-4462-8498-BF8FE1C10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FFA70F8-8F92-4837-8BF4-641DCC545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13AED21-BAB2-43E5-937C-2E9D5080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89BA-9429-4EB3-ACFB-1FB0030439A2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0EDD0E-6519-4E31-BBB0-89A084BB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549B853-5E2E-4EDA-ABEC-59BAA583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90945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5708A4-B7AD-4EC2-AC0C-668801933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BB3FA54-30A6-440C-85D7-0688C50F6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4879237-D883-49E9-A4BA-D22B0E4C7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27E72C9-2D7C-4453-92B6-5C54B6B60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F802-F4D5-41D0-AA7C-65D8F2C086C2}" type="datetime8">
              <a:rPr lang="he-IL" smtClean="0"/>
              <a:t>27 מאי 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8F30BA1-40DA-44BC-A167-CE3B4900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0D1FA51-1E7D-4AF8-9D01-CB4C77A4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09929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B3CE6-E06F-4E8A-BF39-83AC219E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90574"/>
            <a:ext cx="10515600" cy="823912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DC028FB-657A-4E24-AD00-88A49DFB0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280947B-A3EC-42D9-B1CE-DE7910433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9F474EC-1E81-4666-89CD-BCC88DB0C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66B520F-42B6-41CA-9DB8-AD2DE7A52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BB6BD05-AD29-4C18-AB61-8C95B72E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DEA7-80FD-4F86-8A67-7BE19505BC66}" type="datetime8">
              <a:rPr lang="he-IL" smtClean="0"/>
              <a:t>27 מאי 24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5E54DAC-AFA7-4FDA-AAF6-1E345F4B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D3C41C3-1CBD-4DC2-806F-2B85019F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14471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72290D-AE7A-4792-84DC-BF461675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E9C15D7-7A7E-4126-BED7-866F21C9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4D0D8-6941-47FD-987A-DEF3C73E18CC}" type="datetime8">
              <a:rPr lang="he-IL" smtClean="0"/>
              <a:t>27 מאי 24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A6063DB-4845-4F98-8A4D-0ED1C5D6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04E63EF-3253-468F-9AF5-3D672A05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59481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37F8224-EEAE-495C-A56A-58339BC2C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012-677B-469A-BEAC-28227EA5E6DD}" type="datetime8">
              <a:rPr lang="he-IL" smtClean="0"/>
              <a:t>27 מאי 24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DDD2533-1748-4176-BE59-1F1EFCEC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139FB95-CC5F-487B-94B3-9DC2F2B4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61841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850812-2F1E-42D9-94F2-1B3CEFE13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54766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1B93507-069F-4F0D-8BF6-F2EB58A29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3357033-4D4F-4AF3-BD63-CD7C1346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AA5476E-8D00-42E2-BA14-472A730B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13DE-5556-45FF-A3B7-7E88E29D9C36}" type="datetime8">
              <a:rPr lang="he-IL" smtClean="0"/>
              <a:t>27 מאי 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AE56CF9-3BE2-430F-9511-04B7F432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ED8B4FB-6F95-4457-9C9D-E48899F5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27596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46A76A-4178-4B8B-A53D-6045FB60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54766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4692034-F0CF-4149-857B-AFDCB9D3D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D52C8FC-599E-465D-B43D-4F2E5F514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DF6A886-B1DB-4A62-BA98-F68BA391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BA3A6-3105-4486-B748-E4A82CAC0A3A}" type="datetime8">
              <a:rPr lang="he-IL" smtClean="0"/>
              <a:t>27 מאי 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9CC8DE2-1F1F-4E87-9A63-95BF23D8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7418CA4-F957-4CDE-83D3-146C1891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25309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0DF2A4-E2D7-4E27-A2EC-0B2FEB1C5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BB72B77-0F0D-4FF4-B9AF-67CC0B652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1A39604-47F3-4C11-BADB-D30D9395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1D64-4346-4F69-BDCC-D9CE7B201F21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73F2E48-5687-4B9E-8458-63F3547E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DA11F0A-3F7E-405E-927C-FBE1E7FC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23600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1B199B9-EF25-4AB3-8B32-9BBA40D57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9971"/>
            <a:ext cx="2628900" cy="5316992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B3C3301-2975-4C62-BDB3-AEFCF886D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9971"/>
            <a:ext cx="7734300" cy="5316992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F4FCE93-586F-4F63-910E-D5AFB853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3BFA-EC88-4504-9EC9-73C03670DFC1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1E293E8-5140-40A2-82F3-1FD07C76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5854097-A5B0-40F0-81B6-C15EF909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37384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F5FFE4-BEFA-4643-9BDA-3AFADCE40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48EE826-58EC-48F4-9259-0D5AD675F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9920082-26D5-4810-94B7-6870E83A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E15FC-09F7-4EFD-9DB4-00DFC46F53B5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1941F8C-1A75-41B5-AB72-EBC3593B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3167B4-582A-4932-8BB7-65E38223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0735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DF5BBC-31E6-4F8F-B8B0-6BB00717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B6C8EE3-1CEF-420C-B9AA-60EF4D73B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83B0C2-3A93-456D-A1C7-0E7C075A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935-52B2-48BF-A8F0-594F3C8FEADF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81FF5E9-3E9A-4363-81E3-6A697566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924A9EC-7D70-4038-B509-88EAECB7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2809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E91723-4082-4FE4-AEC6-575BC740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C7ADD37-9A77-4815-B91D-2C76F98E6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2A3B06F-A462-4660-8BEE-574CB0AC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FBA-A71F-491C-898C-A6B34568D157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E003E8-58A2-444F-9BB1-9FB5997E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79CA385-3C72-494E-B4F4-4AD4DACF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19900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709EB0-6344-4C63-8139-0DC345BC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776EFF7-5C60-4A2E-A0DF-DB30C5016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8DC8E67-4068-4499-A93A-BD1AA57FA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24C177-D927-435D-AAA5-94C93EEE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91A-1113-4145-86DA-90838C629DEA}" type="datetime8">
              <a:rPr lang="he-IL" smtClean="0"/>
              <a:t>27 מאי 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DB5C4D9-10F7-4706-9BE2-18BA3DCA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9A387D1-00C4-41F4-A38C-EDB64ED5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36269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DCFE5A-518C-4E0C-9F84-81983CDA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4793"/>
            <a:ext cx="10515600" cy="102235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7AD87ED-6127-4595-8CA9-9DFCE51CF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EFB815F-A312-42B0-8778-40E0C78D8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D44CDA2-B127-46C0-8F8B-F4E4E5B76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ED2F5C2-CCE1-4674-AB6C-6475E2DB7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0255848-0175-44D1-A460-004A59CE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31ED-0C71-466A-BB6D-4A6817E6DCAE}" type="datetime8">
              <a:rPr lang="he-IL" smtClean="0"/>
              <a:t>27 מאי 24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335784F-80B2-4F99-B555-9D8021F9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D8F4C34-571A-4E8B-9E11-D2326B41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88697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8A759D-C938-4B7B-93AA-230542D7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6949882-391B-4AEB-A23C-3FFB4119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01EFB-7F61-4369-91E6-C424B4BA3C9C}" type="datetime8">
              <a:rPr lang="he-IL" smtClean="0"/>
              <a:t>27 מאי 24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F6DDC2B-2983-4A85-9232-4EC9128E6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33CDBB1-8BB1-4934-9E0D-8ED86752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09245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60F164E-06E0-44F6-A029-2E0C4E56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DF81B-842D-4C10-9042-24CF88FF9AF5}" type="datetime8">
              <a:rPr lang="he-IL" smtClean="0"/>
              <a:t>27 מאי 24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DFEFDDA-7419-4F0E-8421-94439A12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3828DD3-F4A4-42C0-AADC-7741F8741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13913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E89120-A0BF-4268-A01C-9AB76A9C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3880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C36FF2C-54E8-4980-9A2B-4B81B8575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33340AB-A000-4DAD-A481-ADCCBFB41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345C55F-CC6C-4753-AC85-71FA7CAB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4A16-BB60-4399-83A8-B428D0824A60}" type="datetime8">
              <a:rPr lang="he-IL" smtClean="0"/>
              <a:t>27 מאי 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32E2C9A-B1EE-45E3-8512-4CB88963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B4F7726-FA36-4370-A953-40F276AE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77842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CE849D-8DE3-4FF0-9C32-4B5C7181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3880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E1034BF-1099-4EA6-865C-A95B53D3E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6DBEB10-B62F-4062-B851-9E680AD9C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F6126FC-0C2E-479C-ACD3-BA03B18D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AC0-5A9A-4998-B7B9-535D7313DB69}" type="datetime8">
              <a:rPr lang="he-IL" smtClean="0"/>
              <a:t>27 מאי 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1101AD3-F1D9-4057-8E66-A0DA828C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6BD2273-BF14-44F5-A4D2-8764D366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7493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E81AC1-67FA-469B-80D5-4D51B0EE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1BE41A4-5877-4380-97D0-A63A4BB1C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C9E86D-5445-48EB-9CB8-B094FA5C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E49E-DF06-4112-B6F9-CD704B965575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7430682-B036-4A07-9C82-F48245458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F2B8DB0-09BD-40FC-8CCF-C82B1A9F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36987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DDCCDA1C-AD63-482F-8014-D8879892E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620485"/>
            <a:ext cx="2628900" cy="5556477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651177D-5A3E-4490-8AD3-D45548896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620485"/>
            <a:ext cx="7734300" cy="555647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51C042-2C21-4AA8-A8FD-A48AC345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E30B-DF52-4019-990D-64EB9AF34455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8CB9DF3-68AB-4863-84E2-5299DB27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448A4ED-A941-48D7-82FC-85D459A5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223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מלבן 54">
            <a:extLst>
              <a:ext uri="{FF2B5EF4-FFF2-40B4-BE49-F238E27FC236}">
                <a16:creationId xmlns:a16="http://schemas.microsoft.com/office/drawing/2014/main" id="{450B1103-66BD-47BD-BCAD-DAB274E3745B}"/>
              </a:ext>
            </a:extLst>
          </p:cNvPr>
          <p:cNvSpPr/>
          <p:nvPr userDrawn="1"/>
        </p:nvSpPr>
        <p:spPr>
          <a:xfrm>
            <a:off x="0" y="-19940"/>
            <a:ext cx="12192000" cy="687794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BDF654D-545E-4F5B-897B-0AC9549CD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24A5DF1-0C4F-439B-99B9-9E7D1F5DA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4" name="מציין מיקום של מספר שקופית 5">
            <a:extLst>
              <a:ext uri="{FF2B5EF4-FFF2-40B4-BE49-F238E27FC236}">
                <a16:creationId xmlns:a16="http://schemas.microsoft.com/office/drawing/2014/main" id="{B6E8A30C-790C-462C-AC30-2F7487639B1A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91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BDF654D-545E-4F5B-897B-0AC9549CD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24A5DF1-0C4F-439B-99B9-9E7D1F5DA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5732397-3F93-43D7-AEE7-7EAB836B2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60E14-CD2F-4F93-B84A-4053CA3C53A8}" type="datetime8">
              <a:rPr lang="he-IL" smtClean="0"/>
              <a:t>27 מאי 24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E1F573-90C6-4278-B0B2-4904869B8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7B0E382-5AF6-4CE6-A0D5-9DE1B60EB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1D3D4CF-20D8-47FA-866D-033612F16ECF}"/>
              </a:ext>
            </a:extLst>
          </p:cNvPr>
          <p:cNvSpPr/>
          <p:nvPr userDrawn="1"/>
        </p:nvSpPr>
        <p:spPr>
          <a:xfrm>
            <a:off x="0" y="0"/>
            <a:ext cx="12192000" cy="707571"/>
          </a:xfrm>
          <a:prstGeom prst="rect">
            <a:avLst/>
          </a:prstGeom>
          <a:solidFill>
            <a:sysClr val="windowText" lastClr="000000">
              <a:lumMod val="85000"/>
              <a:lumOff val="1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B4E1CE52-1BAF-459F-BC05-229F66D02DDD}"/>
              </a:ext>
            </a:extLst>
          </p:cNvPr>
          <p:cNvGrpSpPr/>
          <p:nvPr userDrawn="1"/>
        </p:nvGrpSpPr>
        <p:grpSpPr>
          <a:xfrm>
            <a:off x="10289376" y="169119"/>
            <a:ext cx="1677865" cy="343457"/>
            <a:chOff x="1540713" y="766209"/>
            <a:chExt cx="9750423" cy="1995896"/>
          </a:xfrm>
        </p:grpSpPr>
        <p:pic>
          <p:nvPicPr>
            <p:cNvPr id="9" name="תמונה 8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836A9B01-A1B1-4200-8AE9-A43298F1EF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</p:spPr>
        </p:pic>
        <p:grpSp>
          <p:nvGrpSpPr>
            <p:cNvPr id="10" name="קבוצה 9">
              <a:extLst>
                <a:ext uri="{FF2B5EF4-FFF2-40B4-BE49-F238E27FC236}">
                  <a16:creationId xmlns:a16="http://schemas.microsoft.com/office/drawing/2014/main" id="{52B5D09E-6B86-4133-A710-C70D227CFAF3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</p:grpSpPr>
          <p:grpSp>
            <p:nvGrpSpPr>
              <p:cNvPr id="11" name="קבוצה 10">
                <a:extLst>
                  <a:ext uri="{FF2B5EF4-FFF2-40B4-BE49-F238E27FC236}">
                    <a16:creationId xmlns:a16="http://schemas.microsoft.com/office/drawing/2014/main" id="{75651A9B-863E-4A23-B035-93358101E855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solidFill>
                <a:sysClr val="window" lastClr="FFFFFF"/>
              </a:solidFill>
            </p:grpSpPr>
            <p:sp>
              <p:nvSpPr>
                <p:cNvPr id="13" name="צורה חופשית: צורה 12">
                  <a:extLst>
                    <a:ext uri="{FF2B5EF4-FFF2-40B4-BE49-F238E27FC236}">
                      <a16:creationId xmlns:a16="http://schemas.microsoft.com/office/drawing/2014/main" id="{2368CE89-5039-40B8-B10B-E7EFA09BCEBC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7D612FB0-45D4-4C56-8897-FC9D40534BD0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723DC653-956D-49C6-B863-7CF280EED831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C229C243-8344-45FB-B8A1-AF4BFE3877AD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C60A1A52-45AD-4414-8C87-D1B9B60247C3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E88277A7-258F-4064-A791-0116E8B821EC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F7AF3C0B-1E0F-44CB-AC6E-DDFBBE6C5955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" name="צורה חופשית: צורה 11">
                <a:extLst>
                  <a:ext uri="{FF2B5EF4-FFF2-40B4-BE49-F238E27FC236}">
                    <a16:creationId xmlns:a16="http://schemas.microsoft.com/office/drawing/2014/main" id="{CC5E8830-FB0A-418E-8F98-B7026038E538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212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1D57BAB-2273-4C90-A9DB-5174568F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418"/>
            <a:ext cx="10515600" cy="87427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F536ABD-3F50-4962-8C22-59F836A9E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B82273E-97FE-49BC-B4FA-F509A0DC8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F10A6-B3F4-4453-B379-B96752C0A430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EFC389-9084-4DCB-94DC-C7CE9DFA5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3CC2123-C7EC-4929-A247-69D27A9AA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581EAD6F-04C0-4FF5-B8FB-C69590A5C457}"/>
              </a:ext>
            </a:extLst>
          </p:cNvPr>
          <p:cNvGrpSpPr/>
          <p:nvPr userDrawn="1"/>
        </p:nvGrpSpPr>
        <p:grpSpPr>
          <a:xfrm>
            <a:off x="10289376" y="169119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8" name="תמונה 7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3495EECE-CBFB-46A8-9A7B-B6529047C5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9" name="קבוצה 8">
              <a:extLst>
                <a:ext uri="{FF2B5EF4-FFF2-40B4-BE49-F238E27FC236}">
                  <a16:creationId xmlns:a16="http://schemas.microsoft.com/office/drawing/2014/main" id="{660EF643-96E2-4383-AF60-22E549B78903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0" name="קבוצה 9">
                <a:extLst>
                  <a:ext uri="{FF2B5EF4-FFF2-40B4-BE49-F238E27FC236}">
                    <a16:creationId xmlns:a16="http://schemas.microsoft.com/office/drawing/2014/main" id="{04D4E740-BFD1-4F5D-8EB0-6DD39C41E5A1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2" name="צורה חופשית: צורה 11">
                  <a:extLst>
                    <a:ext uri="{FF2B5EF4-FFF2-40B4-BE49-F238E27FC236}">
                      <a16:creationId xmlns:a16="http://schemas.microsoft.com/office/drawing/2014/main" id="{44275552-5316-4450-897B-358510D8AA7B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" name="צורה חופשית: צורה 12">
                  <a:extLst>
                    <a:ext uri="{FF2B5EF4-FFF2-40B4-BE49-F238E27FC236}">
                      <a16:creationId xmlns:a16="http://schemas.microsoft.com/office/drawing/2014/main" id="{8D86CDFB-8A45-4DDC-AB10-66335CA3C698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6B8C8BFD-C32E-471C-ACC5-6791C9832DD6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974AD044-804E-4E1D-860F-CD24AEE3AC5C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302CC542-B9BA-4F81-9921-846BCE58B47C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3346EDB4-44C0-4199-9941-856C5FAE6E4B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E62A5AE6-95C1-4CEA-A067-4AFCD078C324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צורה חופשית: צורה 10">
                <a:extLst>
                  <a:ext uri="{FF2B5EF4-FFF2-40B4-BE49-F238E27FC236}">
                    <a16:creationId xmlns:a16="http://schemas.microsoft.com/office/drawing/2014/main" id="{D3CC5208-9634-4CBC-BFD4-5F68BFB6E20E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8D7E1A8A-AA9B-44FE-B120-E196B80C0F9A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92150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99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D91D72D-5E61-442D-B996-963037EE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2886"/>
            <a:ext cx="10515600" cy="917802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8AC38F-D938-41EE-BB8A-F4B335347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97B113D-72E4-4A11-BD9E-055CC5BFE3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924B-83DC-4F11-BD5E-53113AF69222}" type="datetime8">
              <a:rPr lang="he-IL" smtClean="0"/>
              <a:t>27 מאי 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211CF5-8B66-46FF-A8C3-A4EA2E894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9E7C95D-2C6F-4568-B9CE-99CF4B276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1FE93D66-D02D-4A1D-84E7-CEE34D3BFE32}"/>
              </a:ext>
            </a:extLst>
          </p:cNvPr>
          <p:cNvGrpSpPr/>
          <p:nvPr userDrawn="1"/>
        </p:nvGrpSpPr>
        <p:grpSpPr>
          <a:xfrm>
            <a:off x="274519" y="189602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8" name="תמונה 7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2093AC06-2EC0-4B13-9121-8D39F3EB39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9" name="קבוצה 8">
              <a:extLst>
                <a:ext uri="{FF2B5EF4-FFF2-40B4-BE49-F238E27FC236}">
                  <a16:creationId xmlns:a16="http://schemas.microsoft.com/office/drawing/2014/main" id="{83E676FC-6C72-4E6B-9C09-98E28C0AB171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0" name="קבוצה 9">
                <a:extLst>
                  <a:ext uri="{FF2B5EF4-FFF2-40B4-BE49-F238E27FC236}">
                    <a16:creationId xmlns:a16="http://schemas.microsoft.com/office/drawing/2014/main" id="{E1E413C1-D65F-4584-98FD-F7E8B8E8D905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2" name="צורה חופשית: צורה 11">
                  <a:extLst>
                    <a:ext uri="{FF2B5EF4-FFF2-40B4-BE49-F238E27FC236}">
                      <a16:creationId xmlns:a16="http://schemas.microsoft.com/office/drawing/2014/main" id="{6839BE25-47DE-411C-8514-4F60EB7979AF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" name="צורה חופשית: צורה 12">
                  <a:extLst>
                    <a:ext uri="{FF2B5EF4-FFF2-40B4-BE49-F238E27FC236}">
                      <a16:creationId xmlns:a16="http://schemas.microsoft.com/office/drawing/2014/main" id="{13A92F85-2950-471C-B982-C48685DC080E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772A0207-0127-4166-9DB7-B3F2B233BDF6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A70C24AC-25AC-4B0E-AA8E-5559D20494B5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B1EC876C-F4E8-49DD-B259-74688C0EBA2C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29491160-4DB9-4425-A019-A5E15CAFEFD1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6BDAC5ED-6E82-4E56-BE91-C9AEFC55DE78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צורה חופשית: צורה 10">
                <a:extLst>
                  <a:ext uri="{FF2B5EF4-FFF2-40B4-BE49-F238E27FC236}">
                    <a16:creationId xmlns:a16="http://schemas.microsoft.com/office/drawing/2014/main" id="{8A34F2E0-014D-4FE1-A4F6-865EF2C4EDF0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87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0B01184F-10AF-41E6-BAC9-E6C576E9A0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התנעת סקר למיפוי פרופילים בסיכון</a:t>
            </a:r>
            <a:endParaRPr lang="he-IL" dirty="0"/>
          </a:p>
        </p:txBody>
      </p:sp>
      <p:sp>
        <p:nvSpPr>
          <p:cNvPr id="5" name="כותרת משנה 4">
            <a:extLst>
              <a:ext uri="{FF2B5EF4-FFF2-40B4-BE49-F238E27FC236}">
                <a16:creationId xmlns:a16="http://schemas.microsoft.com/office/drawing/2014/main" id="{78DCD1D4-EC63-4B14-99F3-E42883110A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פגישת חשיבה – 21.05.24</a:t>
            </a:r>
          </a:p>
        </p:txBody>
      </p:sp>
    </p:spTree>
    <p:extLst>
      <p:ext uri="{BB962C8B-B14F-4D97-AF65-F5344CB8AC3E}">
        <p14:creationId xmlns:p14="http://schemas.microsoft.com/office/powerpoint/2010/main" val="300194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1F6F-B733-F883-0488-34C9CB3247E7}"/>
              </a:ext>
            </a:extLst>
          </p:cNvPr>
          <p:cNvSpPr txBox="1">
            <a:spLocks/>
          </p:cNvSpPr>
          <p:nvPr/>
        </p:nvSpPr>
        <p:spPr>
          <a:xfrm>
            <a:off x="7531415" y="2629095"/>
            <a:ext cx="4111752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3 רכיבים משלימים לסקר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EEC37D0-B9D0-B1DA-26A4-8BE4647505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8282211"/>
              </p:ext>
            </p:extLst>
          </p:nvPr>
        </p:nvGraphicFramePr>
        <p:xfrm>
          <a:off x="-1088570" y="733734"/>
          <a:ext cx="9186398" cy="6124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011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8FACE0-D8F9-938E-42C8-9E0ED11CB962}"/>
              </a:ext>
            </a:extLst>
          </p:cNvPr>
          <p:cNvSpPr txBox="1">
            <a:spLocks/>
          </p:cNvSpPr>
          <p:nvPr/>
        </p:nvSpPr>
        <p:spPr>
          <a:xfrm>
            <a:off x="1607126" y="1512516"/>
            <a:ext cx="9393127" cy="29905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50000"/>
              </a:lnSpc>
              <a:spcAft>
                <a:spcPts val="1200"/>
              </a:spcAft>
            </a:pPr>
            <a:r>
              <a:rPr lang="he-IL" sz="3200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he-IL" sz="3200" u="sng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איסוף נתונים על </a:t>
            </a:r>
            <a: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קבוצת זקנים </a:t>
            </a:r>
            <a:b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במטרה למפות </a:t>
            </a:r>
            <a: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מצבי סיכון </a:t>
            </a: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(ספציפיים)</a:t>
            </a:r>
            <a:b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ופיתוח </a:t>
            </a:r>
            <a: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אלגוריתם לאיתור </a:t>
            </a: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(על בסיס מאפיינים דמוגרפיים)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BB4F5-1218-4FDC-C19E-0298499B9C78}"/>
              </a:ext>
            </a:extLst>
          </p:cNvPr>
          <p:cNvSpPr txBox="1"/>
          <p:nvPr/>
        </p:nvSpPr>
        <p:spPr>
          <a:xfrm>
            <a:off x="3255690" y="4914597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he-IL" sz="32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בהלימה עם עקרונות מנחים </a:t>
            </a:r>
            <a:r>
              <a:rPr lang="en-US" sz="32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sz="32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he-IL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(כגון תקציב, מענים קיימים, לוחות זמנים, כיוונים אסטרטגיים וכו')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F91B7CA-01E8-E682-D100-86C202088189}"/>
              </a:ext>
            </a:extLst>
          </p:cNvPr>
          <p:cNvGrpSpPr/>
          <p:nvPr/>
        </p:nvGrpSpPr>
        <p:grpSpPr>
          <a:xfrm>
            <a:off x="-982490" y="0"/>
            <a:ext cx="2301240" cy="2301240"/>
            <a:chOff x="9890760" y="1575139"/>
            <a:chExt cx="2301240" cy="23012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9F36560-85A4-2356-CC96-C329C6F371B7}"/>
                </a:ext>
              </a:extLst>
            </p:cNvPr>
            <p:cNvGrpSpPr/>
            <p:nvPr/>
          </p:nvGrpSpPr>
          <p:grpSpPr>
            <a:xfrm>
              <a:off x="9890760" y="1575139"/>
              <a:ext cx="2301240" cy="2301240"/>
              <a:chOff x="948036" y="790108"/>
              <a:chExt cx="5115221" cy="5115221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134ED81-5729-9D82-D711-0F9D0494302E}"/>
                  </a:ext>
                </a:extLst>
              </p:cNvPr>
              <p:cNvSpPr/>
              <p:nvPr/>
            </p:nvSpPr>
            <p:spPr>
              <a:xfrm>
                <a:off x="1229431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47D45A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33134" tIns="998813" rIns="561526" bIns="2266781" numCol="1" spcCol="1270" anchor="ctr" anchorCtr="0">
                <a:noAutofit/>
              </a:bodyPr>
              <a:lstStyle/>
              <a:p>
                <a:pPr marL="0" lvl="0" indent="0" algn="ctr" defTabSz="12001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he-IL" sz="2700" b="1" kern="1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0" name="Arrow: Circular 9">
                <a:extLst>
                  <a:ext uri="{FF2B5EF4-FFF2-40B4-BE49-F238E27FC236}">
                    <a16:creationId xmlns:a16="http://schemas.microsoft.com/office/drawing/2014/main" id="{9AF1C82B-E350-E02B-A3AC-0F986AF9A15F}"/>
                  </a:ext>
                </a:extLst>
              </p:cNvPr>
              <p:cNvSpPr/>
              <p:nvPr/>
            </p:nvSpPr>
            <p:spPr>
              <a:xfrm>
                <a:off x="948036" y="790108"/>
                <a:ext cx="5115221" cy="5115221"/>
              </a:xfrm>
              <a:prstGeom prst="circularArrow">
                <a:avLst>
                  <a:gd name="adj1" fmla="val 5085"/>
                  <a:gd name="adj2" fmla="val 327528"/>
                  <a:gd name="adj3" fmla="val 1472472"/>
                  <a:gd name="adj4" fmla="val 16199432"/>
                  <a:gd name="adj5" fmla="val 5932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he-IL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C4F0F4-1D29-A205-F35E-5C8DE78345C7}"/>
                </a:ext>
              </a:extLst>
            </p:cNvPr>
            <p:cNvSpPr txBox="1"/>
            <p:nvPr/>
          </p:nvSpPr>
          <p:spPr>
            <a:xfrm>
              <a:off x="11018417" y="2134828"/>
              <a:ext cx="1036320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12001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800" b="1" kern="12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מה המטרה?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C50DB8C7-2121-368F-4546-40B0ACFAD9A9}"/>
              </a:ext>
            </a:extLst>
          </p:cNvPr>
          <p:cNvSpPr txBox="1">
            <a:spLocks/>
          </p:cNvSpPr>
          <p:nvPr/>
        </p:nvSpPr>
        <p:spPr>
          <a:xfrm>
            <a:off x="4562351" y="-152753"/>
            <a:ext cx="3482676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מטרת הסקר</a:t>
            </a:r>
          </a:p>
        </p:txBody>
      </p:sp>
    </p:spTree>
    <p:extLst>
      <p:ext uri="{BB962C8B-B14F-4D97-AF65-F5344CB8AC3E}">
        <p14:creationId xmlns:p14="http://schemas.microsoft.com/office/powerpoint/2010/main" val="3033013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8CD195B-9ED8-D931-95E7-EE9A527EC52A}"/>
              </a:ext>
            </a:extLst>
          </p:cNvPr>
          <p:cNvSpPr txBox="1">
            <a:spLocks/>
          </p:cNvSpPr>
          <p:nvPr/>
        </p:nvSpPr>
        <p:spPr>
          <a:xfrm>
            <a:off x="2451245" y="1023857"/>
            <a:ext cx="7289509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מצבי סיכון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מוכווני מניעה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 משמעותי (בקהל יעד רלוונטי)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אפשר להתחייב לשיפור (יש מענים רלוונטיים)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he-IL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r" rtl="1"/>
            <a:r>
              <a:rPr lang="he-IL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מדדים של מצבי סיכון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מקובלים בספרות ובשטח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בשאיפה עם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CP</a:t>
            </a:r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 מוסכם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בשאיפה עם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BM</a:t>
            </a:r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 מוסכם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ניתן לשאול בסקר</a:t>
            </a:r>
          </a:p>
          <a:p>
            <a:pPr marL="457200" indent="-457200" algn="r" rtl="1">
              <a:buFont typeface="+mj-lt"/>
              <a:buAutoNum type="arabicPeriod"/>
            </a:pPr>
            <a:endParaRPr lang="he-IL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r" rtl="1"/>
            <a:r>
              <a:rPr lang="he-IL" dirty="0">
                <a:latin typeface="Calibri Light" panose="020F0302020204030204" pitchFamily="34" charset="0"/>
                <a:cs typeface="Calibri Light" panose="020F0302020204030204" pitchFamily="34" charset="0"/>
              </a:rPr>
              <a:t>אורך השאלון (60-90 שאלות*)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7234B-AF26-15D2-EEA4-45D56ADA7AF4}"/>
              </a:ext>
            </a:extLst>
          </p:cNvPr>
          <p:cNvSpPr txBox="1"/>
          <p:nvPr/>
        </p:nvSpPr>
        <p:spPr>
          <a:xfrm>
            <a:off x="150731" y="3429000"/>
            <a:ext cx="4601028" cy="837676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txBody>
          <a:bodyPr wrap="square" anchor="ctr">
            <a:spAutoFit/>
          </a:bodyPr>
          <a:lstStyle/>
          <a:p>
            <a:pPr algn="ctr" rtl="1">
              <a:lnSpc>
                <a:spcPct val="90000"/>
              </a:lnSpc>
              <a:spcBef>
                <a:spcPts val="1000"/>
              </a:spcBef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המטרה לייצר תמהיל מאוזן בין 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כמות מצבי סיכון לבין עומק הפירוט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DFA942-9BAD-EEA3-D9BB-3973A2BF97FE}"/>
              </a:ext>
            </a:extLst>
          </p:cNvPr>
          <p:cNvGrpSpPr/>
          <p:nvPr/>
        </p:nvGrpSpPr>
        <p:grpSpPr>
          <a:xfrm>
            <a:off x="-103379" y="-794604"/>
            <a:ext cx="2047715" cy="2047715"/>
            <a:chOff x="8715136" y="1534840"/>
            <a:chExt cx="2047715" cy="204771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9E03FE3-02E9-1BF4-65EC-60A554C6D5C3}"/>
                </a:ext>
              </a:extLst>
            </p:cNvPr>
            <p:cNvGrpSpPr/>
            <p:nvPr/>
          </p:nvGrpSpPr>
          <p:grpSpPr>
            <a:xfrm>
              <a:off x="8715136" y="1534840"/>
              <a:ext cx="2047715" cy="2047715"/>
              <a:chOff x="853918" y="952380"/>
              <a:chExt cx="5115221" cy="5115221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8274300-ADF3-9391-14F3-BD8BBD1DE6E1}"/>
                  </a:ext>
                </a:extLst>
              </p:cNvPr>
              <p:cNvSpPr/>
              <p:nvPr/>
            </p:nvSpPr>
            <p:spPr>
              <a:xfrm>
                <a:off x="1135688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47D45A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18024" tIns="2987463" rIns="1063836" bIns="440691" numCol="1" spcCol="1270" anchor="ctr" anchorCtr="0">
                <a:noAutofit/>
              </a:bodyPr>
              <a:lstStyle/>
              <a:p>
                <a:pPr marL="0" lvl="0" indent="0" algn="ctr" defTabSz="12001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he-IL" sz="2700" b="1" kern="1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3" name="Arrow: Circular 22">
                <a:extLst>
                  <a:ext uri="{FF2B5EF4-FFF2-40B4-BE49-F238E27FC236}">
                    <a16:creationId xmlns:a16="http://schemas.microsoft.com/office/drawing/2014/main" id="{77A18CDE-D1CB-33FF-1A63-DFDC08C529B8}"/>
                  </a:ext>
                </a:extLst>
              </p:cNvPr>
              <p:cNvSpPr/>
              <p:nvPr/>
            </p:nvSpPr>
            <p:spPr>
              <a:xfrm>
                <a:off x="853918" y="952380"/>
                <a:ext cx="5115221" cy="5115221"/>
              </a:xfrm>
              <a:prstGeom prst="circularArrow">
                <a:avLst>
                  <a:gd name="adj1" fmla="val 5085"/>
                  <a:gd name="adj2" fmla="val 327528"/>
                  <a:gd name="adj3" fmla="val 8671970"/>
                  <a:gd name="adj4" fmla="val 1800502"/>
                  <a:gd name="adj5" fmla="val 5932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he-IL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4DC8A3E-A0E2-02AF-8610-0C77C49EEAD0}"/>
                </a:ext>
              </a:extLst>
            </p:cNvPr>
            <p:cNvSpPr txBox="1"/>
            <p:nvPr/>
          </p:nvSpPr>
          <p:spPr>
            <a:xfrm>
              <a:off x="8998972" y="2880471"/>
              <a:ext cx="1517013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12001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800" b="1" kern="12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מה שואלים?</a:t>
              </a:r>
            </a:p>
          </p:txBody>
        </p: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FEAC2231-3D75-F29B-AA09-69D2F3FC1882}"/>
              </a:ext>
            </a:extLst>
          </p:cNvPr>
          <p:cNvSpPr txBox="1">
            <a:spLocks/>
          </p:cNvSpPr>
          <p:nvPr/>
        </p:nvSpPr>
        <p:spPr>
          <a:xfrm>
            <a:off x="4354662" y="-135287"/>
            <a:ext cx="3482676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עקרונות מנחים</a:t>
            </a:r>
          </a:p>
        </p:txBody>
      </p:sp>
    </p:spTree>
    <p:extLst>
      <p:ext uri="{BB962C8B-B14F-4D97-AF65-F5344CB8AC3E}">
        <p14:creationId xmlns:p14="http://schemas.microsoft.com/office/powerpoint/2010/main" val="3570394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7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86E2C1C-522E-DE60-F337-396C31508F2A}"/>
              </a:ext>
            </a:extLst>
          </p:cNvPr>
          <p:cNvSpPr txBox="1">
            <a:spLocks/>
          </p:cNvSpPr>
          <p:nvPr/>
        </p:nvSpPr>
        <p:spPr>
          <a:xfrm>
            <a:off x="4354662" y="-135287"/>
            <a:ext cx="3482676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סוגי סיכון אפשריים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66FF00-CE64-1D2C-37CB-98F06493C920}"/>
              </a:ext>
            </a:extLst>
          </p:cNvPr>
          <p:cNvSpPr/>
          <p:nvPr/>
        </p:nvSpPr>
        <p:spPr>
          <a:xfrm>
            <a:off x="7951857" y="1034653"/>
            <a:ext cx="2209234" cy="5592873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/>
            <a:r>
              <a:rPr lang="he-IL" sz="28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בריאותי</a:t>
            </a:r>
          </a:p>
          <a:p>
            <a:pPr algn="ctr" rtl="1"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ADL</a:t>
            </a: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IADL</a:t>
            </a: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פעולות שגרה*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נפילות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ירידה </a:t>
            </a:r>
            <a:r>
              <a:rPr lang="he-IL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קוג</a:t>
            </a: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'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יציאה מהבית | </a:t>
            </a:r>
            <a:r>
              <a:rPr lang="he-IL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הליכתיות</a:t>
            </a: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פעילות גופנית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ויתור על בדיקות שגרה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מצב בריאותי סוב'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ירידה חושית</a:t>
            </a:r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3BD46F-E77F-EB84-91CC-4DD5EB8D13A3}"/>
              </a:ext>
            </a:extLst>
          </p:cNvPr>
          <p:cNvSpPr/>
          <p:nvPr/>
        </p:nvSpPr>
        <p:spPr>
          <a:xfrm>
            <a:off x="5448564" y="1034653"/>
            <a:ext cx="2209234" cy="5592873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>
              <a:spcAft>
                <a:spcPts val="1200"/>
              </a:spcAft>
            </a:pPr>
            <a:r>
              <a:rPr lang="he-IL" sz="28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רגשי חברתי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בדידות</a:t>
            </a:r>
          </a:p>
          <a:p>
            <a:pPr algn="ctr" rtl="1">
              <a:spcAft>
                <a:spcPts val="1200"/>
              </a:spcAft>
            </a:pP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רשתות חברתיות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השתתפות חברתית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שייכות</a:t>
            </a:r>
          </a:p>
          <a:p>
            <a:pPr algn="ctr" rtl="1">
              <a:spcAft>
                <a:spcPts val="1200"/>
              </a:spcAft>
            </a:pPr>
            <a:endParaRPr lang="he-IL" sz="2000" dirty="0">
              <a:solidFill>
                <a:schemeClr val="accent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rgbClr val="00B0F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אמון בסביבה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rgbClr val="00B0F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אמון במערכות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rgbClr val="00B0F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סיוע בעת צרה</a:t>
            </a:r>
          </a:p>
          <a:p>
            <a:pPr algn="ctr" rtl="1">
              <a:spcAft>
                <a:spcPts val="1200"/>
              </a:spcAft>
            </a:pP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FF084E-90A2-0CF0-89A9-388E692615CE}"/>
              </a:ext>
            </a:extLst>
          </p:cNvPr>
          <p:cNvSpPr/>
          <p:nvPr/>
        </p:nvSpPr>
        <p:spPr>
          <a:xfrm>
            <a:off x="2945271" y="1034653"/>
            <a:ext cx="2209234" cy="5592873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>
              <a:spcAft>
                <a:spcPts val="1200"/>
              </a:spcAft>
            </a:pPr>
            <a:r>
              <a:rPr lang="he-IL" sz="28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כלכלי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עוני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עמידה בהוצאות חודשיות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מיצוי זכויות</a:t>
            </a:r>
          </a:p>
          <a:p>
            <a:pPr algn="ctr" rtl="1">
              <a:spcAft>
                <a:spcPts val="1200"/>
              </a:spcAft>
            </a:pP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אוריינות דיגיטלית**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53D8586-7919-670D-6FD8-F56769BE4C4A}"/>
              </a:ext>
            </a:extLst>
          </p:cNvPr>
          <p:cNvSpPr txBox="1">
            <a:spLocks/>
          </p:cNvSpPr>
          <p:nvPr/>
        </p:nvSpPr>
        <p:spPr>
          <a:xfrm>
            <a:off x="-170230" y="2306534"/>
            <a:ext cx="2821442" cy="27379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מקורות מדדים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זקנים בחרבות ברזל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</a:t>
            </a: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MUNI100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שייכות וניתוק חברתי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ACTIVE-NET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קורונה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גמלת סיעוד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AF1A21-BF2A-3931-0085-08BBDBE18F0E}"/>
              </a:ext>
            </a:extLst>
          </p:cNvPr>
          <p:cNvGrpSpPr/>
          <p:nvPr/>
        </p:nvGrpSpPr>
        <p:grpSpPr>
          <a:xfrm>
            <a:off x="-103379" y="-794604"/>
            <a:ext cx="2047715" cy="2047715"/>
            <a:chOff x="8715136" y="1534840"/>
            <a:chExt cx="2047715" cy="204771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A62CE87-A3C4-3861-A4A7-8A666C41E614}"/>
                </a:ext>
              </a:extLst>
            </p:cNvPr>
            <p:cNvGrpSpPr/>
            <p:nvPr/>
          </p:nvGrpSpPr>
          <p:grpSpPr>
            <a:xfrm>
              <a:off x="8715136" y="1534840"/>
              <a:ext cx="2047715" cy="2047715"/>
              <a:chOff x="853918" y="952380"/>
              <a:chExt cx="5115221" cy="5115221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F429D26-3DBB-183A-B991-E1555327BEED}"/>
                  </a:ext>
                </a:extLst>
              </p:cNvPr>
              <p:cNvSpPr/>
              <p:nvPr/>
            </p:nvSpPr>
            <p:spPr>
              <a:xfrm>
                <a:off x="1135688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47D45A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18024" tIns="2987463" rIns="1063836" bIns="440691" numCol="1" spcCol="1270" anchor="ctr" anchorCtr="0">
                <a:noAutofit/>
              </a:bodyPr>
              <a:lstStyle/>
              <a:p>
                <a:pPr marL="0" lvl="0" indent="0" algn="ctr" defTabSz="12001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he-IL" sz="2700" b="1" kern="1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1" name="Arrow: Circular 20">
                <a:extLst>
                  <a:ext uri="{FF2B5EF4-FFF2-40B4-BE49-F238E27FC236}">
                    <a16:creationId xmlns:a16="http://schemas.microsoft.com/office/drawing/2014/main" id="{CA8FD2E7-EEE1-CE52-8933-8DCD1E7B0927}"/>
                  </a:ext>
                </a:extLst>
              </p:cNvPr>
              <p:cNvSpPr/>
              <p:nvPr/>
            </p:nvSpPr>
            <p:spPr>
              <a:xfrm>
                <a:off x="853918" y="952380"/>
                <a:ext cx="5115221" cy="5115221"/>
              </a:xfrm>
              <a:prstGeom prst="circularArrow">
                <a:avLst>
                  <a:gd name="adj1" fmla="val 5085"/>
                  <a:gd name="adj2" fmla="val 327528"/>
                  <a:gd name="adj3" fmla="val 8671970"/>
                  <a:gd name="adj4" fmla="val 1800502"/>
                  <a:gd name="adj5" fmla="val 5932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he-IL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648AB1-AE14-7751-9EB5-E76FD468A447}"/>
                </a:ext>
              </a:extLst>
            </p:cNvPr>
            <p:cNvSpPr txBox="1"/>
            <p:nvPr/>
          </p:nvSpPr>
          <p:spPr>
            <a:xfrm>
              <a:off x="8998972" y="2880471"/>
              <a:ext cx="1517013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12001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800" b="1" kern="12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מה שואלים?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9652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86E2C1C-522E-DE60-F337-396C31508F2A}"/>
              </a:ext>
            </a:extLst>
          </p:cNvPr>
          <p:cNvSpPr txBox="1">
            <a:spLocks/>
          </p:cNvSpPr>
          <p:nvPr/>
        </p:nvSpPr>
        <p:spPr>
          <a:xfrm>
            <a:off x="4354662" y="-135287"/>
            <a:ext cx="3482676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  <a:tabLst>
                <a:tab pos="1252538" algn="l"/>
              </a:tabLs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סוגי סיכון אפשריים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66FF00-CE64-1D2C-37CB-98F06493C920}"/>
              </a:ext>
            </a:extLst>
          </p:cNvPr>
          <p:cNvSpPr/>
          <p:nvPr/>
        </p:nvSpPr>
        <p:spPr>
          <a:xfrm>
            <a:off x="7951857" y="1034653"/>
            <a:ext cx="2209234" cy="5592873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/>
            <a:r>
              <a:rPr lang="he-IL" sz="28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בריאותי</a:t>
            </a:r>
          </a:p>
          <a:p>
            <a:pPr algn="ctr" rtl="1"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ADL</a:t>
            </a: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IADL</a:t>
            </a: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פעולות שגרה*</a:t>
            </a:r>
          </a:p>
          <a:p>
            <a:pPr algn="ctr" rtl="1">
              <a:spcAft>
                <a:spcPts val="1200"/>
              </a:spcAft>
            </a:pPr>
            <a:r>
              <a:rPr lang="he-IL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נפילות</a:t>
            </a:r>
          </a:p>
          <a:p>
            <a:pPr algn="ctr" rtl="1">
              <a:spcAft>
                <a:spcPts val="1200"/>
              </a:spcAft>
            </a:pPr>
            <a:r>
              <a:rPr lang="he-IL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ירידה </a:t>
            </a:r>
            <a:r>
              <a:rPr lang="he-IL" sz="2000" b="1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קוג</a:t>
            </a:r>
            <a:r>
              <a:rPr lang="he-IL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'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יציאה מהבית | </a:t>
            </a:r>
            <a:r>
              <a:rPr lang="he-IL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הליכתיות</a:t>
            </a: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פעילות גופנית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ויתור על בדיקות שגרה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מצב בריאותי סוב'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ירידה חושית</a:t>
            </a:r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3BD46F-E77F-EB84-91CC-4DD5EB8D13A3}"/>
              </a:ext>
            </a:extLst>
          </p:cNvPr>
          <p:cNvSpPr/>
          <p:nvPr/>
        </p:nvSpPr>
        <p:spPr>
          <a:xfrm>
            <a:off x="5448564" y="1034653"/>
            <a:ext cx="2209234" cy="5592873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>
              <a:spcAft>
                <a:spcPts val="1200"/>
              </a:spcAft>
            </a:pPr>
            <a:r>
              <a:rPr lang="he-IL" sz="28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רגשי חברתי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בדידות</a:t>
            </a:r>
          </a:p>
          <a:p>
            <a:pPr algn="ctr" rtl="1">
              <a:spcAft>
                <a:spcPts val="1200"/>
              </a:spcAft>
            </a:pP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b="1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רשתות חברתיות</a:t>
            </a:r>
          </a:p>
          <a:p>
            <a:pPr algn="ctr" rtl="1">
              <a:spcAft>
                <a:spcPts val="1200"/>
              </a:spcAft>
            </a:pPr>
            <a:r>
              <a:rPr lang="he-IL" sz="2000" b="1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השתתפות חברתית</a:t>
            </a:r>
          </a:p>
          <a:p>
            <a:pPr algn="ctr" rtl="1">
              <a:spcAft>
                <a:spcPts val="1200"/>
              </a:spcAft>
            </a:pPr>
            <a:r>
              <a:rPr lang="he-IL" sz="2000" b="1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שייכות</a:t>
            </a:r>
          </a:p>
          <a:p>
            <a:pPr algn="ctr" rtl="1">
              <a:spcAft>
                <a:spcPts val="1200"/>
              </a:spcAft>
            </a:pPr>
            <a:endParaRPr lang="he-IL" sz="2000" dirty="0">
              <a:solidFill>
                <a:schemeClr val="accent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rgbClr val="00B0F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אמון בסביבה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rgbClr val="00B0F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אמון במערכות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rgbClr val="00B0F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סיוע בעת צרה</a:t>
            </a:r>
          </a:p>
          <a:p>
            <a:pPr algn="ctr" rtl="1">
              <a:spcAft>
                <a:spcPts val="1200"/>
              </a:spcAft>
            </a:pP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FF084E-90A2-0CF0-89A9-388E692615CE}"/>
              </a:ext>
            </a:extLst>
          </p:cNvPr>
          <p:cNvSpPr/>
          <p:nvPr/>
        </p:nvSpPr>
        <p:spPr>
          <a:xfrm>
            <a:off x="2945271" y="1034653"/>
            <a:ext cx="2209234" cy="5592873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>
              <a:spcAft>
                <a:spcPts val="1200"/>
              </a:spcAft>
            </a:pPr>
            <a:r>
              <a:rPr lang="he-IL" sz="28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כלכלי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עוני</a:t>
            </a:r>
          </a:p>
          <a:p>
            <a:pPr algn="ctr" rtl="1">
              <a:spcAft>
                <a:spcPts val="1200"/>
              </a:spcAft>
            </a:pPr>
            <a:r>
              <a:rPr lang="he-IL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עמידה בהוצאות חודשיות</a:t>
            </a: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מיצוי זכויות</a:t>
            </a:r>
          </a:p>
          <a:p>
            <a:pPr algn="ctr" rtl="1">
              <a:spcAft>
                <a:spcPts val="1200"/>
              </a:spcAft>
            </a:pPr>
            <a:endParaRPr lang="he-IL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1200"/>
              </a:spcAft>
            </a:pPr>
            <a:r>
              <a:rPr lang="he-IL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אוריינות דיגיטלית**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53D8586-7919-670D-6FD8-F56769BE4C4A}"/>
              </a:ext>
            </a:extLst>
          </p:cNvPr>
          <p:cNvSpPr txBox="1">
            <a:spLocks/>
          </p:cNvSpPr>
          <p:nvPr/>
        </p:nvSpPr>
        <p:spPr>
          <a:xfrm>
            <a:off x="-170230" y="2306534"/>
            <a:ext cx="2821442" cy="27379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מקורות מדדים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זקנים בחרבות ברזל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</a:t>
            </a: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MUNI100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שייכות וניתוק חברתי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ACTIVE-NET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קורונה</a:t>
            </a:r>
          </a:p>
          <a:p>
            <a:pPr rtl="1">
              <a:lnSpc>
                <a:spcPct val="100000"/>
              </a:lnSpc>
              <a:spcAft>
                <a:spcPts val="600"/>
              </a:spcAft>
            </a:pPr>
            <a:r>
              <a:rPr lang="he-IL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סקר גמלת סיעוד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E2DF60-1E8D-9B9B-20FE-F7EFD3864364}"/>
              </a:ext>
            </a:extLst>
          </p:cNvPr>
          <p:cNvGrpSpPr/>
          <p:nvPr/>
        </p:nvGrpSpPr>
        <p:grpSpPr>
          <a:xfrm>
            <a:off x="-103379" y="-794604"/>
            <a:ext cx="2047715" cy="2047715"/>
            <a:chOff x="8715136" y="1534840"/>
            <a:chExt cx="2047715" cy="204771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62EAE72-AC4A-F411-AC1E-AEDBC7C25B27}"/>
                </a:ext>
              </a:extLst>
            </p:cNvPr>
            <p:cNvGrpSpPr/>
            <p:nvPr/>
          </p:nvGrpSpPr>
          <p:grpSpPr>
            <a:xfrm>
              <a:off x="8715136" y="1534840"/>
              <a:ext cx="2047715" cy="2047715"/>
              <a:chOff x="853918" y="952380"/>
              <a:chExt cx="5115221" cy="5115221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3196243-7AC3-83C6-0E1E-1EAA01185850}"/>
                  </a:ext>
                </a:extLst>
              </p:cNvPr>
              <p:cNvSpPr/>
              <p:nvPr/>
            </p:nvSpPr>
            <p:spPr>
              <a:xfrm>
                <a:off x="1135688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47D45A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18024" tIns="2987463" rIns="1063836" bIns="440691" numCol="1" spcCol="1270" anchor="ctr" anchorCtr="0">
                <a:noAutofit/>
              </a:bodyPr>
              <a:lstStyle/>
              <a:p>
                <a:pPr marL="0" lvl="0" indent="0" algn="ctr" defTabSz="12001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he-IL" sz="2700" b="1" kern="1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1" name="Arrow: Circular 20">
                <a:extLst>
                  <a:ext uri="{FF2B5EF4-FFF2-40B4-BE49-F238E27FC236}">
                    <a16:creationId xmlns:a16="http://schemas.microsoft.com/office/drawing/2014/main" id="{F7C6DC21-3228-C1F5-8D48-9F44799E0C9A}"/>
                  </a:ext>
                </a:extLst>
              </p:cNvPr>
              <p:cNvSpPr/>
              <p:nvPr/>
            </p:nvSpPr>
            <p:spPr>
              <a:xfrm>
                <a:off x="853918" y="952380"/>
                <a:ext cx="5115221" cy="5115221"/>
              </a:xfrm>
              <a:prstGeom prst="circularArrow">
                <a:avLst>
                  <a:gd name="adj1" fmla="val 5085"/>
                  <a:gd name="adj2" fmla="val 327528"/>
                  <a:gd name="adj3" fmla="val 8671970"/>
                  <a:gd name="adj4" fmla="val 1800502"/>
                  <a:gd name="adj5" fmla="val 5932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he-IL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47FA0C-BFA3-12D8-8D86-BCEDE44514B1}"/>
                </a:ext>
              </a:extLst>
            </p:cNvPr>
            <p:cNvSpPr txBox="1"/>
            <p:nvPr/>
          </p:nvSpPr>
          <p:spPr>
            <a:xfrm>
              <a:off x="8998972" y="2880471"/>
              <a:ext cx="1517013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12001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800" b="1" kern="12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מה שואלים?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6180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C80693F-1F5C-F4E3-714F-B1750E586A8F}"/>
              </a:ext>
            </a:extLst>
          </p:cNvPr>
          <p:cNvGrpSpPr/>
          <p:nvPr/>
        </p:nvGrpSpPr>
        <p:grpSpPr>
          <a:xfrm>
            <a:off x="-103379" y="-794604"/>
            <a:ext cx="2047715" cy="2047715"/>
            <a:chOff x="8715136" y="1534840"/>
            <a:chExt cx="2047715" cy="204771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E29296C-40DC-94B6-31EE-6B8CF02C270C}"/>
                </a:ext>
              </a:extLst>
            </p:cNvPr>
            <p:cNvGrpSpPr/>
            <p:nvPr/>
          </p:nvGrpSpPr>
          <p:grpSpPr>
            <a:xfrm>
              <a:off x="8715136" y="1534840"/>
              <a:ext cx="2047715" cy="2047715"/>
              <a:chOff x="853918" y="952380"/>
              <a:chExt cx="5115221" cy="5115221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A71EE94A-DE83-FC3B-0450-E2C9F238BC64}"/>
                  </a:ext>
                </a:extLst>
              </p:cNvPr>
              <p:cNvSpPr/>
              <p:nvPr/>
            </p:nvSpPr>
            <p:spPr>
              <a:xfrm>
                <a:off x="1135688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47D45A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18024" tIns="2987463" rIns="1063836" bIns="440691" numCol="1" spcCol="1270" anchor="ctr" anchorCtr="0">
                <a:noAutofit/>
              </a:bodyPr>
              <a:lstStyle/>
              <a:p>
                <a:pPr marL="0" lvl="0" indent="0" algn="ctr" defTabSz="12001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he-IL" sz="2700" b="1" kern="1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6" name="Arrow: Circular 5">
                <a:extLst>
                  <a:ext uri="{FF2B5EF4-FFF2-40B4-BE49-F238E27FC236}">
                    <a16:creationId xmlns:a16="http://schemas.microsoft.com/office/drawing/2014/main" id="{69EBA64C-1427-2E1F-5D30-73043D68B159}"/>
                  </a:ext>
                </a:extLst>
              </p:cNvPr>
              <p:cNvSpPr/>
              <p:nvPr/>
            </p:nvSpPr>
            <p:spPr>
              <a:xfrm>
                <a:off x="853918" y="952380"/>
                <a:ext cx="5115221" cy="5115221"/>
              </a:xfrm>
              <a:prstGeom prst="circularArrow">
                <a:avLst>
                  <a:gd name="adj1" fmla="val 5085"/>
                  <a:gd name="adj2" fmla="val 327528"/>
                  <a:gd name="adj3" fmla="val 8671970"/>
                  <a:gd name="adj4" fmla="val 1800502"/>
                  <a:gd name="adj5" fmla="val 5932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he-IL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3C82B3C-1086-945E-828A-5D3201468235}"/>
                </a:ext>
              </a:extLst>
            </p:cNvPr>
            <p:cNvSpPr txBox="1"/>
            <p:nvPr/>
          </p:nvSpPr>
          <p:spPr>
            <a:xfrm>
              <a:off x="8998972" y="2880471"/>
              <a:ext cx="1517013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12001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800" b="1" kern="12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מה שואלים?</a:t>
              </a: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CDD20ADE-CF37-748F-4885-01637F228FD2}"/>
              </a:ext>
            </a:extLst>
          </p:cNvPr>
          <p:cNvSpPr txBox="1">
            <a:spLocks/>
          </p:cNvSpPr>
          <p:nvPr/>
        </p:nvSpPr>
        <p:spPr>
          <a:xfrm>
            <a:off x="4155648" y="-135287"/>
            <a:ext cx="3880705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הצעת תמהיל לסקר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82B558-8892-1413-0D89-4527286AD1BB}"/>
              </a:ext>
            </a:extLst>
          </p:cNvPr>
          <p:cNvSpPr/>
          <p:nvPr/>
        </p:nvSpPr>
        <p:spPr>
          <a:xfrm>
            <a:off x="9782632" y="1531773"/>
            <a:ext cx="2262050" cy="4775200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נפילות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האם נפלת בשנה האחרונה? 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האם נזקקת לאשפוז או טיפול רפואי? </a:t>
            </a:r>
          </a:p>
          <a:p>
            <a:pPr algn="ctr" rtl="1">
              <a:spcAft>
                <a:spcPts val="600"/>
              </a:spcAft>
            </a:pPr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מענים רלוונטיים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התקנת אביזרי עזר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לחצן מצוקה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פעילות גופנית מותאמת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שמירת קשר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בני משפחה</a:t>
            </a:r>
          </a:p>
          <a:p>
            <a:pPr algn="ctr" rtl="1"/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793287-F0FE-72B8-F137-267F87D14AC7}"/>
              </a:ext>
            </a:extLst>
          </p:cNvPr>
          <p:cNvSpPr/>
          <p:nvPr/>
        </p:nvSpPr>
        <p:spPr>
          <a:xfrm>
            <a:off x="7369632" y="1504611"/>
            <a:ext cx="2262050" cy="4775200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ירידה </a:t>
            </a:r>
            <a:r>
              <a:rPr lang="he-IL" b="1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קוג</a:t>
            </a: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'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האם יש בעיות זיכרון?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האם פוגע בתפקוד היומיומי? </a:t>
            </a:r>
          </a:p>
          <a:p>
            <a:pPr algn="ctr" rtl="1">
              <a:spcAft>
                <a:spcPts val="600"/>
              </a:spcAft>
            </a:pPr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600"/>
              </a:spcAft>
            </a:pPr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מענים רלוונטיים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תרגילים </a:t>
            </a:r>
            <a:r>
              <a:rPr lang="he-IL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קוג</a:t>
            </a: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'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לחצן מצוקה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פעילות גופנית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מפגשים חברתיים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קבוצת תמיכה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בני משפחה</a:t>
            </a:r>
          </a:p>
          <a:p>
            <a:pPr algn="ctr" rtl="1"/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509A97-40A4-9541-2489-CC3CBE875910}"/>
              </a:ext>
            </a:extLst>
          </p:cNvPr>
          <p:cNvSpPr/>
          <p:nvPr/>
        </p:nvSpPr>
        <p:spPr>
          <a:xfrm>
            <a:off x="4956630" y="1477449"/>
            <a:ext cx="2262050" cy="4775200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ירידה חושית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האם יש לך קושי לראות? (גם </a:t>
            </a:r>
            <a:r>
              <a:rPr lang="he-IL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כש</a:t>
            </a: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..)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האם יש לך קושי לשמוע? (גם </a:t>
            </a:r>
            <a:r>
              <a:rPr lang="he-IL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כש</a:t>
            </a: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..)</a:t>
            </a:r>
          </a:p>
          <a:p>
            <a:pPr algn="ctr" rtl="1">
              <a:spcAft>
                <a:spcPts val="600"/>
              </a:spcAft>
            </a:pPr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מענים רלוונטיים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מכשירי עזר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קבוצת תמיכה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בני משפחה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5DE630-D663-1BDC-4BAD-A4F36F73BDA5}"/>
              </a:ext>
            </a:extLst>
          </p:cNvPr>
          <p:cNvSpPr/>
          <p:nvPr/>
        </p:nvSpPr>
        <p:spPr>
          <a:xfrm>
            <a:off x="2543628" y="1450287"/>
            <a:ext cx="2262050" cy="4775200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ניתוק חברתי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פרופיל מהסקר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רשתות, השתתפות ותחושת שייכות</a:t>
            </a:r>
          </a:p>
          <a:p>
            <a:pPr algn="ctr" rtl="1">
              <a:spcAft>
                <a:spcPts val="600"/>
              </a:spcAft>
            </a:pPr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600"/>
              </a:spcAft>
            </a:pPr>
            <a:endParaRPr lang="he-IL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מענים רלוונטיים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פעילות חברתית 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חיבור לקהילה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קבוצת תמיכה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שמירת קשר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בני משפחה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BC156E-05E5-FA1F-C764-6D2E8601525A}"/>
              </a:ext>
            </a:extLst>
          </p:cNvPr>
          <p:cNvSpPr/>
          <p:nvPr/>
        </p:nvSpPr>
        <p:spPr>
          <a:xfrm>
            <a:off x="130626" y="1423125"/>
            <a:ext cx="2262050" cy="4775200"/>
          </a:xfrm>
          <a:prstGeom prst="roundRect">
            <a:avLst/>
          </a:prstGeom>
          <a:noFill/>
          <a:ln>
            <a:solidFill>
              <a:srgbClr val="47D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עמידה בהוצאות חודשיות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האם מצליח לעמוד בהוצאות החודשיות?</a:t>
            </a:r>
          </a:p>
          <a:p>
            <a:pPr algn="ctr" rtl="1">
              <a:spcAft>
                <a:spcPts val="600"/>
              </a:spcAft>
            </a:pPr>
            <a:endParaRPr lang="he-IL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600"/>
              </a:spcAft>
            </a:pPr>
            <a:endParaRPr lang="he-IL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>
              <a:spcAft>
                <a:spcPts val="600"/>
              </a:spcAft>
            </a:pPr>
            <a:r>
              <a:rPr lang="he-IL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מענים רלוונטיים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ליווי פיננסי </a:t>
            </a: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(לדוגמא פעמונים)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סבסוד עלויות/מוצרים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מיצוי זכויות</a:t>
            </a:r>
          </a:p>
          <a:p>
            <a:pPr algn="ctr" rtl="1">
              <a:spcAft>
                <a:spcPts val="600"/>
              </a:spcAft>
            </a:pPr>
            <a:r>
              <a:rPr lang="he-IL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בני משפחה</a:t>
            </a:r>
          </a:p>
        </p:txBody>
      </p:sp>
    </p:spTree>
    <p:extLst>
      <p:ext uri="{BB962C8B-B14F-4D97-AF65-F5344CB8AC3E}">
        <p14:creationId xmlns:p14="http://schemas.microsoft.com/office/powerpoint/2010/main" val="3570044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6118-F643-6FBA-BF12-9DC76F2E692C}"/>
              </a:ext>
            </a:extLst>
          </p:cNvPr>
          <p:cNvSpPr txBox="1">
            <a:spLocks/>
          </p:cNvSpPr>
          <p:nvPr/>
        </p:nvSpPr>
        <p:spPr>
          <a:xfrm>
            <a:off x="4155648" y="-135287"/>
            <a:ext cx="3880705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רמת פירוט מצב הסיכון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C7D351-BDBE-2CCB-62BD-FCE6D7838D12}"/>
              </a:ext>
            </a:extLst>
          </p:cNvPr>
          <p:cNvGrpSpPr/>
          <p:nvPr/>
        </p:nvGrpSpPr>
        <p:grpSpPr>
          <a:xfrm>
            <a:off x="-103379" y="-794604"/>
            <a:ext cx="2047715" cy="2047715"/>
            <a:chOff x="8715136" y="1534840"/>
            <a:chExt cx="2047715" cy="20477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5872C5-25A1-0F6F-AEEA-46CDCE6E2BEC}"/>
                </a:ext>
              </a:extLst>
            </p:cNvPr>
            <p:cNvGrpSpPr/>
            <p:nvPr/>
          </p:nvGrpSpPr>
          <p:grpSpPr>
            <a:xfrm>
              <a:off x="8715136" y="1534840"/>
              <a:ext cx="2047715" cy="2047715"/>
              <a:chOff x="853918" y="952380"/>
              <a:chExt cx="5115221" cy="5115221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F9929E2-5650-0062-6AC2-3395F042D34C}"/>
                  </a:ext>
                </a:extLst>
              </p:cNvPr>
              <p:cNvSpPr/>
              <p:nvPr/>
            </p:nvSpPr>
            <p:spPr>
              <a:xfrm>
                <a:off x="1135688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47D45A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18024" tIns="2987463" rIns="1063836" bIns="440691" numCol="1" spcCol="1270" anchor="ctr" anchorCtr="0">
                <a:noAutofit/>
              </a:bodyPr>
              <a:lstStyle/>
              <a:p>
                <a:pPr marL="0" lvl="0" indent="0" algn="ctr" defTabSz="12001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he-IL" sz="2700" b="1" kern="1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7" name="Arrow: Circular 6">
                <a:extLst>
                  <a:ext uri="{FF2B5EF4-FFF2-40B4-BE49-F238E27FC236}">
                    <a16:creationId xmlns:a16="http://schemas.microsoft.com/office/drawing/2014/main" id="{B7A55181-4659-C28E-298B-28A32FCC95D7}"/>
                  </a:ext>
                </a:extLst>
              </p:cNvPr>
              <p:cNvSpPr/>
              <p:nvPr/>
            </p:nvSpPr>
            <p:spPr>
              <a:xfrm>
                <a:off x="853918" y="952380"/>
                <a:ext cx="5115221" cy="5115221"/>
              </a:xfrm>
              <a:prstGeom prst="circularArrow">
                <a:avLst>
                  <a:gd name="adj1" fmla="val 5085"/>
                  <a:gd name="adj2" fmla="val 327528"/>
                  <a:gd name="adj3" fmla="val 8671970"/>
                  <a:gd name="adj4" fmla="val 1800502"/>
                  <a:gd name="adj5" fmla="val 5932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he-IL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4C4EDE-C27E-6B38-E0E5-34304A681D29}"/>
                </a:ext>
              </a:extLst>
            </p:cNvPr>
            <p:cNvSpPr txBox="1"/>
            <p:nvPr/>
          </p:nvSpPr>
          <p:spPr>
            <a:xfrm>
              <a:off x="8998972" y="2880471"/>
              <a:ext cx="1517013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12001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800" b="1" kern="12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מה שואלים?</a:t>
              </a:r>
            </a:p>
          </p:txBody>
        </p:sp>
      </p:grp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0433F22-46DD-1BDA-8ACE-5F7BB6697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7199478"/>
              </p:ext>
            </p:extLst>
          </p:nvPr>
        </p:nvGraphicFramePr>
        <p:xfrm>
          <a:off x="8129061" y="1490419"/>
          <a:ext cx="2698911" cy="4993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3A0F1384-C66C-FD90-6006-928BBBEDBA5A}"/>
              </a:ext>
            </a:extLst>
          </p:cNvPr>
          <p:cNvSpPr txBox="1">
            <a:spLocks/>
          </p:cNvSpPr>
          <p:nvPr/>
        </p:nvSpPr>
        <p:spPr>
          <a:xfrm>
            <a:off x="2982351" y="2830604"/>
            <a:ext cx="4757389" cy="822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כמה פעמים אתה יוצא מהבית בשבוע?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9F4CA2-FAB8-200B-4263-B07704AF8793}"/>
              </a:ext>
            </a:extLst>
          </p:cNvPr>
          <p:cNvSpPr txBox="1"/>
          <p:nvPr/>
        </p:nvSpPr>
        <p:spPr>
          <a:xfrm>
            <a:off x="2982351" y="3544376"/>
            <a:ext cx="47573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האם המצב החמיר בשנה האחרונה?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D2B04-7068-C349-4626-CBF52C73E8CE}"/>
              </a:ext>
            </a:extLst>
          </p:cNvPr>
          <p:cNvSpPr txBox="1"/>
          <p:nvPr/>
        </p:nvSpPr>
        <p:spPr>
          <a:xfrm>
            <a:off x="1849085" y="4129668"/>
            <a:ext cx="5890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האם היית רוצה לצאת יותר מהבית? (מוטיבציה)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0011D6-30F5-FE80-487A-5A8D4337CE08}"/>
              </a:ext>
            </a:extLst>
          </p:cNvPr>
          <p:cNvSpPr txBox="1"/>
          <p:nvPr/>
        </p:nvSpPr>
        <p:spPr>
          <a:xfrm>
            <a:off x="2369535" y="4714960"/>
            <a:ext cx="5370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מה החסמים שלך ליציאה מהבית?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F03F74-35C2-A2F2-4FA9-97A83C7E7100}"/>
              </a:ext>
            </a:extLst>
          </p:cNvPr>
          <p:cNvSpPr txBox="1"/>
          <p:nvPr/>
        </p:nvSpPr>
        <p:spPr>
          <a:xfrm>
            <a:off x="705394" y="5247770"/>
            <a:ext cx="703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מי עוזר לך היום לצאת מהבית? (פורמלי או בלתי פורמלי)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16B9E-3681-3C98-1E57-C17C27076FA7}"/>
              </a:ext>
            </a:extLst>
          </p:cNvPr>
          <p:cNvSpPr txBox="1"/>
          <p:nvPr/>
        </p:nvSpPr>
        <p:spPr>
          <a:xfrm>
            <a:off x="324431" y="5807911"/>
            <a:ext cx="74153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אילו פעילויות היית משתתף שהיו עוזרים לך לצאת מהבית? 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(סוג המענה כגון קבוצתי, פרטני, בין-דורי, עם בני גילי וכו')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408773-B50A-ADBA-63EA-4BA1CD98BC02}"/>
              </a:ext>
            </a:extLst>
          </p:cNvPr>
          <p:cNvSpPr txBox="1">
            <a:spLocks/>
          </p:cNvSpPr>
          <p:nvPr/>
        </p:nvSpPr>
        <p:spPr>
          <a:xfrm>
            <a:off x="1944336" y="1884451"/>
            <a:ext cx="5087639" cy="822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spcAft>
                <a:spcPts val="1200"/>
              </a:spcAft>
            </a:pPr>
            <a:r>
              <a:rPr lang="he-IL" sz="2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שאלות להמחשה – יציאה מהבית</a:t>
            </a:r>
          </a:p>
        </p:txBody>
      </p:sp>
    </p:spTree>
    <p:extLst>
      <p:ext uri="{BB962C8B-B14F-4D97-AF65-F5344CB8AC3E}">
        <p14:creationId xmlns:p14="http://schemas.microsoft.com/office/powerpoint/2010/main" val="593690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9" grpId="0"/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45E2A32B-57FC-81D2-9E0E-D25D95E7B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0339351"/>
              </p:ext>
            </p:extLst>
          </p:nvPr>
        </p:nvGraphicFramePr>
        <p:xfrm>
          <a:off x="8129060" y="1490418"/>
          <a:ext cx="2698911" cy="4993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0816118-F643-6FBA-BF12-9DC76F2E692C}"/>
              </a:ext>
            </a:extLst>
          </p:cNvPr>
          <p:cNvSpPr txBox="1">
            <a:spLocks/>
          </p:cNvSpPr>
          <p:nvPr/>
        </p:nvSpPr>
        <p:spPr>
          <a:xfrm>
            <a:off x="4155648" y="-135287"/>
            <a:ext cx="3880705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רמת פירוט מצב הסיכון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C7D351-BDBE-2CCB-62BD-FCE6D7838D12}"/>
              </a:ext>
            </a:extLst>
          </p:cNvPr>
          <p:cNvGrpSpPr/>
          <p:nvPr/>
        </p:nvGrpSpPr>
        <p:grpSpPr>
          <a:xfrm>
            <a:off x="-103379" y="-794604"/>
            <a:ext cx="2047715" cy="2047715"/>
            <a:chOff x="8715136" y="1534840"/>
            <a:chExt cx="2047715" cy="20477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5872C5-25A1-0F6F-AEEA-46CDCE6E2BEC}"/>
                </a:ext>
              </a:extLst>
            </p:cNvPr>
            <p:cNvGrpSpPr/>
            <p:nvPr/>
          </p:nvGrpSpPr>
          <p:grpSpPr>
            <a:xfrm>
              <a:off x="8715136" y="1534840"/>
              <a:ext cx="2047715" cy="2047715"/>
              <a:chOff x="853918" y="952380"/>
              <a:chExt cx="5115221" cy="5115221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F9929E2-5650-0062-6AC2-3395F042D34C}"/>
                  </a:ext>
                </a:extLst>
              </p:cNvPr>
              <p:cNvSpPr/>
              <p:nvPr/>
            </p:nvSpPr>
            <p:spPr>
              <a:xfrm>
                <a:off x="1135688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47D45A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18024" tIns="2987463" rIns="1063836" bIns="440691" numCol="1" spcCol="1270" anchor="ctr" anchorCtr="0">
                <a:noAutofit/>
              </a:bodyPr>
              <a:lstStyle/>
              <a:p>
                <a:pPr marL="0" lvl="0" indent="0" algn="ctr" defTabSz="12001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he-IL" sz="2700" b="1" kern="1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7" name="Arrow: Circular 6">
                <a:extLst>
                  <a:ext uri="{FF2B5EF4-FFF2-40B4-BE49-F238E27FC236}">
                    <a16:creationId xmlns:a16="http://schemas.microsoft.com/office/drawing/2014/main" id="{B7A55181-4659-C28E-298B-28A32FCC95D7}"/>
                  </a:ext>
                </a:extLst>
              </p:cNvPr>
              <p:cNvSpPr/>
              <p:nvPr/>
            </p:nvSpPr>
            <p:spPr>
              <a:xfrm>
                <a:off x="853918" y="952380"/>
                <a:ext cx="5115221" cy="5115221"/>
              </a:xfrm>
              <a:prstGeom prst="circularArrow">
                <a:avLst>
                  <a:gd name="adj1" fmla="val 5085"/>
                  <a:gd name="adj2" fmla="val 327528"/>
                  <a:gd name="adj3" fmla="val 8671970"/>
                  <a:gd name="adj4" fmla="val 1800502"/>
                  <a:gd name="adj5" fmla="val 5932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he-IL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4C4EDE-C27E-6B38-E0E5-34304A681D29}"/>
                </a:ext>
              </a:extLst>
            </p:cNvPr>
            <p:cNvSpPr txBox="1"/>
            <p:nvPr/>
          </p:nvSpPr>
          <p:spPr>
            <a:xfrm>
              <a:off x="8998972" y="2880471"/>
              <a:ext cx="1517013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12001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800" b="1" kern="12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מה שואלים?</a:t>
              </a: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3A0F1384-C66C-FD90-6006-928BBBEDBA5A}"/>
              </a:ext>
            </a:extLst>
          </p:cNvPr>
          <p:cNvSpPr txBox="1">
            <a:spLocks/>
          </p:cNvSpPr>
          <p:nvPr/>
        </p:nvSpPr>
        <p:spPr>
          <a:xfrm>
            <a:off x="2982351" y="2830604"/>
            <a:ext cx="4757389" cy="822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כמה פעמים אתה יוצא מהבית בשבוע?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9F4CA2-FAB8-200B-4263-B07704AF8793}"/>
              </a:ext>
            </a:extLst>
          </p:cNvPr>
          <p:cNvSpPr txBox="1"/>
          <p:nvPr/>
        </p:nvSpPr>
        <p:spPr>
          <a:xfrm>
            <a:off x="2982351" y="3544376"/>
            <a:ext cx="47573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האם המצב החמיר בשנה האחרונה?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D2B04-7068-C349-4626-CBF52C73E8CE}"/>
              </a:ext>
            </a:extLst>
          </p:cNvPr>
          <p:cNvSpPr txBox="1"/>
          <p:nvPr/>
        </p:nvSpPr>
        <p:spPr>
          <a:xfrm>
            <a:off x="1849085" y="4129668"/>
            <a:ext cx="5890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האם היית רוצה לצאת יותר מהבית? (מוטיבציה)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0011D6-30F5-FE80-487A-5A8D4337CE08}"/>
              </a:ext>
            </a:extLst>
          </p:cNvPr>
          <p:cNvSpPr txBox="1"/>
          <p:nvPr/>
        </p:nvSpPr>
        <p:spPr>
          <a:xfrm>
            <a:off x="2369535" y="4714960"/>
            <a:ext cx="5370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מה החסמים שלך ליציאה מהבית?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F03F74-35C2-A2F2-4FA9-97A83C7E7100}"/>
              </a:ext>
            </a:extLst>
          </p:cNvPr>
          <p:cNvSpPr txBox="1"/>
          <p:nvPr/>
        </p:nvSpPr>
        <p:spPr>
          <a:xfrm>
            <a:off x="705394" y="5247770"/>
            <a:ext cx="703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מי עוזר לך היום לצאת מהבית? (פורמלי או בלתי פורמלי)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16B9E-3681-3C98-1E57-C17C27076FA7}"/>
              </a:ext>
            </a:extLst>
          </p:cNvPr>
          <p:cNvSpPr txBox="1"/>
          <p:nvPr/>
        </p:nvSpPr>
        <p:spPr>
          <a:xfrm>
            <a:off x="324431" y="5807911"/>
            <a:ext cx="74153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אילו פעילויות היית משתתף שהיו עוזרים לך לצאת מהבית? 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(סוג המענה כגון קבוצתי, פרטני, בין-דורי, עם בני גילי וכו')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3DB5954-5F8B-F235-3205-26D3FDF39B79}"/>
              </a:ext>
            </a:extLst>
          </p:cNvPr>
          <p:cNvSpPr txBox="1">
            <a:spLocks/>
          </p:cNvSpPr>
          <p:nvPr/>
        </p:nvSpPr>
        <p:spPr>
          <a:xfrm>
            <a:off x="1944336" y="1884451"/>
            <a:ext cx="5087639" cy="822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spcAft>
                <a:spcPts val="1200"/>
              </a:spcAft>
            </a:pPr>
            <a:r>
              <a:rPr lang="he-IL" sz="2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שאלות להמחשה – יציאה מהבית</a:t>
            </a:r>
          </a:p>
        </p:txBody>
      </p:sp>
    </p:spTree>
    <p:extLst>
      <p:ext uri="{BB962C8B-B14F-4D97-AF65-F5344CB8AC3E}">
        <p14:creationId xmlns:p14="http://schemas.microsoft.com/office/powerpoint/2010/main" val="1510532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6118-F643-6FBA-BF12-9DC76F2E692C}"/>
              </a:ext>
            </a:extLst>
          </p:cNvPr>
          <p:cNvSpPr txBox="1">
            <a:spLocks/>
          </p:cNvSpPr>
          <p:nvPr/>
        </p:nvSpPr>
        <p:spPr>
          <a:xfrm>
            <a:off x="4155648" y="-135287"/>
            <a:ext cx="3880705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קווים מנחים למדגם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E781335-BD8C-EE28-2B69-CA4415830F23}"/>
              </a:ext>
            </a:extLst>
          </p:cNvPr>
          <p:cNvGrpSpPr/>
          <p:nvPr/>
        </p:nvGrpSpPr>
        <p:grpSpPr>
          <a:xfrm>
            <a:off x="285940" y="124707"/>
            <a:ext cx="2047715" cy="2047715"/>
            <a:chOff x="9369743" y="1651107"/>
            <a:chExt cx="2047715" cy="204771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83680EF-A00D-0A4C-DFE6-3B01DF40266A}"/>
                </a:ext>
              </a:extLst>
            </p:cNvPr>
            <p:cNvGrpSpPr/>
            <p:nvPr/>
          </p:nvGrpSpPr>
          <p:grpSpPr>
            <a:xfrm>
              <a:off x="9369743" y="1651107"/>
              <a:ext cx="2047715" cy="2047715"/>
              <a:chOff x="347671" y="1533541"/>
              <a:chExt cx="5115221" cy="5115221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266A9AE-244C-95A2-4166-4C28F6EE2321}"/>
                  </a:ext>
                </a:extLst>
              </p:cNvPr>
              <p:cNvGrpSpPr/>
              <p:nvPr/>
            </p:nvGrpSpPr>
            <p:grpSpPr>
              <a:xfrm>
                <a:off x="629817" y="1815312"/>
                <a:ext cx="4551680" cy="4551680"/>
                <a:chOff x="1694416" y="352213"/>
                <a:chExt cx="4551680" cy="4551680"/>
              </a:xfrm>
            </p:grpSpPr>
            <p:sp>
              <p:nvSpPr>
                <p:cNvPr id="21" name="Partial Circle 20">
                  <a:extLst>
                    <a:ext uri="{FF2B5EF4-FFF2-40B4-BE49-F238E27FC236}">
                      <a16:creationId xmlns:a16="http://schemas.microsoft.com/office/drawing/2014/main" id="{2AFFD6E8-1015-45EA-9196-FBEC3CA66AB2}"/>
                    </a:ext>
                  </a:extLst>
                </p:cNvPr>
                <p:cNvSpPr/>
                <p:nvPr/>
              </p:nvSpPr>
              <p:spPr>
                <a:xfrm>
                  <a:off x="1694416" y="352213"/>
                  <a:ext cx="4551680" cy="4551680"/>
                </a:xfrm>
                <a:prstGeom prst="pie">
                  <a:avLst>
                    <a:gd name="adj1" fmla="val 9000000"/>
                    <a:gd name="adj2" fmla="val 16200000"/>
                  </a:avLst>
                </a:prstGeom>
                <a:solidFill>
                  <a:srgbClr val="47D45A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he-IL">
                    <a:latin typeface="Calibri Light" panose="020F0302020204030204" pitchFamily="34" charset="0"/>
                    <a:cs typeface="Calibri Light" panose="020F0302020204030204" pitchFamily="34" charset="0"/>
                  </a:endParaRPr>
                </a:p>
              </p:txBody>
            </p:sp>
            <p:sp>
              <p:nvSpPr>
                <p:cNvPr id="22" name="Partial Circle 4">
                  <a:extLst>
                    <a:ext uri="{FF2B5EF4-FFF2-40B4-BE49-F238E27FC236}">
                      <a16:creationId xmlns:a16="http://schemas.microsoft.com/office/drawing/2014/main" id="{20B68709-3918-4F8A-9DBB-52581323C84E}"/>
                    </a:ext>
                  </a:extLst>
                </p:cNvPr>
                <p:cNvSpPr txBox="1"/>
                <p:nvPr/>
              </p:nvSpPr>
              <p:spPr>
                <a:xfrm>
                  <a:off x="2221653" y="1316736"/>
                  <a:ext cx="1625600" cy="1354666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3180" tIns="43180" rIns="43180" bIns="43180" numCol="1" spcCol="1270" anchor="ctr" anchorCtr="0">
                  <a:noAutofit/>
                </a:bodyPr>
                <a:lstStyle/>
                <a:p>
                  <a:pPr marL="0" lvl="0" indent="0" algn="ctr" defTabSz="1511300" rtl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he-IL" sz="3400" kern="1200" dirty="0">
                    <a:latin typeface="Calibri Light" panose="020F0302020204030204" pitchFamily="34" charset="0"/>
                    <a:cs typeface="Calibri Light" panose="020F0302020204030204" pitchFamily="34" charset="0"/>
                  </a:endParaRPr>
                </a:p>
              </p:txBody>
            </p:sp>
          </p:grpSp>
          <p:sp>
            <p:nvSpPr>
              <p:cNvPr id="20" name="Arrow: Circular 19">
                <a:extLst>
                  <a:ext uri="{FF2B5EF4-FFF2-40B4-BE49-F238E27FC236}">
                    <a16:creationId xmlns:a16="http://schemas.microsoft.com/office/drawing/2014/main" id="{AC56ED63-FD99-6AC2-C5EA-3AA74C5C44C2}"/>
                  </a:ext>
                </a:extLst>
              </p:cNvPr>
              <p:cNvSpPr/>
              <p:nvPr/>
            </p:nvSpPr>
            <p:spPr>
              <a:xfrm>
                <a:off x="347671" y="1533541"/>
                <a:ext cx="5115221" cy="5115221"/>
              </a:xfrm>
              <a:prstGeom prst="circularArrow">
                <a:avLst>
                  <a:gd name="adj1" fmla="val 5085"/>
                  <a:gd name="adj2" fmla="val 327528"/>
                  <a:gd name="adj3" fmla="val 15873039"/>
                  <a:gd name="adj4" fmla="val 9000000"/>
                  <a:gd name="adj5" fmla="val 5932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he-IL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5CF4D3-35C7-1E2A-1205-75D91EE5BB1B}"/>
                </a:ext>
              </a:extLst>
            </p:cNvPr>
            <p:cNvSpPr txBox="1"/>
            <p:nvPr/>
          </p:nvSpPr>
          <p:spPr>
            <a:xfrm>
              <a:off x="9369743" y="2125703"/>
              <a:ext cx="1211580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1511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800" b="1" kern="12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את מי שואלים?</a:t>
              </a:r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CB7B997-4501-E976-E7CB-62266D9E1065}"/>
              </a:ext>
            </a:extLst>
          </p:cNvPr>
          <p:cNvSpPr txBox="1">
            <a:spLocks/>
          </p:cNvSpPr>
          <p:nvPr/>
        </p:nvSpPr>
        <p:spPr>
          <a:xfrm>
            <a:off x="2007296" y="2059624"/>
            <a:ext cx="8177408" cy="3710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r" rtl="1">
              <a:buFont typeface="+mj-lt"/>
              <a:buAutoNum type="arabicPeriod"/>
            </a:pP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יצירת פרופיל דורש כמה מאות נדגמים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לכן מדגם חייב להיות לפחות 1500 איש*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מיקוד ברמת 1-2 ידרוש מדגם גדול יותר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ניתן להתמקד באזור גיאוגרפי להקטנת גודל המדגם</a:t>
            </a:r>
          </a:p>
          <a:p>
            <a:pPr algn="r" rtl="1"/>
            <a:endParaRPr lang="he-IL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rtl="1"/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המטרה לייצר מדגם ריאלי לאיסוף של רמות 1-2</a:t>
            </a:r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לדוגמא רשות או מחוז</a:t>
            </a:r>
          </a:p>
        </p:txBody>
      </p:sp>
    </p:spTree>
    <p:extLst>
      <p:ext uri="{BB962C8B-B14F-4D97-AF65-F5344CB8AC3E}">
        <p14:creationId xmlns:p14="http://schemas.microsoft.com/office/powerpoint/2010/main" val="2202421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6118-F643-6FBA-BF12-9DC76F2E692C}"/>
              </a:ext>
            </a:extLst>
          </p:cNvPr>
          <p:cNvSpPr txBox="1">
            <a:spLocks/>
          </p:cNvSpPr>
          <p:nvPr/>
        </p:nvSpPr>
        <p:spPr>
          <a:xfrm>
            <a:off x="4155648" y="-135287"/>
            <a:ext cx="3880705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סיכום הצעה - לדיון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3A8CF4-9C00-B886-E345-609AC8DB9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785519"/>
              </p:ext>
            </p:extLst>
          </p:nvPr>
        </p:nvGraphicFramePr>
        <p:xfrm>
          <a:off x="1211942" y="2201201"/>
          <a:ext cx="9768115" cy="3848934"/>
        </p:xfrm>
        <a:graphic>
          <a:graphicData uri="http://schemas.openxmlformats.org/drawingml/2006/table">
            <a:tbl>
              <a:tblPr rtl="1" firstRow="1" bandRow="1">
                <a:tableStyleId>{912C8C85-51F0-491E-9774-3900AFEF0FD7}</a:tableStyleId>
              </a:tblPr>
              <a:tblGrid>
                <a:gridCol w="2250155">
                  <a:extLst>
                    <a:ext uri="{9D8B030D-6E8A-4147-A177-3AD203B41FA5}">
                      <a16:colId xmlns:a16="http://schemas.microsoft.com/office/drawing/2014/main" val="1585862973"/>
                    </a:ext>
                  </a:extLst>
                </a:gridCol>
                <a:gridCol w="2633902">
                  <a:extLst>
                    <a:ext uri="{9D8B030D-6E8A-4147-A177-3AD203B41FA5}">
                      <a16:colId xmlns:a16="http://schemas.microsoft.com/office/drawing/2014/main" val="3632827647"/>
                    </a:ext>
                  </a:extLst>
                </a:gridCol>
                <a:gridCol w="2442029">
                  <a:extLst>
                    <a:ext uri="{9D8B030D-6E8A-4147-A177-3AD203B41FA5}">
                      <a16:colId xmlns:a16="http://schemas.microsoft.com/office/drawing/2014/main" val="1402383580"/>
                    </a:ext>
                  </a:extLst>
                </a:gridCol>
                <a:gridCol w="2442029">
                  <a:extLst>
                    <a:ext uri="{9D8B030D-6E8A-4147-A177-3AD203B41FA5}">
                      <a16:colId xmlns:a16="http://schemas.microsoft.com/office/drawing/2014/main" val="3611832776"/>
                    </a:ext>
                  </a:extLst>
                </a:gridCol>
              </a:tblGrid>
              <a:tr h="641489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מצבי סיכון*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4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פירוט הסיכון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4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היקף מדגם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4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הערות חשובות להמשך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4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266796"/>
                  </a:ext>
                </a:extLst>
              </a:tr>
              <a:tr h="641489"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נפילות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חומרת הסיכון</a:t>
                      </a:r>
                    </a:p>
                    <a:p>
                      <a:pPr algn="ctr" rtl="1"/>
                      <a:endParaRPr lang="he-IL" sz="2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חסמים לשינוי</a:t>
                      </a:r>
                    </a:p>
                    <a:p>
                      <a:pPr algn="ctr" rtl="1"/>
                      <a:endParaRPr lang="he-IL" sz="2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צרכים (מענים)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כ-1500~ זקנים</a:t>
                      </a:r>
                    </a:p>
                    <a:p>
                      <a:pPr algn="ctr" rtl="1"/>
                      <a:endParaRPr lang="he-IL" sz="2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רמות 1-2</a:t>
                      </a:r>
                    </a:p>
                    <a:p>
                      <a:pPr algn="ctr" rtl="1"/>
                      <a:endParaRPr lang="he-IL" sz="2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ברשות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נושא העברת נתונים</a:t>
                      </a:r>
                      <a:r>
                        <a:rPr lang="en-US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lang="en-US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(ושמירה על הפרטיות)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24979"/>
                  </a:ext>
                </a:extLst>
              </a:tr>
              <a:tr h="641489"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ירידה </a:t>
                      </a:r>
                      <a:r>
                        <a:rPr lang="he-IL" sz="240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קוג</a:t>
                      </a:r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'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שיטת איסוף </a:t>
                      </a:r>
                      <a:r>
                        <a:rPr lang="en-US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lang="en-US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(פיזי או טלפוני?)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18389"/>
                  </a:ext>
                </a:extLst>
              </a:tr>
              <a:tr h="641489"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ירידה חושית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התקשרות עם ספק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78845"/>
                  </a:ext>
                </a:extLst>
              </a:tr>
              <a:tr h="641489"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ניתוק חברתי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בחירת רשות</a:t>
                      </a:r>
                      <a:r>
                        <a:rPr lang="en-US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lang="en-US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(ירושלים?)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423949"/>
                  </a:ext>
                </a:extLst>
              </a:tr>
              <a:tr h="641489"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הוצאות חודשיות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מתודה לבניית פרופילים</a:t>
                      </a:r>
                      <a:r>
                        <a:rPr lang="en-US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lang="en-US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(</a:t>
                      </a:r>
                      <a:r>
                        <a:rPr lang="he-IL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בטל"א</a:t>
                      </a:r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? </a:t>
                      </a:r>
                      <a:r>
                        <a:rPr lang="he-IL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למ"ס</a:t>
                      </a:r>
                      <a:r>
                        <a:rPr lang="he-I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?)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D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222113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09DB875-824F-D359-F750-518FBD406FC6}"/>
              </a:ext>
            </a:extLst>
          </p:cNvPr>
          <p:cNvGrpSpPr/>
          <p:nvPr/>
        </p:nvGrpSpPr>
        <p:grpSpPr>
          <a:xfrm>
            <a:off x="-394664" y="0"/>
            <a:ext cx="2913995" cy="1942663"/>
            <a:chOff x="6747634" y="2864768"/>
            <a:chExt cx="3581400" cy="2387600"/>
          </a:xfrm>
        </p:grpSpPr>
        <p:graphicFrame>
          <p:nvGraphicFramePr>
            <p:cNvPr id="11" name="Diagram 10">
              <a:extLst>
                <a:ext uri="{FF2B5EF4-FFF2-40B4-BE49-F238E27FC236}">
                  <a16:creationId xmlns:a16="http://schemas.microsoft.com/office/drawing/2014/main" id="{8680A45D-A77E-BF71-D621-0F08725E332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99467315"/>
                </p:ext>
              </p:extLst>
            </p:nvPr>
          </p:nvGraphicFramePr>
          <p:xfrm>
            <a:off x="6747634" y="2864768"/>
            <a:ext cx="3581400" cy="23876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7352D1-2ED4-74D5-AF6E-6A239A565C16}"/>
                </a:ext>
              </a:extLst>
            </p:cNvPr>
            <p:cNvSpPr txBox="1"/>
            <p:nvPr/>
          </p:nvSpPr>
          <p:spPr>
            <a:xfrm>
              <a:off x="8538335" y="3429001"/>
              <a:ext cx="1211580" cy="7262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12001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cs typeface="Calibri Light" panose="020F0302020204030204" pitchFamily="34" charset="0"/>
                </a:rPr>
                <a:t>מה המטרה?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128808-DFC3-FC65-E735-08063D1D5881}"/>
                </a:ext>
              </a:extLst>
            </p:cNvPr>
            <p:cNvSpPr txBox="1"/>
            <p:nvPr/>
          </p:nvSpPr>
          <p:spPr>
            <a:xfrm>
              <a:off x="7353425" y="3373432"/>
              <a:ext cx="1211580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1511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cs typeface="Calibri Light" panose="020F0302020204030204" pitchFamily="34" charset="0"/>
                </a:rPr>
                <a:t>את מי שואלים?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917A99-7CBF-B22E-448C-0E960577E6D1}"/>
                </a:ext>
              </a:extLst>
            </p:cNvPr>
            <p:cNvSpPr txBox="1"/>
            <p:nvPr/>
          </p:nvSpPr>
          <p:spPr>
            <a:xfrm>
              <a:off x="7779827" y="4473027"/>
              <a:ext cx="1517013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12001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cs typeface="Calibri Light" panose="020F0302020204030204" pitchFamily="34" charset="0"/>
                </a:rPr>
                <a:t>מה שואלים?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2428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6118-F643-6FBA-BF12-9DC76F2E692C}"/>
              </a:ext>
            </a:extLst>
          </p:cNvPr>
          <p:cNvSpPr txBox="1">
            <a:spLocks/>
          </p:cNvSpPr>
          <p:nvPr/>
        </p:nvSpPr>
        <p:spPr>
          <a:xfrm>
            <a:off x="4155648" y="-135287"/>
            <a:ext cx="3880705" cy="972993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he-IL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צעדים הבאים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9DB875-824F-D359-F750-518FBD406FC6}"/>
              </a:ext>
            </a:extLst>
          </p:cNvPr>
          <p:cNvGrpSpPr/>
          <p:nvPr/>
        </p:nvGrpSpPr>
        <p:grpSpPr>
          <a:xfrm>
            <a:off x="-394664" y="0"/>
            <a:ext cx="2913995" cy="1942663"/>
            <a:chOff x="6747634" y="2864768"/>
            <a:chExt cx="3581400" cy="2387600"/>
          </a:xfrm>
        </p:grpSpPr>
        <p:graphicFrame>
          <p:nvGraphicFramePr>
            <p:cNvPr id="11" name="Diagram 10">
              <a:extLst>
                <a:ext uri="{FF2B5EF4-FFF2-40B4-BE49-F238E27FC236}">
                  <a16:creationId xmlns:a16="http://schemas.microsoft.com/office/drawing/2014/main" id="{8680A45D-A77E-BF71-D621-0F08725E332C}"/>
                </a:ext>
              </a:extLst>
            </p:cNvPr>
            <p:cNvGraphicFramePr/>
            <p:nvPr/>
          </p:nvGraphicFramePr>
          <p:xfrm>
            <a:off x="6747634" y="2864768"/>
            <a:ext cx="3581400" cy="23876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7352D1-2ED4-74D5-AF6E-6A239A565C16}"/>
                </a:ext>
              </a:extLst>
            </p:cNvPr>
            <p:cNvSpPr txBox="1"/>
            <p:nvPr/>
          </p:nvSpPr>
          <p:spPr>
            <a:xfrm>
              <a:off x="8538335" y="3429001"/>
              <a:ext cx="1211580" cy="7262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12001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cs typeface="Calibri Light" panose="020F0302020204030204" pitchFamily="34" charset="0"/>
                </a:rPr>
                <a:t>מה המטרה?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128808-DFC3-FC65-E735-08063D1D5881}"/>
                </a:ext>
              </a:extLst>
            </p:cNvPr>
            <p:cNvSpPr txBox="1"/>
            <p:nvPr/>
          </p:nvSpPr>
          <p:spPr>
            <a:xfrm>
              <a:off x="7353425" y="3373432"/>
              <a:ext cx="1211580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1511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cs typeface="Calibri Light" panose="020F0302020204030204" pitchFamily="34" charset="0"/>
                </a:rPr>
                <a:t>את מי שואלים?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917A99-7CBF-B22E-448C-0E960577E6D1}"/>
                </a:ext>
              </a:extLst>
            </p:cNvPr>
            <p:cNvSpPr txBox="1"/>
            <p:nvPr/>
          </p:nvSpPr>
          <p:spPr>
            <a:xfrm>
              <a:off x="7779827" y="4473027"/>
              <a:ext cx="1517013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12001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cs typeface="Calibri Light" panose="020F0302020204030204" pitchFamily="34" charset="0"/>
                </a:rPr>
                <a:t>מה שואלים?</a:t>
              </a: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A4F9657-A347-79DC-EF4D-DF9F291CFB18}"/>
              </a:ext>
            </a:extLst>
          </p:cNvPr>
          <p:cNvSpPr txBox="1">
            <a:spLocks/>
          </p:cNvSpPr>
          <p:nvPr/>
        </p:nvSpPr>
        <p:spPr>
          <a:xfrm>
            <a:off x="580573" y="1893849"/>
            <a:ext cx="10564356" cy="42904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spcAft>
                <a:spcPts val="2400"/>
              </a:spcAft>
            </a:pPr>
            <a: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הסכמה על מיקוד </a:t>
            </a: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| מה שואלים?</a:t>
            </a:r>
          </a:p>
          <a:p>
            <a:pPr algn="r" rtl="1">
              <a:spcAft>
                <a:spcPts val="2400"/>
              </a:spcAft>
            </a:pPr>
            <a: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הסכמה על גבולות גזרה </a:t>
            </a: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| את מי שואלים (היקף נדגמים ושיטת איסוף)</a:t>
            </a:r>
          </a:p>
          <a:p>
            <a:pPr algn="r" rtl="1">
              <a:spcAft>
                <a:spcPts val="2400"/>
              </a:spcAft>
            </a:pPr>
            <a: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גיבוש מנגנון להעברת מידע </a:t>
            </a: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| לטובת הסקר ומיפוי הפרופילים</a:t>
            </a:r>
          </a:p>
          <a:p>
            <a:pPr algn="r" rtl="1">
              <a:spcAft>
                <a:spcPts val="2400"/>
              </a:spcAft>
            </a:pPr>
            <a: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בחירה והסכם עם ספק </a:t>
            </a: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| לאיסוף ועיבוד נתונים</a:t>
            </a:r>
          </a:p>
          <a:p>
            <a:pPr algn="r" rtl="1">
              <a:spcAft>
                <a:spcPts val="2400"/>
              </a:spcAft>
            </a:pPr>
            <a: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גיבוש שאלון </a:t>
            </a: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ותכנון מתודת עיבוד</a:t>
            </a:r>
          </a:p>
          <a:p>
            <a:pPr algn="r" rtl="1">
              <a:spcAft>
                <a:spcPts val="2400"/>
              </a:spcAft>
            </a:pPr>
            <a:r>
              <a:rPr lang="he-IL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יציאה לאיסוף | </a:t>
            </a:r>
            <a:r>
              <a:rPr lang="he-I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ביצוע הסקר</a:t>
            </a:r>
          </a:p>
        </p:txBody>
      </p:sp>
    </p:spTree>
    <p:extLst>
      <p:ext uri="{BB962C8B-B14F-4D97-AF65-F5344CB8AC3E}">
        <p14:creationId xmlns:p14="http://schemas.microsoft.com/office/powerpoint/2010/main" val="1744476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JDCI-Ashalim">
  <a:themeElements>
    <a:clrScheme name="התאמה אישית 2">
      <a:dk1>
        <a:srgbClr val="262626"/>
      </a:dk1>
      <a:lt1>
        <a:sysClr val="window" lastClr="FFFFFF"/>
      </a:lt1>
      <a:dk2>
        <a:srgbClr val="00C1DE"/>
      </a:dk2>
      <a:lt2>
        <a:srgbClr val="F2F2F2"/>
      </a:lt2>
      <a:accent1>
        <a:srgbClr val="5C5C5C"/>
      </a:accent1>
      <a:accent2>
        <a:srgbClr val="FAAA57"/>
      </a:accent2>
      <a:accent3>
        <a:srgbClr val="BC6092"/>
      </a:accent3>
      <a:accent4>
        <a:srgbClr val="B9D989"/>
      </a:accent4>
      <a:accent5>
        <a:srgbClr val="00B4A8"/>
      </a:accent5>
      <a:accent6>
        <a:srgbClr val="F05364"/>
      </a:accent6>
      <a:hlink>
        <a:srgbClr val="0070C0"/>
      </a:hlink>
      <a:folHlink>
        <a:srgbClr val="81C9FF"/>
      </a:folHlink>
    </a:clrScheme>
    <a:fontScheme name="Brookdale PP Fonts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!JDC-Israel Hebrew - CALIBRI.potx" id="{0CDF6E7D-AE94-40FC-ADCD-58C5E5222512}" vid="{1C4D79F4-B1D4-4CC7-8DF2-5B6B6049357E}"/>
    </a:ext>
  </a:extLst>
</a:theme>
</file>

<file path=ppt/theme/theme2.xml><?xml version="1.0" encoding="utf-8"?>
<a:theme xmlns:a="http://schemas.openxmlformats.org/drawingml/2006/main" name="ג'ויט ישראל">
  <a:themeElements>
    <a:clrScheme name="JDCI">
      <a:dk1>
        <a:srgbClr val="262626"/>
      </a:dk1>
      <a:lt1>
        <a:sysClr val="window" lastClr="FFFFFF"/>
      </a:lt1>
      <a:dk2>
        <a:srgbClr val="00C1DE"/>
      </a:dk2>
      <a:lt2>
        <a:srgbClr val="F2F2F2"/>
      </a:lt2>
      <a:accent1>
        <a:srgbClr val="5C5C5C"/>
      </a:accent1>
      <a:accent2>
        <a:srgbClr val="FAAA57"/>
      </a:accent2>
      <a:accent3>
        <a:srgbClr val="BC6092"/>
      </a:accent3>
      <a:accent4>
        <a:srgbClr val="B9D989"/>
      </a:accent4>
      <a:accent5>
        <a:srgbClr val="00B4A8"/>
      </a:accent5>
      <a:accent6>
        <a:srgbClr val="F05364"/>
      </a:accent6>
      <a:hlink>
        <a:srgbClr val="0070C0"/>
      </a:hlink>
      <a:folHlink>
        <a:srgbClr val="81C9FF"/>
      </a:folHlink>
    </a:clrScheme>
    <a:fontScheme name="Brookdale PP Fonts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!JDC-Israel Hebrew - CALIBRI.potx" id="{0CDF6E7D-AE94-40FC-ADCD-58C5E5222512}" vid="{0DC3061B-AD07-4F6E-94E4-4D3332FD55C8}"/>
    </a:ext>
  </a:extLst>
</a:theme>
</file>

<file path=ppt/theme/theme3.xml><?xml version="1.0" encoding="utf-8"?>
<a:theme xmlns:a="http://schemas.openxmlformats.org/drawingml/2006/main" name="ג'וינט ישראל - לבן">
  <a:themeElements>
    <a:clrScheme name="התאמה אישית 2">
      <a:dk1>
        <a:srgbClr val="262626"/>
      </a:dk1>
      <a:lt1>
        <a:sysClr val="window" lastClr="FFFFFF"/>
      </a:lt1>
      <a:dk2>
        <a:srgbClr val="00C1DE"/>
      </a:dk2>
      <a:lt2>
        <a:srgbClr val="F2F2F2"/>
      </a:lt2>
      <a:accent1>
        <a:srgbClr val="5C5C5C"/>
      </a:accent1>
      <a:accent2>
        <a:srgbClr val="FAAA57"/>
      </a:accent2>
      <a:accent3>
        <a:srgbClr val="BC6092"/>
      </a:accent3>
      <a:accent4>
        <a:srgbClr val="B9D989"/>
      </a:accent4>
      <a:accent5>
        <a:srgbClr val="00B4A8"/>
      </a:accent5>
      <a:accent6>
        <a:srgbClr val="F05364"/>
      </a:accent6>
      <a:hlink>
        <a:srgbClr val="0070C0"/>
      </a:hlink>
      <a:folHlink>
        <a:srgbClr val="81C9FF"/>
      </a:folHlink>
    </a:clrScheme>
    <a:fontScheme name="Brookdale PP Fonts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!JDC-Israel Hebrew - CALIBRI.potx" id="{0CDF6E7D-AE94-40FC-ADCD-58C5E5222512}" vid="{516E92A0-3CAA-464F-A446-B2F86E21527A}"/>
    </a:ext>
  </a:extLst>
</a:theme>
</file>

<file path=ppt/theme/theme4.xml><?xml version="1.0" encoding="utf-8"?>
<a:theme xmlns:a="http://schemas.openxmlformats.org/drawingml/2006/main" name="ג'וינט ישראל - לוגו שמאל">
  <a:themeElements>
    <a:clrScheme name="התאמה אישית 2">
      <a:dk1>
        <a:srgbClr val="262626"/>
      </a:dk1>
      <a:lt1>
        <a:sysClr val="window" lastClr="FFFFFF"/>
      </a:lt1>
      <a:dk2>
        <a:srgbClr val="00C1DE"/>
      </a:dk2>
      <a:lt2>
        <a:srgbClr val="F2F2F2"/>
      </a:lt2>
      <a:accent1>
        <a:srgbClr val="5C5C5C"/>
      </a:accent1>
      <a:accent2>
        <a:srgbClr val="FAAA57"/>
      </a:accent2>
      <a:accent3>
        <a:srgbClr val="BC6092"/>
      </a:accent3>
      <a:accent4>
        <a:srgbClr val="B9D989"/>
      </a:accent4>
      <a:accent5>
        <a:srgbClr val="00B4A8"/>
      </a:accent5>
      <a:accent6>
        <a:srgbClr val="F05364"/>
      </a:accent6>
      <a:hlink>
        <a:srgbClr val="0070C0"/>
      </a:hlink>
      <a:folHlink>
        <a:srgbClr val="81C9FF"/>
      </a:folHlink>
    </a:clrScheme>
    <a:fontScheme name="Brookdale PP Fonts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!JDC-Israel Hebrew - CALIBRI.potx" id="{0CDF6E7D-AE94-40FC-ADCD-58C5E5222512}" vid="{3986AC8A-48BC-4279-A1D3-A78D3AF4A1E0}"/>
    </a:ext>
  </a:extLst>
</a:theme>
</file>

<file path=ppt/theme/theme5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E9EFD2E32E8C42A777C3D7079544B0" ma:contentTypeVersion="7" ma:contentTypeDescription="Create a new document." ma:contentTypeScope="" ma:versionID="7bde783e1d70dc95d3cca77d796257cc">
  <xsd:schema xmlns:xsd="http://www.w3.org/2001/XMLSchema" xmlns:xs="http://www.w3.org/2001/XMLSchema" xmlns:p="http://schemas.microsoft.com/office/2006/metadata/properties" xmlns:ns2="94d5bf44-19d0-40f3-bc69-1b3e54691f39" xmlns:ns3="de5d10a7-8da3-477a-8829-9a64e72f8791" targetNamespace="http://schemas.microsoft.com/office/2006/metadata/properties" ma:root="true" ma:fieldsID="ef9a305febdbfb01261899d7c2e9951b" ns2:_="" ns3:_="">
    <xsd:import namespace="94d5bf44-19d0-40f3-bc69-1b3e54691f39"/>
    <xsd:import namespace="de5d10a7-8da3-477a-8829-9a64e72f8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d5bf44-19d0-40f3-bc69-1b3e54691f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5d10a7-8da3-477a-8829-9a64e72f879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e5d10a7-8da3-477a-8829-9a64e72f8791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EC08C8-029E-451D-BE06-F0138C4057D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4d5bf44-19d0-40f3-bc69-1b3e54691f39"/>
    <ds:schemaRef ds:uri="de5d10a7-8da3-477a-8829-9a64e72f87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27DFC6-323B-48E0-8579-99C9FA342F48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de5d10a7-8da3-477a-8829-9a64e72f8791"/>
    <ds:schemaRef ds:uri="94d5bf44-19d0-40f3-bc69-1b3e54691f3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327A0BF-6D27-4FC6-8303-7984070161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!JDC-Israel Hebrew - CALIBRI</Template>
  <TotalTime>201</TotalTime>
  <Words>798</Words>
  <Application>Microsoft Office PowerPoint</Application>
  <PresentationFormat>מסך רחב</PresentationFormat>
  <Paragraphs>227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4</vt:i4>
      </vt:variant>
      <vt:variant>
        <vt:lpstr>כותרות שקופיות</vt:lpstr>
      </vt:variant>
      <vt:variant>
        <vt:i4>12</vt:i4>
      </vt:variant>
    </vt:vector>
  </HeadingPairs>
  <TitlesOfParts>
    <vt:vector size="22" baseType="lpstr">
      <vt:lpstr>Calibri Light</vt:lpstr>
      <vt:lpstr>Aptos</vt:lpstr>
      <vt:lpstr>Arial</vt:lpstr>
      <vt:lpstr>Calibri</vt:lpstr>
      <vt:lpstr>Wingdings</vt:lpstr>
      <vt:lpstr>Almoni Neue DL 4.0 AAA Medium</vt:lpstr>
      <vt:lpstr>JDCI-Ashalim</vt:lpstr>
      <vt:lpstr>ג'ויט ישראל</vt:lpstr>
      <vt:lpstr>ג'וינט ישראל - לבן</vt:lpstr>
      <vt:lpstr>ג'וינט ישראל - לוגו שמאל</vt:lpstr>
      <vt:lpstr>התנעת סקר למיפוי פרופילים בסיכון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JDC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התנעת סקר למיפוי פרופילים בסיכון</dc:title>
  <dc:creator>Gilad Hadas</dc:creator>
  <cp:lastModifiedBy>אביעד יצחקי</cp:lastModifiedBy>
  <cp:revision>3</cp:revision>
  <dcterms:created xsi:type="dcterms:W3CDTF">2024-05-21T15:39:18Z</dcterms:created>
  <dcterms:modified xsi:type="dcterms:W3CDTF">2024-05-27T20:35:50Z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-201708929</vt:i4>
  </property>
  <property fmtid="{D5CDD505-2E9C-101B-9397-08002B2CF9AE}" pid="3" name="_NewReviewCycle">
    <vt:lpwstr/>
  </property>
  <property fmtid="{D5CDD505-2E9C-101B-9397-08002B2CF9AE}" pid="4" name="_EmailSubject">
    <vt:lpwstr>שקפי טמפלייט עבור אתגרי הגוינט </vt:lpwstr>
  </property>
  <property fmtid="{D5CDD505-2E9C-101B-9397-08002B2CF9AE}" pid="5" name="_AuthorEmail">
    <vt:lpwstr>SigalitLa@jdc.org</vt:lpwstr>
  </property>
  <property fmtid="{D5CDD505-2E9C-101B-9397-08002B2CF9AE}" pid="6" name="_AuthorEmailDisplayName">
    <vt:lpwstr>Sigalit Lavi</vt:lpwstr>
  </property>
  <property fmtid="{D5CDD505-2E9C-101B-9397-08002B2CF9AE}" pid="7" name="ContentTypeId">
    <vt:lpwstr>0x0101004EE9EFD2E32E8C42A777C3D7079544B0</vt:lpwstr>
  </property>
  <property fmtid="{D5CDD505-2E9C-101B-9397-08002B2CF9AE}" pid="8" name="Order">
    <vt:r8>5273100</vt:r8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ComplianceAssetId">
    <vt:lpwstr/>
  </property>
  <property fmtid="{D5CDD505-2E9C-101B-9397-08002B2CF9AE}" pid="12" name="_dlc_DocIdItemGuid">
    <vt:lpwstr>474932d8-46d4-4e34-8cbe-0633de591562</vt:lpwstr>
  </property>
  <property fmtid="{D5CDD505-2E9C-101B-9397-08002B2CF9AE}" pid="13" name="MediaServiceImageTags">
    <vt:lpwstr/>
  </property>
</Properties>
</file>