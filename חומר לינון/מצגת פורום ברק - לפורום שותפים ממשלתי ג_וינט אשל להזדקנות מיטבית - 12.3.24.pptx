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93" r:id="rId1"/>
    <p:sldMasterId id="2147483712" r:id="rId2"/>
    <p:sldMasterId id="2147483726" r:id="rId3"/>
  </p:sldMasterIdLst>
  <p:notesMasterIdLst>
    <p:notesMasterId r:id="rId15"/>
  </p:notesMasterIdLst>
  <p:sldIdLst>
    <p:sldId id="293" r:id="rId4"/>
    <p:sldId id="305" r:id="rId5"/>
    <p:sldId id="306" r:id="rId6"/>
    <p:sldId id="307" r:id="rId7"/>
    <p:sldId id="303" r:id="rId8"/>
    <p:sldId id="298" r:id="rId9"/>
    <p:sldId id="299" r:id="rId10"/>
    <p:sldId id="292" r:id="rId11"/>
    <p:sldId id="304" r:id="rId12"/>
    <p:sldId id="301" r:id="rId13"/>
    <p:sldId id="302"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אביגיל ללונק" initials="אל" lastIdx="3" clrIdx="0">
    <p:extLst>
      <p:ext uri="{19B8F6BF-5375-455C-9EA6-DF929625EA0E}">
        <p15:presenceInfo xmlns:p15="http://schemas.microsoft.com/office/powerpoint/2012/main" userId="S-1-5-21-641946731-1502829466-943750798-7892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EACF"/>
    <a:srgbClr val="443FFF"/>
    <a:srgbClr val="093E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F2F29D-D99A-4D8D-BAA8-4142319F7834}" v="33" dt="2024-03-10T20:35:12.535"/>
  </p1510:revLst>
</p1510:revInfo>
</file>

<file path=ppt/tableStyles.xml><?xml version="1.0" encoding="utf-8"?>
<a:tblStyleLst xmlns:a="http://schemas.openxmlformats.org/drawingml/2006/main" def="{5C22544A-7EE6-4342-B048-85BDC9FD1C3A}">
  <a:tblStyle styleId="{93296810-A885-4BE3-A3E7-6D5BEEA58F35}" styleName="סגנון ביניים 2 - הדגשה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סגנון ביניים 1 - הדגשה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B1032C-EA38-4F05-BA0D-38AFFFC7BED3}" styleName="סגנון בהיר 3 - הדגשה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12C8C85-51F0-491E-9774-3900AFEF0FD7}" styleName="סגנון בהיר 2 - הדגשה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5423" autoAdjust="0"/>
    <p:restoredTop sz="94660"/>
  </p:normalViewPr>
  <p:slideViewPr>
    <p:cSldViewPr snapToGrid="0">
      <p:cViewPr varScale="1">
        <p:scale>
          <a:sx n="105" d="100"/>
          <a:sy n="105" d="100"/>
        </p:scale>
        <p:origin x="126" y="3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viewProps" Target="viewProps.xml"/><Relationship Id="rId3" Type="http://schemas.openxmlformats.org/officeDocument/2006/relationships/slideMaster" Target="slideMasters/slideMaster3.xml"/><Relationship Id="rId21" Type="http://schemas.microsoft.com/office/2015/10/relationships/revisionInfo" Target="revisionInfo.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inat Lerner" userId="e34cff19-f4d2-48f5-9b32-dc2eaabaf9c4" providerId="ADAL" clId="{8AF2F29D-D99A-4D8D-BAA8-4142319F7834}"/>
    <pc:docChg chg="undo custSel addSld delSld modSld sldOrd">
      <pc:chgData name="Einat Lerner" userId="e34cff19-f4d2-48f5-9b32-dc2eaabaf9c4" providerId="ADAL" clId="{8AF2F29D-D99A-4D8D-BAA8-4142319F7834}" dt="2024-03-10T20:36:17.613" v="567" actId="1076"/>
      <pc:docMkLst>
        <pc:docMk/>
      </pc:docMkLst>
      <pc:sldChg chg="del ord">
        <pc:chgData name="Einat Lerner" userId="e34cff19-f4d2-48f5-9b32-dc2eaabaf9c4" providerId="ADAL" clId="{8AF2F29D-D99A-4D8D-BAA8-4142319F7834}" dt="2024-03-10T10:41:27.020" v="6" actId="47"/>
        <pc:sldMkLst>
          <pc:docMk/>
          <pc:sldMk cId="3339452619" sldId="286"/>
        </pc:sldMkLst>
      </pc:sldChg>
      <pc:sldChg chg="del">
        <pc:chgData name="Einat Lerner" userId="e34cff19-f4d2-48f5-9b32-dc2eaabaf9c4" providerId="ADAL" clId="{8AF2F29D-D99A-4D8D-BAA8-4142319F7834}" dt="2024-03-10T10:41:34.325" v="7" actId="47"/>
        <pc:sldMkLst>
          <pc:docMk/>
          <pc:sldMk cId="522327163" sldId="288"/>
        </pc:sldMkLst>
      </pc:sldChg>
      <pc:sldChg chg="del">
        <pc:chgData name="Einat Lerner" userId="e34cff19-f4d2-48f5-9b32-dc2eaabaf9c4" providerId="ADAL" clId="{8AF2F29D-D99A-4D8D-BAA8-4142319F7834}" dt="2024-03-10T10:41:11.436" v="1" actId="47"/>
        <pc:sldMkLst>
          <pc:docMk/>
          <pc:sldMk cId="3167042569" sldId="290"/>
        </pc:sldMkLst>
      </pc:sldChg>
      <pc:sldChg chg="del">
        <pc:chgData name="Einat Lerner" userId="e34cff19-f4d2-48f5-9b32-dc2eaabaf9c4" providerId="ADAL" clId="{8AF2F29D-D99A-4D8D-BAA8-4142319F7834}" dt="2024-03-10T10:41:12.455" v="2" actId="47"/>
        <pc:sldMkLst>
          <pc:docMk/>
          <pc:sldMk cId="2313658626" sldId="291"/>
        </pc:sldMkLst>
      </pc:sldChg>
      <pc:sldChg chg="modSp mod modShow">
        <pc:chgData name="Einat Lerner" userId="e34cff19-f4d2-48f5-9b32-dc2eaabaf9c4" providerId="ADAL" clId="{8AF2F29D-D99A-4D8D-BAA8-4142319F7834}" dt="2024-03-10T20:22:39.521" v="479" actId="729"/>
        <pc:sldMkLst>
          <pc:docMk/>
          <pc:sldMk cId="1617500223" sldId="292"/>
        </pc:sldMkLst>
        <pc:spChg chg="mod">
          <ac:chgData name="Einat Lerner" userId="e34cff19-f4d2-48f5-9b32-dc2eaabaf9c4" providerId="ADAL" clId="{8AF2F29D-D99A-4D8D-BAA8-4142319F7834}" dt="2024-03-10T20:20:16.202" v="453" actId="6549"/>
          <ac:spMkLst>
            <pc:docMk/>
            <pc:sldMk cId="1617500223" sldId="292"/>
            <ac:spMk id="6" creationId="{00000000-0000-0000-0000-000000000000}"/>
          </ac:spMkLst>
        </pc:spChg>
        <pc:graphicFrameChg chg="mod">
          <ac:chgData name="Einat Lerner" userId="e34cff19-f4d2-48f5-9b32-dc2eaabaf9c4" providerId="ADAL" clId="{8AF2F29D-D99A-4D8D-BAA8-4142319F7834}" dt="2024-03-10T20:18:26.457" v="425" actId="1076"/>
          <ac:graphicFrameMkLst>
            <pc:docMk/>
            <pc:sldMk cId="1617500223" sldId="292"/>
            <ac:graphicFrameMk id="3" creationId="{00000000-0000-0000-0000-000000000000}"/>
          </ac:graphicFrameMkLst>
        </pc:graphicFrameChg>
      </pc:sldChg>
      <pc:sldChg chg="modSp mod">
        <pc:chgData name="Einat Lerner" userId="e34cff19-f4d2-48f5-9b32-dc2eaabaf9c4" providerId="ADAL" clId="{8AF2F29D-D99A-4D8D-BAA8-4142319F7834}" dt="2024-03-10T10:41:04.259" v="0" actId="20577"/>
        <pc:sldMkLst>
          <pc:docMk/>
          <pc:sldMk cId="681593280" sldId="293"/>
        </pc:sldMkLst>
        <pc:spChg chg="mod">
          <ac:chgData name="Einat Lerner" userId="e34cff19-f4d2-48f5-9b32-dc2eaabaf9c4" providerId="ADAL" clId="{8AF2F29D-D99A-4D8D-BAA8-4142319F7834}" dt="2024-03-10T10:41:04.259" v="0" actId="20577"/>
          <ac:spMkLst>
            <pc:docMk/>
            <pc:sldMk cId="681593280" sldId="293"/>
            <ac:spMk id="2" creationId="{00000000-0000-0000-0000-000000000000}"/>
          </ac:spMkLst>
        </pc:spChg>
      </pc:sldChg>
      <pc:sldChg chg="del mod ord modShow">
        <pc:chgData name="Einat Lerner" userId="e34cff19-f4d2-48f5-9b32-dc2eaabaf9c4" providerId="ADAL" clId="{8AF2F29D-D99A-4D8D-BAA8-4142319F7834}" dt="2024-03-10T20:17:15.041" v="396" actId="47"/>
        <pc:sldMkLst>
          <pc:docMk/>
          <pc:sldMk cId="2455249947" sldId="295"/>
        </pc:sldMkLst>
      </pc:sldChg>
      <pc:sldChg chg="del">
        <pc:chgData name="Einat Lerner" userId="e34cff19-f4d2-48f5-9b32-dc2eaabaf9c4" providerId="ADAL" clId="{8AF2F29D-D99A-4D8D-BAA8-4142319F7834}" dt="2024-03-10T10:41:14.022" v="3" actId="47"/>
        <pc:sldMkLst>
          <pc:docMk/>
          <pc:sldMk cId="932805960" sldId="296"/>
        </pc:sldMkLst>
      </pc:sldChg>
      <pc:sldChg chg="addSp delSp modSp del mod">
        <pc:chgData name="Einat Lerner" userId="e34cff19-f4d2-48f5-9b32-dc2eaabaf9c4" providerId="ADAL" clId="{8AF2F29D-D99A-4D8D-BAA8-4142319F7834}" dt="2024-03-10T20:19:39.153" v="433" actId="47"/>
        <pc:sldMkLst>
          <pc:docMk/>
          <pc:sldMk cId="282514929" sldId="297"/>
        </pc:sldMkLst>
        <pc:spChg chg="add mod">
          <ac:chgData name="Einat Lerner" userId="e34cff19-f4d2-48f5-9b32-dc2eaabaf9c4" providerId="ADAL" clId="{8AF2F29D-D99A-4D8D-BAA8-4142319F7834}" dt="2024-03-10T20:19:22.114" v="431"/>
          <ac:spMkLst>
            <pc:docMk/>
            <pc:sldMk cId="282514929" sldId="297"/>
            <ac:spMk id="3" creationId="{7077D6CA-681E-C428-068E-E180EA630FB4}"/>
          </ac:spMkLst>
        </pc:spChg>
        <pc:spChg chg="add mod">
          <ac:chgData name="Einat Lerner" userId="e34cff19-f4d2-48f5-9b32-dc2eaabaf9c4" providerId="ADAL" clId="{8AF2F29D-D99A-4D8D-BAA8-4142319F7834}" dt="2024-03-10T20:19:22.114" v="431"/>
          <ac:spMkLst>
            <pc:docMk/>
            <pc:sldMk cId="282514929" sldId="297"/>
            <ac:spMk id="6" creationId="{34C4AD9E-8D1E-575D-A88A-B74D0869C882}"/>
          </ac:spMkLst>
        </pc:spChg>
        <pc:grpChg chg="add mod">
          <ac:chgData name="Einat Lerner" userId="e34cff19-f4d2-48f5-9b32-dc2eaabaf9c4" providerId="ADAL" clId="{8AF2F29D-D99A-4D8D-BAA8-4142319F7834}" dt="2024-03-10T20:19:29.934" v="432" actId="1076"/>
          <ac:grpSpMkLst>
            <pc:docMk/>
            <pc:sldMk cId="282514929" sldId="297"/>
            <ac:grpSpMk id="2" creationId="{62FB10A9-56A0-AFD3-55E3-C66F332EC0A1}"/>
          </ac:grpSpMkLst>
        </pc:grpChg>
        <pc:graphicFrameChg chg="del">
          <ac:chgData name="Einat Lerner" userId="e34cff19-f4d2-48f5-9b32-dc2eaabaf9c4" providerId="ADAL" clId="{8AF2F29D-D99A-4D8D-BAA8-4142319F7834}" dt="2024-03-10T20:19:20.652" v="430" actId="478"/>
          <ac:graphicFrameMkLst>
            <pc:docMk/>
            <pc:sldMk cId="282514929" sldId="297"/>
            <ac:graphicFrameMk id="9" creationId="{00000000-0000-0000-0000-000000000000}"/>
          </ac:graphicFrameMkLst>
        </pc:graphicFrameChg>
      </pc:sldChg>
      <pc:sldChg chg="addSp delSp modSp mod ord modAnim modShow">
        <pc:chgData name="Einat Lerner" userId="e34cff19-f4d2-48f5-9b32-dc2eaabaf9c4" providerId="ADAL" clId="{8AF2F29D-D99A-4D8D-BAA8-4142319F7834}" dt="2024-03-10T20:35:44.488" v="566" actId="1076"/>
        <pc:sldMkLst>
          <pc:docMk/>
          <pc:sldMk cId="521950303" sldId="298"/>
        </pc:sldMkLst>
        <pc:spChg chg="add del mod">
          <ac:chgData name="Einat Lerner" userId="e34cff19-f4d2-48f5-9b32-dc2eaabaf9c4" providerId="ADAL" clId="{8AF2F29D-D99A-4D8D-BAA8-4142319F7834}" dt="2024-03-10T10:57:36.251" v="353" actId="478"/>
          <ac:spMkLst>
            <pc:docMk/>
            <pc:sldMk cId="521950303" sldId="298"/>
            <ac:spMk id="2" creationId="{E1C657B3-7277-4584-81F7-0F4435272A4B}"/>
          </ac:spMkLst>
        </pc:spChg>
        <pc:spChg chg="mod">
          <ac:chgData name="Einat Lerner" userId="e34cff19-f4d2-48f5-9b32-dc2eaabaf9c4" providerId="ADAL" clId="{8AF2F29D-D99A-4D8D-BAA8-4142319F7834}" dt="2024-03-10T20:35:44.488" v="566" actId="1076"/>
          <ac:spMkLst>
            <pc:docMk/>
            <pc:sldMk cId="521950303" sldId="298"/>
            <ac:spMk id="4" creationId="{6B60BAC2-4B14-59DE-85DD-7A80FF163705}"/>
          </ac:spMkLst>
        </pc:spChg>
        <pc:graphicFrameChg chg="add mod">
          <ac:chgData name="Einat Lerner" userId="e34cff19-f4d2-48f5-9b32-dc2eaabaf9c4" providerId="ADAL" clId="{8AF2F29D-D99A-4D8D-BAA8-4142319F7834}" dt="2024-03-10T20:34:16.611" v="556" actId="1076"/>
          <ac:graphicFrameMkLst>
            <pc:docMk/>
            <pc:sldMk cId="521950303" sldId="298"/>
            <ac:graphicFrameMk id="2" creationId="{8F0EE49A-40DD-AF54-9019-42250117DCDC}"/>
          </ac:graphicFrameMkLst>
        </pc:graphicFrameChg>
      </pc:sldChg>
      <pc:sldChg chg="modSp mod ord modAnim">
        <pc:chgData name="Einat Lerner" userId="e34cff19-f4d2-48f5-9b32-dc2eaabaf9c4" providerId="ADAL" clId="{8AF2F29D-D99A-4D8D-BAA8-4142319F7834}" dt="2024-03-10T20:35:30.549" v="565" actId="1076"/>
        <pc:sldMkLst>
          <pc:docMk/>
          <pc:sldMk cId="2369720952" sldId="299"/>
        </pc:sldMkLst>
        <pc:spChg chg="mod">
          <ac:chgData name="Einat Lerner" userId="e34cff19-f4d2-48f5-9b32-dc2eaabaf9c4" providerId="ADAL" clId="{8AF2F29D-D99A-4D8D-BAA8-4142319F7834}" dt="2024-03-10T20:35:30.549" v="565" actId="1076"/>
          <ac:spMkLst>
            <pc:docMk/>
            <pc:sldMk cId="2369720952" sldId="299"/>
            <ac:spMk id="4" creationId="{FCFBA1B6-06F4-D565-7429-48079DD73E1E}"/>
          </ac:spMkLst>
        </pc:spChg>
      </pc:sldChg>
      <pc:sldChg chg="modSp mod modShow">
        <pc:chgData name="Einat Lerner" userId="e34cff19-f4d2-48f5-9b32-dc2eaabaf9c4" providerId="ADAL" clId="{8AF2F29D-D99A-4D8D-BAA8-4142319F7834}" dt="2024-03-10T20:22:39.521" v="479" actId="729"/>
        <pc:sldMkLst>
          <pc:docMk/>
          <pc:sldMk cId="1625153625" sldId="301"/>
        </pc:sldMkLst>
        <pc:spChg chg="mod">
          <ac:chgData name="Einat Lerner" userId="e34cff19-f4d2-48f5-9b32-dc2eaabaf9c4" providerId="ADAL" clId="{8AF2F29D-D99A-4D8D-BAA8-4142319F7834}" dt="2024-03-10T20:21:08.288" v="468" actId="20577"/>
          <ac:spMkLst>
            <pc:docMk/>
            <pc:sldMk cId="1625153625" sldId="301"/>
            <ac:spMk id="5" creationId="{00000000-0000-0000-0000-000000000000}"/>
          </ac:spMkLst>
        </pc:spChg>
        <pc:graphicFrameChg chg="mod">
          <ac:chgData name="Einat Lerner" userId="e34cff19-f4d2-48f5-9b32-dc2eaabaf9c4" providerId="ADAL" clId="{8AF2F29D-D99A-4D8D-BAA8-4142319F7834}" dt="2024-03-10T20:20:33.593" v="454" actId="1076"/>
          <ac:graphicFrameMkLst>
            <pc:docMk/>
            <pc:sldMk cId="1625153625" sldId="301"/>
            <ac:graphicFrameMk id="2" creationId="{00000000-0000-0000-0000-000000000000}"/>
          </ac:graphicFrameMkLst>
        </pc:graphicFrameChg>
      </pc:sldChg>
      <pc:sldChg chg="modSp mod modAnim">
        <pc:chgData name="Einat Lerner" userId="e34cff19-f4d2-48f5-9b32-dc2eaabaf9c4" providerId="ADAL" clId="{8AF2F29D-D99A-4D8D-BAA8-4142319F7834}" dt="2024-03-10T20:36:17.613" v="567" actId="1076"/>
        <pc:sldMkLst>
          <pc:docMk/>
          <pc:sldMk cId="141134161" sldId="302"/>
        </pc:sldMkLst>
        <pc:spChg chg="mod">
          <ac:chgData name="Einat Lerner" userId="e34cff19-f4d2-48f5-9b32-dc2eaabaf9c4" providerId="ADAL" clId="{8AF2F29D-D99A-4D8D-BAA8-4142319F7834}" dt="2024-03-10T20:36:17.613" v="567" actId="1076"/>
          <ac:spMkLst>
            <pc:docMk/>
            <pc:sldMk cId="141134161" sldId="302"/>
            <ac:spMk id="4" creationId="{36FEA90C-2E81-882F-1A3F-1858FB43B79C}"/>
          </ac:spMkLst>
        </pc:spChg>
      </pc:sldChg>
      <pc:sldChg chg="modSp add mod modAnim modShow">
        <pc:chgData name="Einat Lerner" userId="e34cff19-f4d2-48f5-9b32-dc2eaabaf9c4" providerId="ADAL" clId="{8AF2F29D-D99A-4D8D-BAA8-4142319F7834}" dt="2024-03-10T20:35:12.535" v="562"/>
        <pc:sldMkLst>
          <pc:docMk/>
          <pc:sldMk cId="1170212057" sldId="303"/>
        </pc:sldMkLst>
        <pc:spChg chg="mod">
          <ac:chgData name="Einat Lerner" userId="e34cff19-f4d2-48f5-9b32-dc2eaabaf9c4" providerId="ADAL" clId="{8AF2F29D-D99A-4D8D-BAA8-4142319F7834}" dt="2024-03-10T20:30:54.375" v="526" actId="1076"/>
          <ac:spMkLst>
            <pc:docMk/>
            <pc:sldMk cId="1170212057" sldId="303"/>
            <ac:spMk id="2" creationId="{E1C657B3-7277-4584-81F7-0F4435272A4B}"/>
          </ac:spMkLst>
        </pc:spChg>
        <pc:spChg chg="mod">
          <ac:chgData name="Einat Lerner" userId="e34cff19-f4d2-48f5-9b32-dc2eaabaf9c4" providerId="ADAL" clId="{8AF2F29D-D99A-4D8D-BAA8-4142319F7834}" dt="2024-03-10T20:34:46.210" v="559" actId="20577"/>
          <ac:spMkLst>
            <pc:docMk/>
            <pc:sldMk cId="1170212057" sldId="303"/>
            <ac:spMk id="4" creationId="{6B60BAC2-4B14-59DE-85DD-7A80FF163705}"/>
          </ac:spMkLst>
        </pc:spChg>
      </pc:sldChg>
      <pc:sldChg chg="add del">
        <pc:chgData name="Einat Lerner" userId="e34cff19-f4d2-48f5-9b32-dc2eaabaf9c4" providerId="ADAL" clId="{8AF2F29D-D99A-4D8D-BAA8-4142319F7834}" dt="2024-03-10T20:18:56.433" v="428" actId="47"/>
        <pc:sldMkLst>
          <pc:docMk/>
          <pc:sldMk cId="50352050" sldId="304"/>
        </pc:sldMkLst>
      </pc:sldChg>
      <pc:sldChg chg="modSp add mod modShow">
        <pc:chgData name="Einat Lerner" userId="e34cff19-f4d2-48f5-9b32-dc2eaabaf9c4" providerId="ADAL" clId="{8AF2F29D-D99A-4D8D-BAA8-4142319F7834}" dt="2024-03-10T20:22:39.521" v="479" actId="729"/>
        <pc:sldMkLst>
          <pc:docMk/>
          <pc:sldMk cId="995400529" sldId="304"/>
        </pc:sldMkLst>
        <pc:spChg chg="mod">
          <ac:chgData name="Einat Lerner" userId="e34cff19-f4d2-48f5-9b32-dc2eaabaf9c4" providerId="ADAL" clId="{8AF2F29D-D99A-4D8D-BAA8-4142319F7834}" dt="2024-03-10T20:20:11.442" v="449" actId="20577"/>
          <ac:spMkLst>
            <pc:docMk/>
            <pc:sldMk cId="995400529" sldId="304"/>
            <ac:spMk id="5" creationId="{00000000-0000-0000-0000-000000000000}"/>
          </ac:spMkLst>
        </pc:spChg>
        <pc:graphicFrameChg chg="mod">
          <ac:chgData name="Einat Lerner" userId="e34cff19-f4d2-48f5-9b32-dc2eaabaf9c4" providerId="ADAL" clId="{8AF2F29D-D99A-4D8D-BAA8-4142319F7834}" dt="2024-03-10T20:19:48.572" v="434" actId="1076"/>
          <ac:graphicFrameMkLst>
            <pc:docMk/>
            <pc:sldMk cId="995400529" sldId="304"/>
            <ac:graphicFrameMk id="4" creationId="{00000000-0000-0000-0000-000000000000}"/>
          </ac:graphicFrameMkLst>
        </pc:graphicFrameChg>
      </pc:sldChg>
      <pc:sldMasterChg chg="delSldLayout">
        <pc:chgData name="Einat Lerner" userId="e34cff19-f4d2-48f5-9b32-dc2eaabaf9c4" providerId="ADAL" clId="{8AF2F29D-D99A-4D8D-BAA8-4142319F7834}" dt="2024-03-10T10:41:27.020" v="6" actId="47"/>
        <pc:sldMasterMkLst>
          <pc:docMk/>
          <pc:sldMasterMk cId="2601778985" sldId="2147483693"/>
        </pc:sldMasterMkLst>
        <pc:sldLayoutChg chg="del">
          <pc:chgData name="Einat Lerner" userId="e34cff19-f4d2-48f5-9b32-dc2eaabaf9c4" providerId="ADAL" clId="{8AF2F29D-D99A-4D8D-BAA8-4142319F7834}" dt="2024-03-10T10:41:27.020" v="6" actId="47"/>
          <pc:sldLayoutMkLst>
            <pc:docMk/>
            <pc:sldMasterMk cId="2601778985" sldId="2147483693"/>
            <pc:sldLayoutMk cId="3198816485" sldId="2147483711"/>
          </pc:sldLayoutMkLst>
        </pc:sldLayoutChg>
      </pc:sldMasterChg>
      <pc:sldMasterChg chg="delSldLayout">
        <pc:chgData name="Einat Lerner" userId="e34cff19-f4d2-48f5-9b32-dc2eaabaf9c4" providerId="ADAL" clId="{8AF2F29D-D99A-4D8D-BAA8-4142319F7834}" dt="2024-03-10T10:41:34.325" v="7" actId="47"/>
        <pc:sldMasterMkLst>
          <pc:docMk/>
          <pc:sldMasterMk cId="1266286208" sldId="2147483712"/>
        </pc:sldMasterMkLst>
        <pc:sldLayoutChg chg="del">
          <pc:chgData name="Einat Lerner" userId="e34cff19-f4d2-48f5-9b32-dc2eaabaf9c4" providerId="ADAL" clId="{8AF2F29D-D99A-4D8D-BAA8-4142319F7834}" dt="2024-03-10T10:41:34.325" v="7" actId="47"/>
          <pc:sldLayoutMkLst>
            <pc:docMk/>
            <pc:sldMasterMk cId="1266286208" sldId="2147483712"/>
            <pc:sldLayoutMk cId="3693852853" sldId="2147483718"/>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6_4">
  <dgm:title val=""/>
  <dgm:desc val=""/>
  <dgm:catLst>
    <dgm:cat type="accent6" pri="11400"/>
  </dgm:catLst>
  <dgm:styleLbl name="node0">
    <dgm:fillClrLst meth="cycle">
      <a:schemeClr val="accent6">
        <a:shade val="60000"/>
      </a:schemeClr>
    </dgm:fillClrLst>
    <dgm:linClrLst meth="repeat">
      <a:schemeClr val="lt1"/>
    </dgm:linClrLst>
    <dgm:effectClrLst/>
    <dgm:txLinClrLst/>
    <dgm:txFillClrLst/>
    <dgm:txEffectClrLst/>
  </dgm:styleLbl>
  <dgm:styleLbl name="alignNode1">
    <dgm:fillClrLst meth="cycle">
      <a:schemeClr val="accent6">
        <a:shade val="50000"/>
      </a:schemeClr>
      <a:schemeClr val="accent6">
        <a:tint val="55000"/>
      </a:schemeClr>
    </dgm:fillClrLst>
    <dgm:linClrLst meth="cycle">
      <a:schemeClr val="accent6">
        <a:shade val="50000"/>
      </a:schemeClr>
      <a:schemeClr val="accent6">
        <a:tint val="55000"/>
      </a:schemeClr>
    </dgm:linClrLst>
    <dgm:effectClrLst/>
    <dgm:txLinClrLst/>
    <dgm:txFillClrLst/>
    <dgm:txEffectClrLst/>
  </dgm:styleLbl>
  <dgm:styleLbl name="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ln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vennNode1">
    <dgm:fillClrLst meth="cycle">
      <a:schemeClr val="accent6">
        <a:shade val="80000"/>
        <a:alpha val="50000"/>
      </a:schemeClr>
      <a:schemeClr val="accent6">
        <a:tint val="50000"/>
        <a:alpha val="50000"/>
      </a:schemeClr>
    </dgm:fillClrLst>
    <dgm:linClrLst meth="repeat">
      <a:schemeClr val="lt1"/>
    </dgm:linClrLst>
    <dgm:effectClrLst/>
    <dgm:txLinClrLst/>
    <dgm:txFillClrLst/>
    <dgm:txEffectClrLst/>
  </dgm:styleLbl>
  <dgm:styleLbl name="node2">
    <dgm:fillClrLst>
      <a:schemeClr val="accent6">
        <a:shade val="80000"/>
      </a:schemeClr>
    </dgm:fillClrLst>
    <dgm:linClrLst meth="repeat">
      <a:schemeClr val="lt1"/>
    </dgm:linClrLst>
    <dgm:effectClrLst/>
    <dgm:txLinClrLst/>
    <dgm:txFillClrLst/>
    <dgm:txEffectClrLst/>
  </dgm:styleLbl>
  <dgm:styleLbl name="node3">
    <dgm:fillClrLst>
      <a:schemeClr val="accent6">
        <a:tint val="99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f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b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sibTrans1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0000"/>
      </a:schemeClr>
    </dgm:fillClrLst>
    <dgm:linClrLst meth="repeat">
      <a:schemeClr val="lt1"/>
    </dgm:linClrLst>
    <dgm:effectClrLst/>
    <dgm:txLinClrLst/>
    <dgm:txFillClrLst/>
    <dgm:txEffectClrLst/>
  </dgm:styleLbl>
  <dgm:styleLbl name="asst3">
    <dgm:fillClrLst>
      <a:schemeClr val="accent6">
        <a:tint val="70000"/>
      </a:schemeClr>
    </dgm:fillClrLst>
    <dgm:linClrLst meth="repeat">
      <a:schemeClr val="lt1"/>
    </dgm:linClrLst>
    <dgm:effectClrLst/>
    <dgm:txLinClrLst/>
    <dgm:txFillClrLst/>
    <dgm:txEffectClrLst/>
  </dgm:styleLbl>
  <dgm:styleLbl name="asst4">
    <dgm:fillClrLst>
      <a:schemeClr val="accent6">
        <a:tint val="5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align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bgAccFollowNode1">
    <dgm:fillClrLst meth="repeat">
      <a:schemeClr val="accent6">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55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4">
  <dgm:title val=""/>
  <dgm:desc val=""/>
  <dgm:catLst>
    <dgm:cat type="accent6" pri="11400"/>
  </dgm:catLst>
  <dgm:styleLbl name="node0">
    <dgm:fillClrLst meth="cycle">
      <a:schemeClr val="accent6">
        <a:shade val="60000"/>
      </a:schemeClr>
    </dgm:fillClrLst>
    <dgm:linClrLst meth="repeat">
      <a:schemeClr val="lt1"/>
    </dgm:linClrLst>
    <dgm:effectClrLst/>
    <dgm:txLinClrLst/>
    <dgm:txFillClrLst/>
    <dgm:txEffectClrLst/>
  </dgm:styleLbl>
  <dgm:styleLbl name="alignNode1">
    <dgm:fillClrLst meth="cycle">
      <a:schemeClr val="accent6">
        <a:shade val="50000"/>
      </a:schemeClr>
      <a:schemeClr val="accent6">
        <a:tint val="55000"/>
      </a:schemeClr>
    </dgm:fillClrLst>
    <dgm:linClrLst meth="cycle">
      <a:schemeClr val="accent6">
        <a:shade val="50000"/>
      </a:schemeClr>
      <a:schemeClr val="accent6">
        <a:tint val="55000"/>
      </a:schemeClr>
    </dgm:linClrLst>
    <dgm:effectClrLst/>
    <dgm:txLinClrLst/>
    <dgm:txFillClrLst/>
    <dgm:txEffectClrLst/>
  </dgm:styleLbl>
  <dgm:styleLbl name="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ln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vennNode1">
    <dgm:fillClrLst meth="cycle">
      <a:schemeClr val="accent6">
        <a:shade val="80000"/>
        <a:alpha val="50000"/>
      </a:schemeClr>
      <a:schemeClr val="accent6">
        <a:tint val="50000"/>
        <a:alpha val="50000"/>
      </a:schemeClr>
    </dgm:fillClrLst>
    <dgm:linClrLst meth="repeat">
      <a:schemeClr val="lt1"/>
    </dgm:linClrLst>
    <dgm:effectClrLst/>
    <dgm:txLinClrLst/>
    <dgm:txFillClrLst/>
    <dgm:txEffectClrLst/>
  </dgm:styleLbl>
  <dgm:styleLbl name="node2">
    <dgm:fillClrLst>
      <a:schemeClr val="accent6">
        <a:shade val="80000"/>
      </a:schemeClr>
    </dgm:fillClrLst>
    <dgm:linClrLst meth="repeat">
      <a:schemeClr val="lt1"/>
    </dgm:linClrLst>
    <dgm:effectClrLst/>
    <dgm:txLinClrLst/>
    <dgm:txFillClrLst/>
    <dgm:txEffectClrLst/>
  </dgm:styleLbl>
  <dgm:styleLbl name="node3">
    <dgm:fillClrLst>
      <a:schemeClr val="accent6">
        <a:tint val="99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f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b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sibTrans1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0000"/>
      </a:schemeClr>
    </dgm:fillClrLst>
    <dgm:linClrLst meth="repeat">
      <a:schemeClr val="lt1"/>
    </dgm:linClrLst>
    <dgm:effectClrLst/>
    <dgm:txLinClrLst/>
    <dgm:txFillClrLst/>
    <dgm:txEffectClrLst/>
  </dgm:styleLbl>
  <dgm:styleLbl name="asst3">
    <dgm:fillClrLst>
      <a:schemeClr val="accent6">
        <a:tint val="70000"/>
      </a:schemeClr>
    </dgm:fillClrLst>
    <dgm:linClrLst meth="repeat">
      <a:schemeClr val="lt1"/>
    </dgm:linClrLst>
    <dgm:effectClrLst/>
    <dgm:txLinClrLst/>
    <dgm:txFillClrLst/>
    <dgm:txEffectClrLst/>
  </dgm:styleLbl>
  <dgm:styleLbl name="asst4">
    <dgm:fillClrLst>
      <a:schemeClr val="accent6">
        <a:tint val="5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align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bgAccFollowNode1">
    <dgm:fillClrLst meth="repeat">
      <a:schemeClr val="accent6">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55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4">
  <dgm:title val=""/>
  <dgm:desc val=""/>
  <dgm:catLst>
    <dgm:cat type="accent6" pri="11400"/>
  </dgm:catLst>
  <dgm:styleLbl name="node0">
    <dgm:fillClrLst meth="cycle">
      <a:schemeClr val="accent6">
        <a:shade val="60000"/>
      </a:schemeClr>
    </dgm:fillClrLst>
    <dgm:linClrLst meth="repeat">
      <a:schemeClr val="lt1"/>
    </dgm:linClrLst>
    <dgm:effectClrLst/>
    <dgm:txLinClrLst/>
    <dgm:txFillClrLst/>
    <dgm:txEffectClrLst/>
  </dgm:styleLbl>
  <dgm:styleLbl name="alignNode1">
    <dgm:fillClrLst meth="cycle">
      <a:schemeClr val="accent6">
        <a:shade val="50000"/>
      </a:schemeClr>
      <a:schemeClr val="accent6">
        <a:tint val="55000"/>
      </a:schemeClr>
    </dgm:fillClrLst>
    <dgm:linClrLst meth="cycle">
      <a:schemeClr val="accent6">
        <a:shade val="50000"/>
      </a:schemeClr>
      <a:schemeClr val="accent6">
        <a:tint val="55000"/>
      </a:schemeClr>
    </dgm:linClrLst>
    <dgm:effectClrLst/>
    <dgm:txLinClrLst/>
    <dgm:txFillClrLst/>
    <dgm:txEffectClrLst/>
  </dgm:styleLbl>
  <dgm:styleLbl name="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ln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vennNode1">
    <dgm:fillClrLst meth="cycle">
      <a:schemeClr val="accent6">
        <a:shade val="80000"/>
        <a:alpha val="50000"/>
      </a:schemeClr>
      <a:schemeClr val="accent6">
        <a:tint val="50000"/>
        <a:alpha val="50000"/>
      </a:schemeClr>
    </dgm:fillClrLst>
    <dgm:linClrLst meth="repeat">
      <a:schemeClr val="lt1"/>
    </dgm:linClrLst>
    <dgm:effectClrLst/>
    <dgm:txLinClrLst/>
    <dgm:txFillClrLst/>
    <dgm:txEffectClrLst/>
  </dgm:styleLbl>
  <dgm:styleLbl name="node2">
    <dgm:fillClrLst>
      <a:schemeClr val="accent6">
        <a:shade val="80000"/>
      </a:schemeClr>
    </dgm:fillClrLst>
    <dgm:linClrLst meth="repeat">
      <a:schemeClr val="lt1"/>
    </dgm:linClrLst>
    <dgm:effectClrLst/>
    <dgm:txLinClrLst/>
    <dgm:txFillClrLst/>
    <dgm:txEffectClrLst/>
  </dgm:styleLbl>
  <dgm:styleLbl name="node3">
    <dgm:fillClrLst>
      <a:schemeClr val="accent6">
        <a:tint val="99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f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b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sibTrans1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0000"/>
      </a:schemeClr>
    </dgm:fillClrLst>
    <dgm:linClrLst meth="repeat">
      <a:schemeClr val="lt1"/>
    </dgm:linClrLst>
    <dgm:effectClrLst/>
    <dgm:txLinClrLst/>
    <dgm:txFillClrLst/>
    <dgm:txEffectClrLst/>
  </dgm:styleLbl>
  <dgm:styleLbl name="asst3">
    <dgm:fillClrLst>
      <a:schemeClr val="accent6">
        <a:tint val="70000"/>
      </a:schemeClr>
    </dgm:fillClrLst>
    <dgm:linClrLst meth="repeat">
      <a:schemeClr val="lt1"/>
    </dgm:linClrLst>
    <dgm:effectClrLst/>
    <dgm:txLinClrLst/>
    <dgm:txFillClrLst/>
    <dgm:txEffectClrLst/>
  </dgm:styleLbl>
  <dgm:styleLbl name="asst4">
    <dgm:fillClrLst>
      <a:schemeClr val="accent6">
        <a:tint val="5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align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bgAccFollowNode1">
    <dgm:fillClrLst meth="repeat">
      <a:schemeClr val="accent6">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55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4">
  <dgm:title val=""/>
  <dgm:desc val=""/>
  <dgm:catLst>
    <dgm:cat type="accent6" pri="11400"/>
  </dgm:catLst>
  <dgm:styleLbl name="node0">
    <dgm:fillClrLst meth="cycle">
      <a:schemeClr val="accent6">
        <a:shade val="60000"/>
      </a:schemeClr>
    </dgm:fillClrLst>
    <dgm:linClrLst meth="repeat">
      <a:schemeClr val="lt1"/>
    </dgm:linClrLst>
    <dgm:effectClrLst/>
    <dgm:txLinClrLst/>
    <dgm:txFillClrLst/>
    <dgm:txEffectClrLst/>
  </dgm:styleLbl>
  <dgm:styleLbl name="alignNode1">
    <dgm:fillClrLst meth="cycle">
      <a:schemeClr val="accent6">
        <a:shade val="50000"/>
      </a:schemeClr>
      <a:schemeClr val="accent6">
        <a:tint val="55000"/>
      </a:schemeClr>
    </dgm:fillClrLst>
    <dgm:linClrLst meth="cycle">
      <a:schemeClr val="accent6">
        <a:shade val="50000"/>
      </a:schemeClr>
      <a:schemeClr val="accent6">
        <a:tint val="55000"/>
      </a:schemeClr>
    </dgm:linClrLst>
    <dgm:effectClrLst/>
    <dgm:txLinClrLst/>
    <dgm:txFillClrLst/>
    <dgm:txEffectClrLst/>
  </dgm:styleLbl>
  <dgm:styleLbl name="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ln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vennNode1">
    <dgm:fillClrLst meth="cycle">
      <a:schemeClr val="accent6">
        <a:shade val="80000"/>
        <a:alpha val="50000"/>
      </a:schemeClr>
      <a:schemeClr val="accent6">
        <a:tint val="50000"/>
        <a:alpha val="50000"/>
      </a:schemeClr>
    </dgm:fillClrLst>
    <dgm:linClrLst meth="repeat">
      <a:schemeClr val="lt1"/>
    </dgm:linClrLst>
    <dgm:effectClrLst/>
    <dgm:txLinClrLst/>
    <dgm:txFillClrLst/>
    <dgm:txEffectClrLst/>
  </dgm:styleLbl>
  <dgm:styleLbl name="node2">
    <dgm:fillClrLst>
      <a:schemeClr val="accent6">
        <a:shade val="80000"/>
      </a:schemeClr>
    </dgm:fillClrLst>
    <dgm:linClrLst meth="repeat">
      <a:schemeClr val="lt1"/>
    </dgm:linClrLst>
    <dgm:effectClrLst/>
    <dgm:txLinClrLst/>
    <dgm:txFillClrLst/>
    <dgm:txEffectClrLst/>
  </dgm:styleLbl>
  <dgm:styleLbl name="node3">
    <dgm:fillClrLst>
      <a:schemeClr val="accent6">
        <a:tint val="99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f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b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sibTrans1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0000"/>
      </a:schemeClr>
    </dgm:fillClrLst>
    <dgm:linClrLst meth="repeat">
      <a:schemeClr val="lt1"/>
    </dgm:linClrLst>
    <dgm:effectClrLst/>
    <dgm:txLinClrLst/>
    <dgm:txFillClrLst/>
    <dgm:txEffectClrLst/>
  </dgm:styleLbl>
  <dgm:styleLbl name="asst3">
    <dgm:fillClrLst>
      <a:schemeClr val="accent6">
        <a:tint val="70000"/>
      </a:schemeClr>
    </dgm:fillClrLst>
    <dgm:linClrLst meth="repeat">
      <a:schemeClr val="lt1"/>
    </dgm:linClrLst>
    <dgm:effectClrLst/>
    <dgm:txLinClrLst/>
    <dgm:txFillClrLst/>
    <dgm:txEffectClrLst/>
  </dgm:styleLbl>
  <dgm:styleLbl name="asst4">
    <dgm:fillClrLst>
      <a:schemeClr val="accent6">
        <a:tint val="5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align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bgAccFollowNode1">
    <dgm:fillClrLst meth="repeat">
      <a:schemeClr val="accent6">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55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058E51B-28CD-4877-88FC-916B8167ADDA}" type="doc">
      <dgm:prSet loTypeId="urn:microsoft.com/office/officeart/2005/8/layout/chart3" loCatId="relationship" qsTypeId="urn:microsoft.com/office/officeart/2005/8/quickstyle/simple1" qsCatId="simple" csTypeId="urn:microsoft.com/office/officeart/2005/8/colors/accent6_4" csCatId="accent6" phldr="1"/>
      <dgm:spPr/>
      <dgm:t>
        <a:bodyPr/>
        <a:lstStyle/>
        <a:p>
          <a:pPr rtl="1"/>
          <a:endParaRPr lang="he-IL"/>
        </a:p>
      </dgm:t>
    </dgm:pt>
    <dgm:pt modelId="{8A50C0C6-B9A2-4517-B468-55BE5EB27AC6}">
      <dgm:prSet phldrT="[טקסט]"/>
      <dgm:spPr/>
      <dgm:t>
        <a:bodyPr/>
        <a:lstStyle/>
        <a:p>
          <a:pPr rtl="1"/>
          <a:r>
            <a:rPr lang="he-IL" b="1" dirty="0"/>
            <a:t>צוות מניעת הדרדרות</a:t>
          </a:r>
        </a:p>
      </dgm:t>
    </dgm:pt>
    <dgm:pt modelId="{92F9895D-056A-4958-B8E2-3D184945C920}" type="parTrans" cxnId="{4E8B8257-CAC7-42FA-913D-9F004707695B}">
      <dgm:prSet/>
      <dgm:spPr/>
      <dgm:t>
        <a:bodyPr/>
        <a:lstStyle/>
        <a:p>
          <a:pPr rtl="1"/>
          <a:endParaRPr lang="he-IL"/>
        </a:p>
      </dgm:t>
    </dgm:pt>
    <dgm:pt modelId="{7A5CAA0C-16FB-4A88-ABE6-A3782C6DC183}" type="sibTrans" cxnId="{4E8B8257-CAC7-42FA-913D-9F004707695B}">
      <dgm:prSet/>
      <dgm:spPr/>
      <dgm:t>
        <a:bodyPr/>
        <a:lstStyle/>
        <a:p>
          <a:pPr rtl="1"/>
          <a:endParaRPr lang="he-IL"/>
        </a:p>
      </dgm:t>
    </dgm:pt>
    <dgm:pt modelId="{1F0C1E77-A39B-4A5A-9F8C-57661DCCD36C}">
      <dgm:prSet phldrT="[טקסט]"/>
      <dgm:spPr>
        <a:solidFill>
          <a:schemeClr val="bg2">
            <a:lumMod val="75000"/>
          </a:schemeClr>
        </a:solidFill>
      </dgm:spPr>
      <dgm:t>
        <a:bodyPr/>
        <a:lstStyle/>
        <a:p>
          <a:pPr rtl="1"/>
          <a:r>
            <a:rPr lang="he-IL" b="1" dirty="0"/>
            <a:t>צוות דאטה </a:t>
          </a:r>
          <a:r>
            <a:rPr lang="he-IL" b="1" dirty="0" err="1"/>
            <a:t>ודיגיטל</a:t>
          </a:r>
          <a:endParaRPr lang="he-IL" b="1" dirty="0"/>
        </a:p>
      </dgm:t>
    </dgm:pt>
    <dgm:pt modelId="{1EB15A50-8378-4936-B5B3-77D3766B462A}" type="parTrans" cxnId="{B58306E6-683A-42A8-B516-EDA9B2F6DCE1}">
      <dgm:prSet/>
      <dgm:spPr/>
      <dgm:t>
        <a:bodyPr/>
        <a:lstStyle/>
        <a:p>
          <a:pPr rtl="1"/>
          <a:endParaRPr lang="he-IL"/>
        </a:p>
      </dgm:t>
    </dgm:pt>
    <dgm:pt modelId="{58B57827-DD13-4292-AF7F-6A56380AABAC}" type="sibTrans" cxnId="{B58306E6-683A-42A8-B516-EDA9B2F6DCE1}">
      <dgm:prSet/>
      <dgm:spPr/>
      <dgm:t>
        <a:bodyPr/>
        <a:lstStyle/>
        <a:p>
          <a:pPr rtl="1"/>
          <a:endParaRPr lang="he-IL"/>
        </a:p>
      </dgm:t>
    </dgm:pt>
    <dgm:pt modelId="{40F733BB-7A30-4C11-AF40-A860FF805BE6}">
      <dgm:prSet phldrT="[טקסט]"/>
      <dgm:spPr/>
      <dgm:t>
        <a:bodyPr/>
        <a:lstStyle/>
        <a:p>
          <a:pPr rtl="1"/>
          <a:r>
            <a:rPr lang="he-IL" b="1" dirty="0"/>
            <a:t>צוות רשויות</a:t>
          </a:r>
        </a:p>
        <a:p>
          <a:pPr rtl="1"/>
          <a:r>
            <a:rPr lang="he-IL" b="1" dirty="0">
              <a:solidFill>
                <a:schemeClr val="bg1"/>
              </a:solidFill>
            </a:rPr>
            <a:t>מקומיות</a:t>
          </a:r>
        </a:p>
      </dgm:t>
    </dgm:pt>
    <dgm:pt modelId="{879B23DB-AF5A-44DA-897A-815F17C2C678}" type="parTrans" cxnId="{4198AF9C-015B-4D18-9567-6E85DA256DA8}">
      <dgm:prSet/>
      <dgm:spPr/>
      <dgm:t>
        <a:bodyPr/>
        <a:lstStyle/>
        <a:p>
          <a:pPr rtl="1"/>
          <a:endParaRPr lang="he-IL"/>
        </a:p>
      </dgm:t>
    </dgm:pt>
    <dgm:pt modelId="{1B23060F-8126-4E4C-B1C3-A5E95428C309}" type="sibTrans" cxnId="{4198AF9C-015B-4D18-9567-6E85DA256DA8}">
      <dgm:prSet/>
      <dgm:spPr/>
      <dgm:t>
        <a:bodyPr/>
        <a:lstStyle/>
        <a:p>
          <a:pPr rtl="1"/>
          <a:endParaRPr lang="he-IL"/>
        </a:p>
      </dgm:t>
    </dgm:pt>
    <dgm:pt modelId="{9712F96B-103C-4671-BB67-6A535BD7246B}" type="pres">
      <dgm:prSet presAssocID="{1058E51B-28CD-4877-88FC-916B8167ADDA}" presName="compositeShape" presStyleCnt="0">
        <dgm:presLayoutVars>
          <dgm:chMax val="7"/>
          <dgm:dir/>
          <dgm:resizeHandles val="exact"/>
        </dgm:presLayoutVars>
      </dgm:prSet>
      <dgm:spPr/>
      <dgm:t>
        <a:bodyPr/>
        <a:lstStyle/>
        <a:p>
          <a:pPr rtl="1"/>
          <a:endParaRPr lang="he-IL"/>
        </a:p>
      </dgm:t>
    </dgm:pt>
    <dgm:pt modelId="{F99A0742-A04B-405D-851A-7682FA4B1E80}" type="pres">
      <dgm:prSet presAssocID="{1058E51B-28CD-4877-88FC-916B8167ADDA}" presName="wedge1" presStyleLbl="node1" presStyleIdx="0" presStyleCnt="3" custLinFactNeighborX="-4625" custLinFactNeighborY="3350"/>
      <dgm:spPr/>
      <dgm:t>
        <a:bodyPr/>
        <a:lstStyle/>
        <a:p>
          <a:pPr rtl="1"/>
          <a:endParaRPr lang="he-IL"/>
        </a:p>
      </dgm:t>
    </dgm:pt>
    <dgm:pt modelId="{1DEACF77-5AE8-43E7-BD81-8252DA6A3427}" type="pres">
      <dgm:prSet presAssocID="{1058E51B-28CD-4877-88FC-916B8167ADDA}" presName="wedge1Tx" presStyleLbl="node1" presStyleIdx="0" presStyleCnt="3">
        <dgm:presLayoutVars>
          <dgm:chMax val="0"/>
          <dgm:chPref val="0"/>
          <dgm:bulletEnabled val="1"/>
        </dgm:presLayoutVars>
      </dgm:prSet>
      <dgm:spPr/>
      <dgm:t>
        <a:bodyPr/>
        <a:lstStyle/>
        <a:p>
          <a:pPr rtl="1"/>
          <a:endParaRPr lang="he-IL"/>
        </a:p>
      </dgm:t>
    </dgm:pt>
    <dgm:pt modelId="{AFE94A91-87D7-4D82-B60A-EAEA25BF2780}" type="pres">
      <dgm:prSet presAssocID="{1058E51B-28CD-4877-88FC-916B8167ADDA}" presName="wedge2" presStyleLbl="node1" presStyleIdx="1" presStyleCnt="3" custLinFactNeighborY="373"/>
      <dgm:spPr/>
      <dgm:t>
        <a:bodyPr/>
        <a:lstStyle/>
        <a:p>
          <a:pPr rtl="1"/>
          <a:endParaRPr lang="he-IL"/>
        </a:p>
      </dgm:t>
    </dgm:pt>
    <dgm:pt modelId="{EBA16957-AC20-4BBB-A757-0D1DB1651204}" type="pres">
      <dgm:prSet presAssocID="{1058E51B-28CD-4877-88FC-916B8167ADDA}" presName="wedge2Tx" presStyleLbl="node1" presStyleIdx="1" presStyleCnt="3">
        <dgm:presLayoutVars>
          <dgm:chMax val="0"/>
          <dgm:chPref val="0"/>
          <dgm:bulletEnabled val="1"/>
        </dgm:presLayoutVars>
      </dgm:prSet>
      <dgm:spPr/>
      <dgm:t>
        <a:bodyPr/>
        <a:lstStyle/>
        <a:p>
          <a:pPr rtl="1"/>
          <a:endParaRPr lang="he-IL"/>
        </a:p>
      </dgm:t>
    </dgm:pt>
    <dgm:pt modelId="{E1B3BE87-1C41-4F22-AFE5-BEF71F0CF142}" type="pres">
      <dgm:prSet presAssocID="{1058E51B-28CD-4877-88FC-916B8167ADDA}" presName="wedge3" presStyleLbl="node1" presStyleIdx="2" presStyleCnt="3"/>
      <dgm:spPr/>
      <dgm:t>
        <a:bodyPr/>
        <a:lstStyle/>
        <a:p>
          <a:pPr rtl="1"/>
          <a:endParaRPr lang="he-IL"/>
        </a:p>
      </dgm:t>
    </dgm:pt>
    <dgm:pt modelId="{80BAECC6-1BE5-42F2-B97D-A4FF2E22EAAB}" type="pres">
      <dgm:prSet presAssocID="{1058E51B-28CD-4877-88FC-916B8167ADDA}" presName="wedge3Tx" presStyleLbl="node1" presStyleIdx="2" presStyleCnt="3">
        <dgm:presLayoutVars>
          <dgm:chMax val="0"/>
          <dgm:chPref val="0"/>
          <dgm:bulletEnabled val="1"/>
        </dgm:presLayoutVars>
      </dgm:prSet>
      <dgm:spPr/>
      <dgm:t>
        <a:bodyPr/>
        <a:lstStyle/>
        <a:p>
          <a:pPr rtl="1"/>
          <a:endParaRPr lang="he-IL"/>
        </a:p>
      </dgm:t>
    </dgm:pt>
  </dgm:ptLst>
  <dgm:cxnLst>
    <dgm:cxn modelId="{4198AF9C-015B-4D18-9567-6E85DA256DA8}" srcId="{1058E51B-28CD-4877-88FC-916B8167ADDA}" destId="{40F733BB-7A30-4C11-AF40-A860FF805BE6}" srcOrd="2" destOrd="0" parTransId="{879B23DB-AF5A-44DA-897A-815F17C2C678}" sibTransId="{1B23060F-8126-4E4C-B1C3-A5E95428C309}"/>
    <dgm:cxn modelId="{E01076B5-896E-481C-BAE9-D7C6095BD247}" type="presOf" srcId="{1058E51B-28CD-4877-88FC-916B8167ADDA}" destId="{9712F96B-103C-4671-BB67-6A535BD7246B}" srcOrd="0" destOrd="0" presId="urn:microsoft.com/office/officeart/2005/8/layout/chart3"/>
    <dgm:cxn modelId="{4E8B8257-CAC7-42FA-913D-9F004707695B}" srcId="{1058E51B-28CD-4877-88FC-916B8167ADDA}" destId="{8A50C0C6-B9A2-4517-B468-55BE5EB27AC6}" srcOrd="0" destOrd="0" parTransId="{92F9895D-056A-4958-B8E2-3D184945C920}" sibTransId="{7A5CAA0C-16FB-4A88-ABE6-A3782C6DC183}"/>
    <dgm:cxn modelId="{DEFF53C4-F1C1-4927-B282-8C8880A777BA}" type="presOf" srcId="{1F0C1E77-A39B-4A5A-9F8C-57661DCCD36C}" destId="{EBA16957-AC20-4BBB-A757-0D1DB1651204}" srcOrd="1" destOrd="0" presId="urn:microsoft.com/office/officeart/2005/8/layout/chart3"/>
    <dgm:cxn modelId="{881303C7-6C4E-4E51-98B5-11D264AE0982}" type="presOf" srcId="{8A50C0C6-B9A2-4517-B468-55BE5EB27AC6}" destId="{1DEACF77-5AE8-43E7-BD81-8252DA6A3427}" srcOrd="1" destOrd="0" presId="urn:microsoft.com/office/officeart/2005/8/layout/chart3"/>
    <dgm:cxn modelId="{AFD522EE-CAEE-4E86-A130-3A74BD9980C8}" type="presOf" srcId="{40F733BB-7A30-4C11-AF40-A860FF805BE6}" destId="{80BAECC6-1BE5-42F2-B97D-A4FF2E22EAAB}" srcOrd="1" destOrd="0" presId="urn:microsoft.com/office/officeart/2005/8/layout/chart3"/>
    <dgm:cxn modelId="{B58306E6-683A-42A8-B516-EDA9B2F6DCE1}" srcId="{1058E51B-28CD-4877-88FC-916B8167ADDA}" destId="{1F0C1E77-A39B-4A5A-9F8C-57661DCCD36C}" srcOrd="1" destOrd="0" parTransId="{1EB15A50-8378-4936-B5B3-77D3766B462A}" sibTransId="{58B57827-DD13-4292-AF7F-6A56380AABAC}"/>
    <dgm:cxn modelId="{B5296695-DD0A-40E3-AFF8-D58F6EE98E56}" type="presOf" srcId="{1F0C1E77-A39B-4A5A-9F8C-57661DCCD36C}" destId="{AFE94A91-87D7-4D82-B60A-EAEA25BF2780}" srcOrd="0" destOrd="0" presId="urn:microsoft.com/office/officeart/2005/8/layout/chart3"/>
    <dgm:cxn modelId="{92592A10-E051-4FB4-8ADB-C4391541A870}" type="presOf" srcId="{8A50C0C6-B9A2-4517-B468-55BE5EB27AC6}" destId="{F99A0742-A04B-405D-851A-7682FA4B1E80}" srcOrd="0" destOrd="0" presId="urn:microsoft.com/office/officeart/2005/8/layout/chart3"/>
    <dgm:cxn modelId="{E8654E42-DE3F-41CA-9E78-29B1A2D3B025}" type="presOf" srcId="{40F733BB-7A30-4C11-AF40-A860FF805BE6}" destId="{E1B3BE87-1C41-4F22-AFE5-BEF71F0CF142}" srcOrd="0" destOrd="0" presId="urn:microsoft.com/office/officeart/2005/8/layout/chart3"/>
    <dgm:cxn modelId="{10F9CC58-C833-41E2-B4AE-C41E0DFE1D5C}" type="presParOf" srcId="{9712F96B-103C-4671-BB67-6A535BD7246B}" destId="{F99A0742-A04B-405D-851A-7682FA4B1E80}" srcOrd="0" destOrd="0" presId="urn:microsoft.com/office/officeart/2005/8/layout/chart3"/>
    <dgm:cxn modelId="{2C6B0DEF-A8F5-4605-A7C7-9DA7E6A25B5F}" type="presParOf" srcId="{9712F96B-103C-4671-BB67-6A535BD7246B}" destId="{1DEACF77-5AE8-43E7-BD81-8252DA6A3427}" srcOrd="1" destOrd="0" presId="urn:microsoft.com/office/officeart/2005/8/layout/chart3"/>
    <dgm:cxn modelId="{23632862-B7CD-4CDD-80F8-FEB693C5EB43}" type="presParOf" srcId="{9712F96B-103C-4671-BB67-6A535BD7246B}" destId="{AFE94A91-87D7-4D82-B60A-EAEA25BF2780}" srcOrd="2" destOrd="0" presId="urn:microsoft.com/office/officeart/2005/8/layout/chart3"/>
    <dgm:cxn modelId="{6C7BF643-551B-435F-9B47-F3D2B1232B02}" type="presParOf" srcId="{9712F96B-103C-4671-BB67-6A535BD7246B}" destId="{EBA16957-AC20-4BBB-A757-0D1DB1651204}" srcOrd="3" destOrd="0" presId="urn:microsoft.com/office/officeart/2005/8/layout/chart3"/>
    <dgm:cxn modelId="{47682FC0-019A-46FF-B46C-3E3F5532B4CE}" type="presParOf" srcId="{9712F96B-103C-4671-BB67-6A535BD7246B}" destId="{E1B3BE87-1C41-4F22-AFE5-BEF71F0CF142}" srcOrd="4" destOrd="0" presId="urn:microsoft.com/office/officeart/2005/8/layout/chart3"/>
    <dgm:cxn modelId="{E446C143-0E2C-41E9-B2A2-CFAB19DB6E65}" type="presParOf" srcId="{9712F96B-103C-4671-BB67-6A535BD7246B}" destId="{80BAECC6-1BE5-42F2-B97D-A4FF2E22EAAB}" srcOrd="5"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058E51B-28CD-4877-88FC-916B8167ADDA}" type="doc">
      <dgm:prSet loTypeId="urn:microsoft.com/office/officeart/2005/8/layout/chart3" loCatId="relationship" qsTypeId="urn:microsoft.com/office/officeart/2005/8/quickstyle/simple1" qsCatId="simple" csTypeId="urn:microsoft.com/office/officeart/2005/8/colors/accent6_4" csCatId="accent6" phldr="1"/>
      <dgm:spPr/>
      <dgm:t>
        <a:bodyPr/>
        <a:lstStyle/>
        <a:p>
          <a:pPr rtl="1"/>
          <a:endParaRPr lang="he-IL"/>
        </a:p>
      </dgm:t>
    </dgm:pt>
    <dgm:pt modelId="{8A50C0C6-B9A2-4517-B468-55BE5EB27AC6}">
      <dgm:prSet phldrT="[טקסט]"/>
      <dgm:spPr/>
      <dgm:t>
        <a:bodyPr/>
        <a:lstStyle/>
        <a:p>
          <a:pPr rtl="1"/>
          <a:r>
            <a:rPr lang="he-IL" b="1" dirty="0"/>
            <a:t>צוות מניעת הדרדרות</a:t>
          </a:r>
        </a:p>
      </dgm:t>
    </dgm:pt>
    <dgm:pt modelId="{92F9895D-056A-4958-B8E2-3D184945C920}" type="parTrans" cxnId="{4E8B8257-CAC7-42FA-913D-9F004707695B}">
      <dgm:prSet/>
      <dgm:spPr/>
      <dgm:t>
        <a:bodyPr/>
        <a:lstStyle/>
        <a:p>
          <a:pPr rtl="1"/>
          <a:endParaRPr lang="he-IL"/>
        </a:p>
      </dgm:t>
    </dgm:pt>
    <dgm:pt modelId="{7A5CAA0C-16FB-4A88-ABE6-A3782C6DC183}" type="sibTrans" cxnId="{4E8B8257-CAC7-42FA-913D-9F004707695B}">
      <dgm:prSet/>
      <dgm:spPr/>
      <dgm:t>
        <a:bodyPr/>
        <a:lstStyle/>
        <a:p>
          <a:pPr rtl="1"/>
          <a:endParaRPr lang="he-IL"/>
        </a:p>
      </dgm:t>
    </dgm:pt>
    <dgm:pt modelId="{1F0C1E77-A39B-4A5A-9F8C-57661DCCD36C}">
      <dgm:prSet phldrT="[טקסט]"/>
      <dgm:spPr/>
      <dgm:t>
        <a:bodyPr/>
        <a:lstStyle/>
        <a:p>
          <a:pPr rtl="1"/>
          <a:r>
            <a:rPr lang="he-IL" b="1" dirty="0"/>
            <a:t>צוות דאטה </a:t>
          </a:r>
          <a:r>
            <a:rPr lang="he-IL" b="1" dirty="0" err="1"/>
            <a:t>ודיגיטל</a:t>
          </a:r>
          <a:endParaRPr lang="he-IL" b="1" dirty="0"/>
        </a:p>
      </dgm:t>
    </dgm:pt>
    <dgm:pt modelId="{1EB15A50-8378-4936-B5B3-77D3766B462A}" type="parTrans" cxnId="{B58306E6-683A-42A8-B516-EDA9B2F6DCE1}">
      <dgm:prSet/>
      <dgm:spPr/>
      <dgm:t>
        <a:bodyPr/>
        <a:lstStyle/>
        <a:p>
          <a:pPr rtl="1"/>
          <a:endParaRPr lang="he-IL"/>
        </a:p>
      </dgm:t>
    </dgm:pt>
    <dgm:pt modelId="{58B57827-DD13-4292-AF7F-6A56380AABAC}" type="sibTrans" cxnId="{B58306E6-683A-42A8-B516-EDA9B2F6DCE1}">
      <dgm:prSet/>
      <dgm:spPr/>
      <dgm:t>
        <a:bodyPr/>
        <a:lstStyle/>
        <a:p>
          <a:pPr rtl="1"/>
          <a:endParaRPr lang="he-IL"/>
        </a:p>
      </dgm:t>
    </dgm:pt>
    <dgm:pt modelId="{40F733BB-7A30-4C11-AF40-A860FF805BE6}">
      <dgm:prSet phldrT="[טקסט]"/>
      <dgm:spPr/>
      <dgm:t>
        <a:bodyPr/>
        <a:lstStyle/>
        <a:p>
          <a:pPr rtl="1"/>
          <a:r>
            <a:rPr lang="he-IL" b="1" dirty="0"/>
            <a:t>צוות רשויות</a:t>
          </a:r>
        </a:p>
        <a:p>
          <a:pPr rtl="1"/>
          <a:r>
            <a:rPr lang="he-IL" b="1" dirty="0">
              <a:solidFill>
                <a:schemeClr val="bg1"/>
              </a:solidFill>
            </a:rPr>
            <a:t>מקומיות</a:t>
          </a:r>
        </a:p>
      </dgm:t>
    </dgm:pt>
    <dgm:pt modelId="{879B23DB-AF5A-44DA-897A-815F17C2C678}" type="parTrans" cxnId="{4198AF9C-015B-4D18-9567-6E85DA256DA8}">
      <dgm:prSet/>
      <dgm:spPr/>
      <dgm:t>
        <a:bodyPr/>
        <a:lstStyle/>
        <a:p>
          <a:pPr rtl="1"/>
          <a:endParaRPr lang="he-IL"/>
        </a:p>
      </dgm:t>
    </dgm:pt>
    <dgm:pt modelId="{1B23060F-8126-4E4C-B1C3-A5E95428C309}" type="sibTrans" cxnId="{4198AF9C-015B-4D18-9567-6E85DA256DA8}">
      <dgm:prSet/>
      <dgm:spPr/>
      <dgm:t>
        <a:bodyPr/>
        <a:lstStyle/>
        <a:p>
          <a:pPr rtl="1"/>
          <a:endParaRPr lang="he-IL"/>
        </a:p>
      </dgm:t>
    </dgm:pt>
    <dgm:pt modelId="{9712F96B-103C-4671-BB67-6A535BD7246B}" type="pres">
      <dgm:prSet presAssocID="{1058E51B-28CD-4877-88FC-916B8167ADDA}" presName="compositeShape" presStyleCnt="0">
        <dgm:presLayoutVars>
          <dgm:chMax val="7"/>
          <dgm:dir/>
          <dgm:resizeHandles val="exact"/>
        </dgm:presLayoutVars>
      </dgm:prSet>
      <dgm:spPr/>
      <dgm:t>
        <a:bodyPr/>
        <a:lstStyle/>
        <a:p>
          <a:pPr rtl="1"/>
          <a:endParaRPr lang="he-IL"/>
        </a:p>
      </dgm:t>
    </dgm:pt>
    <dgm:pt modelId="{F99A0742-A04B-405D-851A-7682FA4B1E80}" type="pres">
      <dgm:prSet presAssocID="{1058E51B-28CD-4877-88FC-916B8167ADDA}" presName="wedge1" presStyleLbl="node1" presStyleIdx="0" presStyleCnt="3"/>
      <dgm:spPr/>
      <dgm:t>
        <a:bodyPr/>
        <a:lstStyle/>
        <a:p>
          <a:pPr rtl="1"/>
          <a:endParaRPr lang="he-IL"/>
        </a:p>
      </dgm:t>
    </dgm:pt>
    <dgm:pt modelId="{1DEACF77-5AE8-43E7-BD81-8252DA6A3427}" type="pres">
      <dgm:prSet presAssocID="{1058E51B-28CD-4877-88FC-916B8167ADDA}" presName="wedge1Tx" presStyleLbl="node1" presStyleIdx="0" presStyleCnt="3">
        <dgm:presLayoutVars>
          <dgm:chMax val="0"/>
          <dgm:chPref val="0"/>
          <dgm:bulletEnabled val="1"/>
        </dgm:presLayoutVars>
      </dgm:prSet>
      <dgm:spPr/>
      <dgm:t>
        <a:bodyPr/>
        <a:lstStyle/>
        <a:p>
          <a:pPr rtl="1"/>
          <a:endParaRPr lang="he-IL"/>
        </a:p>
      </dgm:t>
    </dgm:pt>
    <dgm:pt modelId="{AFE94A91-87D7-4D82-B60A-EAEA25BF2780}" type="pres">
      <dgm:prSet presAssocID="{1058E51B-28CD-4877-88FC-916B8167ADDA}" presName="wedge2" presStyleLbl="node1" presStyleIdx="1" presStyleCnt="3"/>
      <dgm:spPr/>
      <dgm:t>
        <a:bodyPr/>
        <a:lstStyle/>
        <a:p>
          <a:pPr rtl="1"/>
          <a:endParaRPr lang="he-IL"/>
        </a:p>
      </dgm:t>
    </dgm:pt>
    <dgm:pt modelId="{EBA16957-AC20-4BBB-A757-0D1DB1651204}" type="pres">
      <dgm:prSet presAssocID="{1058E51B-28CD-4877-88FC-916B8167ADDA}" presName="wedge2Tx" presStyleLbl="node1" presStyleIdx="1" presStyleCnt="3">
        <dgm:presLayoutVars>
          <dgm:chMax val="0"/>
          <dgm:chPref val="0"/>
          <dgm:bulletEnabled val="1"/>
        </dgm:presLayoutVars>
      </dgm:prSet>
      <dgm:spPr/>
      <dgm:t>
        <a:bodyPr/>
        <a:lstStyle/>
        <a:p>
          <a:pPr rtl="1"/>
          <a:endParaRPr lang="he-IL"/>
        </a:p>
      </dgm:t>
    </dgm:pt>
    <dgm:pt modelId="{E1B3BE87-1C41-4F22-AFE5-BEF71F0CF142}" type="pres">
      <dgm:prSet presAssocID="{1058E51B-28CD-4877-88FC-916B8167ADDA}" presName="wedge3" presStyleLbl="node1" presStyleIdx="2" presStyleCnt="3"/>
      <dgm:spPr/>
      <dgm:t>
        <a:bodyPr/>
        <a:lstStyle/>
        <a:p>
          <a:pPr rtl="1"/>
          <a:endParaRPr lang="he-IL"/>
        </a:p>
      </dgm:t>
    </dgm:pt>
    <dgm:pt modelId="{80BAECC6-1BE5-42F2-B97D-A4FF2E22EAAB}" type="pres">
      <dgm:prSet presAssocID="{1058E51B-28CD-4877-88FC-916B8167ADDA}" presName="wedge3Tx" presStyleLbl="node1" presStyleIdx="2" presStyleCnt="3">
        <dgm:presLayoutVars>
          <dgm:chMax val="0"/>
          <dgm:chPref val="0"/>
          <dgm:bulletEnabled val="1"/>
        </dgm:presLayoutVars>
      </dgm:prSet>
      <dgm:spPr/>
      <dgm:t>
        <a:bodyPr/>
        <a:lstStyle/>
        <a:p>
          <a:pPr rtl="1"/>
          <a:endParaRPr lang="he-IL"/>
        </a:p>
      </dgm:t>
    </dgm:pt>
  </dgm:ptLst>
  <dgm:cxnLst>
    <dgm:cxn modelId="{4198AF9C-015B-4D18-9567-6E85DA256DA8}" srcId="{1058E51B-28CD-4877-88FC-916B8167ADDA}" destId="{40F733BB-7A30-4C11-AF40-A860FF805BE6}" srcOrd="2" destOrd="0" parTransId="{879B23DB-AF5A-44DA-897A-815F17C2C678}" sibTransId="{1B23060F-8126-4E4C-B1C3-A5E95428C309}"/>
    <dgm:cxn modelId="{E01076B5-896E-481C-BAE9-D7C6095BD247}" type="presOf" srcId="{1058E51B-28CD-4877-88FC-916B8167ADDA}" destId="{9712F96B-103C-4671-BB67-6A535BD7246B}" srcOrd="0" destOrd="0" presId="urn:microsoft.com/office/officeart/2005/8/layout/chart3"/>
    <dgm:cxn modelId="{4E8B8257-CAC7-42FA-913D-9F004707695B}" srcId="{1058E51B-28CD-4877-88FC-916B8167ADDA}" destId="{8A50C0C6-B9A2-4517-B468-55BE5EB27AC6}" srcOrd="0" destOrd="0" parTransId="{92F9895D-056A-4958-B8E2-3D184945C920}" sibTransId="{7A5CAA0C-16FB-4A88-ABE6-A3782C6DC183}"/>
    <dgm:cxn modelId="{DEFF53C4-F1C1-4927-B282-8C8880A777BA}" type="presOf" srcId="{1F0C1E77-A39B-4A5A-9F8C-57661DCCD36C}" destId="{EBA16957-AC20-4BBB-A757-0D1DB1651204}" srcOrd="1" destOrd="0" presId="urn:microsoft.com/office/officeart/2005/8/layout/chart3"/>
    <dgm:cxn modelId="{881303C7-6C4E-4E51-98B5-11D264AE0982}" type="presOf" srcId="{8A50C0C6-B9A2-4517-B468-55BE5EB27AC6}" destId="{1DEACF77-5AE8-43E7-BD81-8252DA6A3427}" srcOrd="1" destOrd="0" presId="urn:microsoft.com/office/officeart/2005/8/layout/chart3"/>
    <dgm:cxn modelId="{AFD522EE-CAEE-4E86-A130-3A74BD9980C8}" type="presOf" srcId="{40F733BB-7A30-4C11-AF40-A860FF805BE6}" destId="{80BAECC6-1BE5-42F2-B97D-A4FF2E22EAAB}" srcOrd="1" destOrd="0" presId="urn:microsoft.com/office/officeart/2005/8/layout/chart3"/>
    <dgm:cxn modelId="{B58306E6-683A-42A8-B516-EDA9B2F6DCE1}" srcId="{1058E51B-28CD-4877-88FC-916B8167ADDA}" destId="{1F0C1E77-A39B-4A5A-9F8C-57661DCCD36C}" srcOrd="1" destOrd="0" parTransId="{1EB15A50-8378-4936-B5B3-77D3766B462A}" sibTransId="{58B57827-DD13-4292-AF7F-6A56380AABAC}"/>
    <dgm:cxn modelId="{B5296695-DD0A-40E3-AFF8-D58F6EE98E56}" type="presOf" srcId="{1F0C1E77-A39B-4A5A-9F8C-57661DCCD36C}" destId="{AFE94A91-87D7-4D82-B60A-EAEA25BF2780}" srcOrd="0" destOrd="0" presId="urn:microsoft.com/office/officeart/2005/8/layout/chart3"/>
    <dgm:cxn modelId="{92592A10-E051-4FB4-8ADB-C4391541A870}" type="presOf" srcId="{8A50C0C6-B9A2-4517-B468-55BE5EB27AC6}" destId="{F99A0742-A04B-405D-851A-7682FA4B1E80}" srcOrd="0" destOrd="0" presId="urn:microsoft.com/office/officeart/2005/8/layout/chart3"/>
    <dgm:cxn modelId="{E8654E42-DE3F-41CA-9E78-29B1A2D3B025}" type="presOf" srcId="{40F733BB-7A30-4C11-AF40-A860FF805BE6}" destId="{E1B3BE87-1C41-4F22-AFE5-BEF71F0CF142}" srcOrd="0" destOrd="0" presId="urn:microsoft.com/office/officeart/2005/8/layout/chart3"/>
    <dgm:cxn modelId="{10F9CC58-C833-41E2-B4AE-C41E0DFE1D5C}" type="presParOf" srcId="{9712F96B-103C-4671-BB67-6A535BD7246B}" destId="{F99A0742-A04B-405D-851A-7682FA4B1E80}" srcOrd="0" destOrd="0" presId="urn:microsoft.com/office/officeart/2005/8/layout/chart3"/>
    <dgm:cxn modelId="{2C6B0DEF-A8F5-4605-A7C7-9DA7E6A25B5F}" type="presParOf" srcId="{9712F96B-103C-4671-BB67-6A535BD7246B}" destId="{1DEACF77-5AE8-43E7-BD81-8252DA6A3427}" srcOrd="1" destOrd="0" presId="urn:microsoft.com/office/officeart/2005/8/layout/chart3"/>
    <dgm:cxn modelId="{23632862-B7CD-4CDD-80F8-FEB693C5EB43}" type="presParOf" srcId="{9712F96B-103C-4671-BB67-6A535BD7246B}" destId="{AFE94A91-87D7-4D82-B60A-EAEA25BF2780}" srcOrd="2" destOrd="0" presId="urn:microsoft.com/office/officeart/2005/8/layout/chart3"/>
    <dgm:cxn modelId="{6C7BF643-551B-435F-9B47-F3D2B1232B02}" type="presParOf" srcId="{9712F96B-103C-4671-BB67-6A535BD7246B}" destId="{EBA16957-AC20-4BBB-A757-0D1DB1651204}" srcOrd="3" destOrd="0" presId="urn:microsoft.com/office/officeart/2005/8/layout/chart3"/>
    <dgm:cxn modelId="{47682FC0-019A-46FF-B46C-3E3F5532B4CE}" type="presParOf" srcId="{9712F96B-103C-4671-BB67-6A535BD7246B}" destId="{E1B3BE87-1C41-4F22-AFE5-BEF71F0CF142}" srcOrd="4" destOrd="0" presId="urn:microsoft.com/office/officeart/2005/8/layout/chart3"/>
    <dgm:cxn modelId="{E446C143-0E2C-41E9-B2A2-CFAB19DB6E65}" type="presParOf" srcId="{9712F96B-103C-4671-BB67-6A535BD7246B}" destId="{80BAECC6-1BE5-42F2-B97D-A4FF2E22EAAB}" srcOrd="5" destOrd="0" presId="urn:microsoft.com/office/officeart/2005/8/layout/char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058E51B-28CD-4877-88FC-916B8167ADDA}" type="doc">
      <dgm:prSet loTypeId="urn:microsoft.com/office/officeart/2005/8/layout/chart3" loCatId="relationship" qsTypeId="urn:microsoft.com/office/officeart/2005/8/quickstyle/simple1" qsCatId="simple" csTypeId="urn:microsoft.com/office/officeart/2005/8/colors/accent6_4" csCatId="accent6" phldr="1"/>
      <dgm:spPr/>
      <dgm:t>
        <a:bodyPr/>
        <a:lstStyle/>
        <a:p>
          <a:pPr rtl="1"/>
          <a:endParaRPr lang="he-IL"/>
        </a:p>
      </dgm:t>
    </dgm:pt>
    <dgm:pt modelId="{8A50C0C6-B9A2-4517-B468-55BE5EB27AC6}">
      <dgm:prSet phldrT="[טקסט]"/>
      <dgm:spPr/>
      <dgm:t>
        <a:bodyPr/>
        <a:lstStyle/>
        <a:p>
          <a:pPr rtl="1"/>
          <a:r>
            <a:rPr lang="he-IL" b="1" dirty="0"/>
            <a:t>צוות מניעת התדרדרות</a:t>
          </a:r>
        </a:p>
      </dgm:t>
    </dgm:pt>
    <dgm:pt modelId="{92F9895D-056A-4958-B8E2-3D184945C920}" type="parTrans" cxnId="{4E8B8257-CAC7-42FA-913D-9F004707695B}">
      <dgm:prSet/>
      <dgm:spPr/>
      <dgm:t>
        <a:bodyPr/>
        <a:lstStyle/>
        <a:p>
          <a:pPr rtl="1"/>
          <a:endParaRPr lang="he-IL"/>
        </a:p>
      </dgm:t>
    </dgm:pt>
    <dgm:pt modelId="{7A5CAA0C-16FB-4A88-ABE6-A3782C6DC183}" type="sibTrans" cxnId="{4E8B8257-CAC7-42FA-913D-9F004707695B}">
      <dgm:prSet/>
      <dgm:spPr/>
      <dgm:t>
        <a:bodyPr/>
        <a:lstStyle/>
        <a:p>
          <a:pPr rtl="1"/>
          <a:endParaRPr lang="he-IL"/>
        </a:p>
      </dgm:t>
    </dgm:pt>
    <dgm:pt modelId="{40F733BB-7A30-4C11-AF40-A860FF805BE6}">
      <dgm:prSet phldrT="[טקסט]" custT="1"/>
      <dgm:spPr/>
      <dgm:t>
        <a:bodyPr/>
        <a:lstStyle/>
        <a:p>
          <a:pPr rtl="1"/>
          <a:r>
            <a:rPr lang="he-IL" sz="2400" b="1" dirty="0"/>
            <a:t>צוות רשויות</a:t>
          </a:r>
        </a:p>
        <a:p>
          <a:pPr rtl="1"/>
          <a:r>
            <a:rPr lang="he-IL" sz="2400" b="1" dirty="0">
              <a:solidFill>
                <a:schemeClr val="bg1"/>
              </a:solidFill>
            </a:rPr>
            <a:t>מקומיות</a:t>
          </a:r>
        </a:p>
      </dgm:t>
    </dgm:pt>
    <dgm:pt modelId="{879B23DB-AF5A-44DA-897A-815F17C2C678}" type="parTrans" cxnId="{4198AF9C-015B-4D18-9567-6E85DA256DA8}">
      <dgm:prSet/>
      <dgm:spPr/>
      <dgm:t>
        <a:bodyPr/>
        <a:lstStyle/>
        <a:p>
          <a:pPr rtl="1"/>
          <a:endParaRPr lang="he-IL"/>
        </a:p>
      </dgm:t>
    </dgm:pt>
    <dgm:pt modelId="{1B23060F-8126-4E4C-B1C3-A5E95428C309}" type="sibTrans" cxnId="{4198AF9C-015B-4D18-9567-6E85DA256DA8}">
      <dgm:prSet/>
      <dgm:spPr/>
      <dgm:t>
        <a:bodyPr/>
        <a:lstStyle/>
        <a:p>
          <a:pPr rtl="1"/>
          <a:endParaRPr lang="he-IL"/>
        </a:p>
      </dgm:t>
    </dgm:pt>
    <dgm:pt modelId="{BD6307D2-3583-43DB-8804-0A52B5503527}">
      <dgm:prSet phldrT="[טקסט]"/>
      <dgm:spPr/>
      <dgm:t>
        <a:bodyPr/>
        <a:lstStyle/>
        <a:p>
          <a:pPr rtl="1"/>
          <a:r>
            <a:rPr lang="he-IL" b="1" dirty="0"/>
            <a:t>צוות דאטה </a:t>
          </a:r>
          <a:r>
            <a:rPr lang="he-IL" b="1" dirty="0" err="1"/>
            <a:t>ודיגיטל</a:t>
          </a:r>
          <a:endParaRPr lang="he-IL" b="1" dirty="0"/>
        </a:p>
      </dgm:t>
    </dgm:pt>
    <dgm:pt modelId="{8A19AF74-9240-434C-BE68-06C1E74D193E}" type="parTrans" cxnId="{0EFAB0C8-7719-4034-8042-A7D9A8ECE422}">
      <dgm:prSet/>
      <dgm:spPr/>
      <dgm:t>
        <a:bodyPr/>
        <a:lstStyle/>
        <a:p>
          <a:pPr rtl="1"/>
          <a:endParaRPr lang="he-IL"/>
        </a:p>
      </dgm:t>
    </dgm:pt>
    <dgm:pt modelId="{BEF50C5A-30E9-4EF4-9CEB-FDFB908AAE02}" type="sibTrans" cxnId="{0EFAB0C8-7719-4034-8042-A7D9A8ECE422}">
      <dgm:prSet/>
      <dgm:spPr/>
      <dgm:t>
        <a:bodyPr/>
        <a:lstStyle/>
        <a:p>
          <a:pPr rtl="1"/>
          <a:endParaRPr lang="he-IL"/>
        </a:p>
      </dgm:t>
    </dgm:pt>
    <dgm:pt modelId="{9712F96B-103C-4671-BB67-6A535BD7246B}" type="pres">
      <dgm:prSet presAssocID="{1058E51B-28CD-4877-88FC-916B8167ADDA}" presName="compositeShape" presStyleCnt="0">
        <dgm:presLayoutVars>
          <dgm:chMax val="7"/>
          <dgm:dir/>
          <dgm:resizeHandles val="exact"/>
        </dgm:presLayoutVars>
      </dgm:prSet>
      <dgm:spPr/>
      <dgm:t>
        <a:bodyPr/>
        <a:lstStyle/>
        <a:p>
          <a:pPr rtl="1"/>
          <a:endParaRPr lang="he-IL"/>
        </a:p>
      </dgm:t>
    </dgm:pt>
    <dgm:pt modelId="{F99A0742-A04B-405D-851A-7682FA4B1E80}" type="pres">
      <dgm:prSet presAssocID="{1058E51B-28CD-4877-88FC-916B8167ADDA}" presName="wedge1" presStyleLbl="node1" presStyleIdx="0" presStyleCnt="3"/>
      <dgm:spPr/>
      <dgm:t>
        <a:bodyPr/>
        <a:lstStyle/>
        <a:p>
          <a:pPr rtl="1"/>
          <a:endParaRPr lang="he-IL"/>
        </a:p>
      </dgm:t>
    </dgm:pt>
    <dgm:pt modelId="{1DEACF77-5AE8-43E7-BD81-8252DA6A3427}" type="pres">
      <dgm:prSet presAssocID="{1058E51B-28CD-4877-88FC-916B8167ADDA}" presName="wedge1Tx" presStyleLbl="node1" presStyleIdx="0" presStyleCnt="3">
        <dgm:presLayoutVars>
          <dgm:chMax val="0"/>
          <dgm:chPref val="0"/>
          <dgm:bulletEnabled val="1"/>
        </dgm:presLayoutVars>
      </dgm:prSet>
      <dgm:spPr/>
      <dgm:t>
        <a:bodyPr/>
        <a:lstStyle/>
        <a:p>
          <a:pPr rtl="1"/>
          <a:endParaRPr lang="he-IL"/>
        </a:p>
      </dgm:t>
    </dgm:pt>
    <dgm:pt modelId="{AFE94A91-87D7-4D82-B60A-EAEA25BF2780}" type="pres">
      <dgm:prSet presAssocID="{1058E51B-28CD-4877-88FC-916B8167ADDA}" presName="wedge2" presStyleLbl="node1" presStyleIdx="1" presStyleCnt="3"/>
      <dgm:spPr/>
      <dgm:t>
        <a:bodyPr/>
        <a:lstStyle/>
        <a:p>
          <a:pPr rtl="1"/>
          <a:endParaRPr lang="he-IL"/>
        </a:p>
      </dgm:t>
    </dgm:pt>
    <dgm:pt modelId="{EBA16957-AC20-4BBB-A757-0D1DB1651204}" type="pres">
      <dgm:prSet presAssocID="{1058E51B-28CD-4877-88FC-916B8167ADDA}" presName="wedge2Tx" presStyleLbl="node1" presStyleIdx="1" presStyleCnt="3">
        <dgm:presLayoutVars>
          <dgm:chMax val="0"/>
          <dgm:chPref val="0"/>
          <dgm:bulletEnabled val="1"/>
        </dgm:presLayoutVars>
      </dgm:prSet>
      <dgm:spPr/>
      <dgm:t>
        <a:bodyPr/>
        <a:lstStyle/>
        <a:p>
          <a:pPr rtl="1"/>
          <a:endParaRPr lang="he-IL"/>
        </a:p>
      </dgm:t>
    </dgm:pt>
    <dgm:pt modelId="{E1B3BE87-1C41-4F22-AFE5-BEF71F0CF142}" type="pres">
      <dgm:prSet presAssocID="{1058E51B-28CD-4877-88FC-916B8167ADDA}" presName="wedge3" presStyleLbl="node1" presStyleIdx="2" presStyleCnt="3"/>
      <dgm:spPr/>
      <dgm:t>
        <a:bodyPr/>
        <a:lstStyle/>
        <a:p>
          <a:pPr rtl="1"/>
          <a:endParaRPr lang="he-IL"/>
        </a:p>
      </dgm:t>
    </dgm:pt>
    <dgm:pt modelId="{80BAECC6-1BE5-42F2-B97D-A4FF2E22EAAB}" type="pres">
      <dgm:prSet presAssocID="{1058E51B-28CD-4877-88FC-916B8167ADDA}" presName="wedge3Tx" presStyleLbl="node1" presStyleIdx="2" presStyleCnt="3">
        <dgm:presLayoutVars>
          <dgm:chMax val="0"/>
          <dgm:chPref val="0"/>
          <dgm:bulletEnabled val="1"/>
        </dgm:presLayoutVars>
      </dgm:prSet>
      <dgm:spPr/>
      <dgm:t>
        <a:bodyPr/>
        <a:lstStyle/>
        <a:p>
          <a:pPr rtl="1"/>
          <a:endParaRPr lang="he-IL"/>
        </a:p>
      </dgm:t>
    </dgm:pt>
  </dgm:ptLst>
  <dgm:cxnLst>
    <dgm:cxn modelId="{4198AF9C-015B-4D18-9567-6E85DA256DA8}" srcId="{1058E51B-28CD-4877-88FC-916B8167ADDA}" destId="{40F733BB-7A30-4C11-AF40-A860FF805BE6}" srcOrd="2" destOrd="0" parTransId="{879B23DB-AF5A-44DA-897A-815F17C2C678}" sibTransId="{1B23060F-8126-4E4C-B1C3-A5E95428C309}"/>
    <dgm:cxn modelId="{E01076B5-896E-481C-BAE9-D7C6095BD247}" type="presOf" srcId="{1058E51B-28CD-4877-88FC-916B8167ADDA}" destId="{9712F96B-103C-4671-BB67-6A535BD7246B}" srcOrd="0" destOrd="0" presId="urn:microsoft.com/office/officeart/2005/8/layout/chart3"/>
    <dgm:cxn modelId="{4E8B8257-CAC7-42FA-913D-9F004707695B}" srcId="{1058E51B-28CD-4877-88FC-916B8167ADDA}" destId="{8A50C0C6-B9A2-4517-B468-55BE5EB27AC6}" srcOrd="1" destOrd="0" parTransId="{92F9895D-056A-4958-B8E2-3D184945C920}" sibTransId="{7A5CAA0C-16FB-4A88-ABE6-A3782C6DC183}"/>
    <dgm:cxn modelId="{345297A7-9125-442D-B5C1-DDF1484494F5}" type="presOf" srcId="{BD6307D2-3583-43DB-8804-0A52B5503527}" destId="{1DEACF77-5AE8-43E7-BD81-8252DA6A3427}" srcOrd="1" destOrd="0" presId="urn:microsoft.com/office/officeart/2005/8/layout/chart3"/>
    <dgm:cxn modelId="{6F611C38-D7C4-43F6-A9D2-362E77A4E4B8}" type="presOf" srcId="{8A50C0C6-B9A2-4517-B468-55BE5EB27AC6}" destId="{AFE94A91-87D7-4D82-B60A-EAEA25BF2780}" srcOrd="0" destOrd="0" presId="urn:microsoft.com/office/officeart/2005/8/layout/chart3"/>
    <dgm:cxn modelId="{CA8BB3AF-B3B4-4FE0-9C7F-BFC5C39D280F}" type="presOf" srcId="{BD6307D2-3583-43DB-8804-0A52B5503527}" destId="{F99A0742-A04B-405D-851A-7682FA4B1E80}" srcOrd="0" destOrd="0" presId="urn:microsoft.com/office/officeart/2005/8/layout/chart3"/>
    <dgm:cxn modelId="{98BC2590-3EB1-4BD0-B483-698C3C7C472A}" type="presOf" srcId="{8A50C0C6-B9A2-4517-B468-55BE5EB27AC6}" destId="{EBA16957-AC20-4BBB-A757-0D1DB1651204}" srcOrd="1" destOrd="0" presId="urn:microsoft.com/office/officeart/2005/8/layout/chart3"/>
    <dgm:cxn modelId="{DE42EB22-5109-42A6-BE58-2C1408EFE3D8}" type="presOf" srcId="{40F733BB-7A30-4C11-AF40-A860FF805BE6}" destId="{80BAECC6-1BE5-42F2-B97D-A4FF2E22EAAB}" srcOrd="1" destOrd="0" presId="urn:microsoft.com/office/officeart/2005/8/layout/chart3"/>
    <dgm:cxn modelId="{0EFAB0C8-7719-4034-8042-A7D9A8ECE422}" srcId="{1058E51B-28CD-4877-88FC-916B8167ADDA}" destId="{BD6307D2-3583-43DB-8804-0A52B5503527}" srcOrd="0" destOrd="0" parTransId="{8A19AF74-9240-434C-BE68-06C1E74D193E}" sibTransId="{BEF50C5A-30E9-4EF4-9CEB-FDFB908AAE02}"/>
    <dgm:cxn modelId="{0EE10520-80CC-422D-8818-CEC09AA6B68F}" type="presOf" srcId="{40F733BB-7A30-4C11-AF40-A860FF805BE6}" destId="{E1B3BE87-1C41-4F22-AFE5-BEF71F0CF142}" srcOrd="0" destOrd="0" presId="urn:microsoft.com/office/officeart/2005/8/layout/chart3"/>
    <dgm:cxn modelId="{10F9CC58-C833-41E2-B4AE-C41E0DFE1D5C}" type="presParOf" srcId="{9712F96B-103C-4671-BB67-6A535BD7246B}" destId="{F99A0742-A04B-405D-851A-7682FA4B1E80}" srcOrd="0" destOrd="0" presId="urn:microsoft.com/office/officeart/2005/8/layout/chart3"/>
    <dgm:cxn modelId="{2C6B0DEF-A8F5-4605-A7C7-9DA7E6A25B5F}" type="presParOf" srcId="{9712F96B-103C-4671-BB67-6A535BD7246B}" destId="{1DEACF77-5AE8-43E7-BD81-8252DA6A3427}" srcOrd="1" destOrd="0" presId="urn:microsoft.com/office/officeart/2005/8/layout/chart3"/>
    <dgm:cxn modelId="{23632862-B7CD-4CDD-80F8-FEB693C5EB43}" type="presParOf" srcId="{9712F96B-103C-4671-BB67-6A535BD7246B}" destId="{AFE94A91-87D7-4D82-B60A-EAEA25BF2780}" srcOrd="2" destOrd="0" presId="urn:microsoft.com/office/officeart/2005/8/layout/chart3"/>
    <dgm:cxn modelId="{6C7BF643-551B-435F-9B47-F3D2B1232B02}" type="presParOf" srcId="{9712F96B-103C-4671-BB67-6A535BD7246B}" destId="{EBA16957-AC20-4BBB-A757-0D1DB1651204}" srcOrd="3" destOrd="0" presId="urn:microsoft.com/office/officeart/2005/8/layout/chart3"/>
    <dgm:cxn modelId="{A7E9C728-7B53-47D2-A584-BCAE7A714B14}" type="presParOf" srcId="{9712F96B-103C-4671-BB67-6A535BD7246B}" destId="{E1B3BE87-1C41-4F22-AFE5-BEF71F0CF142}" srcOrd="4" destOrd="0" presId="urn:microsoft.com/office/officeart/2005/8/layout/chart3"/>
    <dgm:cxn modelId="{B8D4036B-0C6B-4441-912D-6C4007B31395}" type="presParOf" srcId="{9712F96B-103C-4671-BB67-6A535BD7246B}" destId="{80BAECC6-1BE5-42F2-B97D-A4FF2E22EAAB}" srcOrd="5" destOrd="0" presId="urn:microsoft.com/office/officeart/2005/8/layout/char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058E51B-28CD-4877-88FC-916B8167ADDA}" type="doc">
      <dgm:prSet loTypeId="urn:microsoft.com/office/officeart/2005/8/layout/chart3" loCatId="relationship" qsTypeId="urn:microsoft.com/office/officeart/2005/8/quickstyle/simple1" qsCatId="simple" csTypeId="urn:microsoft.com/office/officeart/2005/8/colors/accent6_4" csCatId="accent6" phldr="1"/>
      <dgm:spPr/>
      <dgm:t>
        <a:bodyPr/>
        <a:lstStyle/>
        <a:p>
          <a:pPr rtl="1"/>
          <a:endParaRPr lang="he-IL"/>
        </a:p>
      </dgm:t>
    </dgm:pt>
    <dgm:pt modelId="{8A50C0C6-B9A2-4517-B468-55BE5EB27AC6}">
      <dgm:prSet phldrT="[טקסט]" custT="1"/>
      <dgm:spPr/>
      <dgm:t>
        <a:bodyPr/>
        <a:lstStyle/>
        <a:p>
          <a:pPr rtl="1"/>
          <a:r>
            <a:rPr lang="he-IL" sz="2000" b="1" dirty="0"/>
            <a:t>צוות מניעת התדרדרות</a:t>
          </a:r>
        </a:p>
      </dgm:t>
    </dgm:pt>
    <dgm:pt modelId="{92F9895D-056A-4958-B8E2-3D184945C920}" type="parTrans" cxnId="{4E8B8257-CAC7-42FA-913D-9F004707695B}">
      <dgm:prSet/>
      <dgm:spPr/>
      <dgm:t>
        <a:bodyPr/>
        <a:lstStyle/>
        <a:p>
          <a:pPr rtl="1"/>
          <a:endParaRPr lang="he-IL"/>
        </a:p>
      </dgm:t>
    </dgm:pt>
    <dgm:pt modelId="{7A5CAA0C-16FB-4A88-ABE6-A3782C6DC183}" type="sibTrans" cxnId="{4E8B8257-CAC7-42FA-913D-9F004707695B}">
      <dgm:prSet/>
      <dgm:spPr/>
      <dgm:t>
        <a:bodyPr/>
        <a:lstStyle/>
        <a:p>
          <a:pPr rtl="1"/>
          <a:endParaRPr lang="he-IL"/>
        </a:p>
      </dgm:t>
    </dgm:pt>
    <dgm:pt modelId="{40F733BB-7A30-4C11-AF40-A860FF805BE6}">
      <dgm:prSet phldrT="[טקסט]" custT="1"/>
      <dgm:spPr/>
      <dgm:t>
        <a:bodyPr/>
        <a:lstStyle/>
        <a:p>
          <a:pPr rtl="1"/>
          <a:r>
            <a:rPr lang="he-IL" sz="2000" b="1" dirty="0">
              <a:solidFill>
                <a:schemeClr val="bg1"/>
              </a:solidFill>
            </a:rPr>
            <a:t>צוות דאטה </a:t>
          </a:r>
          <a:r>
            <a:rPr lang="he-IL" sz="2000" b="1" dirty="0" err="1">
              <a:solidFill>
                <a:schemeClr val="bg1"/>
              </a:solidFill>
            </a:rPr>
            <a:t>ודיגיטל</a:t>
          </a:r>
          <a:endParaRPr lang="he-IL" sz="2000" b="1" dirty="0">
            <a:solidFill>
              <a:schemeClr val="bg1"/>
            </a:solidFill>
          </a:endParaRPr>
        </a:p>
      </dgm:t>
    </dgm:pt>
    <dgm:pt modelId="{879B23DB-AF5A-44DA-897A-815F17C2C678}" type="parTrans" cxnId="{4198AF9C-015B-4D18-9567-6E85DA256DA8}">
      <dgm:prSet/>
      <dgm:spPr/>
      <dgm:t>
        <a:bodyPr/>
        <a:lstStyle/>
        <a:p>
          <a:pPr rtl="1"/>
          <a:endParaRPr lang="he-IL"/>
        </a:p>
      </dgm:t>
    </dgm:pt>
    <dgm:pt modelId="{1B23060F-8126-4E4C-B1C3-A5E95428C309}" type="sibTrans" cxnId="{4198AF9C-015B-4D18-9567-6E85DA256DA8}">
      <dgm:prSet/>
      <dgm:spPr/>
      <dgm:t>
        <a:bodyPr/>
        <a:lstStyle/>
        <a:p>
          <a:pPr rtl="1"/>
          <a:endParaRPr lang="he-IL"/>
        </a:p>
      </dgm:t>
    </dgm:pt>
    <dgm:pt modelId="{BD6307D2-3583-43DB-8804-0A52B5503527}">
      <dgm:prSet phldrT="[טקסט]"/>
      <dgm:spPr/>
      <dgm:t>
        <a:bodyPr/>
        <a:lstStyle/>
        <a:p>
          <a:pPr rtl="1"/>
          <a:endParaRPr lang="he-IL" b="1" dirty="0"/>
        </a:p>
      </dgm:t>
    </dgm:pt>
    <dgm:pt modelId="{8A19AF74-9240-434C-BE68-06C1E74D193E}" type="parTrans" cxnId="{0EFAB0C8-7719-4034-8042-A7D9A8ECE422}">
      <dgm:prSet/>
      <dgm:spPr/>
      <dgm:t>
        <a:bodyPr/>
        <a:lstStyle/>
        <a:p>
          <a:pPr rtl="1"/>
          <a:endParaRPr lang="he-IL"/>
        </a:p>
      </dgm:t>
    </dgm:pt>
    <dgm:pt modelId="{BEF50C5A-30E9-4EF4-9CEB-FDFB908AAE02}" type="sibTrans" cxnId="{0EFAB0C8-7719-4034-8042-A7D9A8ECE422}">
      <dgm:prSet/>
      <dgm:spPr/>
      <dgm:t>
        <a:bodyPr/>
        <a:lstStyle/>
        <a:p>
          <a:pPr rtl="1"/>
          <a:endParaRPr lang="he-IL"/>
        </a:p>
      </dgm:t>
    </dgm:pt>
    <dgm:pt modelId="{9712F96B-103C-4671-BB67-6A535BD7246B}" type="pres">
      <dgm:prSet presAssocID="{1058E51B-28CD-4877-88FC-916B8167ADDA}" presName="compositeShape" presStyleCnt="0">
        <dgm:presLayoutVars>
          <dgm:chMax val="7"/>
          <dgm:dir/>
          <dgm:resizeHandles val="exact"/>
        </dgm:presLayoutVars>
      </dgm:prSet>
      <dgm:spPr/>
      <dgm:t>
        <a:bodyPr/>
        <a:lstStyle/>
        <a:p>
          <a:pPr rtl="1"/>
          <a:endParaRPr lang="he-IL"/>
        </a:p>
      </dgm:t>
    </dgm:pt>
    <dgm:pt modelId="{F99A0742-A04B-405D-851A-7682FA4B1E80}" type="pres">
      <dgm:prSet presAssocID="{1058E51B-28CD-4877-88FC-916B8167ADDA}" presName="wedge1" presStyleLbl="node1" presStyleIdx="0" presStyleCnt="3"/>
      <dgm:spPr/>
      <dgm:t>
        <a:bodyPr/>
        <a:lstStyle/>
        <a:p>
          <a:pPr rtl="1"/>
          <a:endParaRPr lang="he-IL"/>
        </a:p>
      </dgm:t>
    </dgm:pt>
    <dgm:pt modelId="{1DEACF77-5AE8-43E7-BD81-8252DA6A3427}" type="pres">
      <dgm:prSet presAssocID="{1058E51B-28CD-4877-88FC-916B8167ADDA}" presName="wedge1Tx" presStyleLbl="node1" presStyleIdx="0" presStyleCnt="3">
        <dgm:presLayoutVars>
          <dgm:chMax val="0"/>
          <dgm:chPref val="0"/>
          <dgm:bulletEnabled val="1"/>
        </dgm:presLayoutVars>
      </dgm:prSet>
      <dgm:spPr/>
      <dgm:t>
        <a:bodyPr/>
        <a:lstStyle/>
        <a:p>
          <a:pPr rtl="1"/>
          <a:endParaRPr lang="he-IL"/>
        </a:p>
      </dgm:t>
    </dgm:pt>
    <dgm:pt modelId="{AFE94A91-87D7-4D82-B60A-EAEA25BF2780}" type="pres">
      <dgm:prSet presAssocID="{1058E51B-28CD-4877-88FC-916B8167ADDA}" presName="wedge2" presStyleLbl="node1" presStyleIdx="1" presStyleCnt="3"/>
      <dgm:spPr/>
      <dgm:t>
        <a:bodyPr/>
        <a:lstStyle/>
        <a:p>
          <a:pPr rtl="1"/>
          <a:endParaRPr lang="he-IL"/>
        </a:p>
      </dgm:t>
    </dgm:pt>
    <dgm:pt modelId="{EBA16957-AC20-4BBB-A757-0D1DB1651204}" type="pres">
      <dgm:prSet presAssocID="{1058E51B-28CD-4877-88FC-916B8167ADDA}" presName="wedge2Tx" presStyleLbl="node1" presStyleIdx="1" presStyleCnt="3">
        <dgm:presLayoutVars>
          <dgm:chMax val="0"/>
          <dgm:chPref val="0"/>
          <dgm:bulletEnabled val="1"/>
        </dgm:presLayoutVars>
      </dgm:prSet>
      <dgm:spPr/>
      <dgm:t>
        <a:bodyPr/>
        <a:lstStyle/>
        <a:p>
          <a:pPr rtl="1"/>
          <a:endParaRPr lang="he-IL"/>
        </a:p>
      </dgm:t>
    </dgm:pt>
    <dgm:pt modelId="{E1B3BE87-1C41-4F22-AFE5-BEF71F0CF142}" type="pres">
      <dgm:prSet presAssocID="{1058E51B-28CD-4877-88FC-916B8167ADDA}" presName="wedge3" presStyleLbl="node1" presStyleIdx="2" presStyleCnt="3"/>
      <dgm:spPr/>
      <dgm:t>
        <a:bodyPr/>
        <a:lstStyle/>
        <a:p>
          <a:pPr rtl="1"/>
          <a:endParaRPr lang="he-IL"/>
        </a:p>
      </dgm:t>
    </dgm:pt>
    <dgm:pt modelId="{80BAECC6-1BE5-42F2-B97D-A4FF2E22EAAB}" type="pres">
      <dgm:prSet presAssocID="{1058E51B-28CD-4877-88FC-916B8167ADDA}" presName="wedge3Tx" presStyleLbl="node1" presStyleIdx="2" presStyleCnt="3">
        <dgm:presLayoutVars>
          <dgm:chMax val="0"/>
          <dgm:chPref val="0"/>
          <dgm:bulletEnabled val="1"/>
        </dgm:presLayoutVars>
      </dgm:prSet>
      <dgm:spPr/>
      <dgm:t>
        <a:bodyPr/>
        <a:lstStyle/>
        <a:p>
          <a:pPr rtl="1"/>
          <a:endParaRPr lang="he-IL"/>
        </a:p>
      </dgm:t>
    </dgm:pt>
  </dgm:ptLst>
  <dgm:cxnLst>
    <dgm:cxn modelId="{4198AF9C-015B-4D18-9567-6E85DA256DA8}" srcId="{1058E51B-28CD-4877-88FC-916B8167ADDA}" destId="{40F733BB-7A30-4C11-AF40-A860FF805BE6}" srcOrd="2" destOrd="0" parTransId="{879B23DB-AF5A-44DA-897A-815F17C2C678}" sibTransId="{1B23060F-8126-4E4C-B1C3-A5E95428C309}"/>
    <dgm:cxn modelId="{E01076B5-896E-481C-BAE9-D7C6095BD247}" type="presOf" srcId="{1058E51B-28CD-4877-88FC-916B8167ADDA}" destId="{9712F96B-103C-4671-BB67-6A535BD7246B}" srcOrd="0" destOrd="0" presId="urn:microsoft.com/office/officeart/2005/8/layout/chart3"/>
    <dgm:cxn modelId="{4E8B8257-CAC7-42FA-913D-9F004707695B}" srcId="{1058E51B-28CD-4877-88FC-916B8167ADDA}" destId="{8A50C0C6-B9A2-4517-B468-55BE5EB27AC6}" srcOrd="1" destOrd="0" parTransId="{92F9895D-056A-4958-B8E2-3D184945C920}" sibTransId="{7A5CAA0C-16FB-4A88-ABE6-A3782C6DC183}"/>
    <dgm:cxn modelId="{345297A7-9125-442D-B5C1-DDF1484494F5}" type="presOf" srcId="{BD6307D2-3583-43DB-8804-0A52B5503527}" destId="{1DEACF77-5AE8-43E7-BD81-8252DA6A3427}" srcOrd="1" destOrd="0" presId="urn:microsoft.com/office/officeart/2005/8/layout/chart3"/>
    <dgm:cxn modelId="{6F611C38-D7C4-43F6-A9D2-362E77A4E4B8}" type="presOf" srcId="{8A50C0C6-B9A2-4517-B468-55BE5EB27AC6}" destId="{AFE94A91-87D7-4D82-B60A-EAEA25BF2780}" srcOrd="0" destOrd="0" presId="urn:microsoft.com/office/officeart/2005/8/layout/chart3"/>
    <dgm:cxn modelId="{CA8BB3AF-B3B4-4FE0-9C7F-BFC5C39D280F}" type="presOf" srcId="{BD6307D2-3583-43DB-8804-0A52B5503527}" destId="{F99A0742-A04B-405D-851A-7682FA4B1E80}" srcOrd="0" destOrd="0" presId="urn:microsoft.com/office/officeart/2005/8/layout/chart3"/>
    <dgm:cxn modelId="{98BC2590-3EB1-4BD0-B483-698C3C7C472A}" type="presOf" srcId="{8A50C0C6-B9A2-4517-B468-55BE5EB27AC6}" destId="{EBA16957-AC20-4BBB-A757-0D1DB1651204}" srcOrd="1" destOrd="0" presId="urn:microsoft.com/office/officeart/2005/8/layout/chart3"/>
    <dgm:cxn modelId="{DE42EB22-5109-42A6-BE58-2C1408EFE3D8}" type="presOf" srcId="{40F733BB-7A30-4C11-AF40-A860FF805BE6}" destId="{80BAECC6-1BE5-42F2-B97D-A4FF2E22EAAB}" srcOrd="1" destOrd="0" presId="urn:microsoft.com/office/officeart/2005/8/layout/chart3"/>
    <dgm:cxn modelId="{0EFAB0C8-7719-4034-8042-A7D9A8ECE422}" srcId="{1058E51B-28CD-4877-88FC-916B8167ADDA}" destId="{BD6307D2-3583-43DB-8804-0A52B5503527}" srcOrd="0" destOrd="0" parTransId="{8A19AF74-9240-434C-BE68-06C1E74D193E}" sibTransId="{BEF50C5A-30E9-4EF4-9CEB-FDFB908AAE02}"/>
    <dgm:cxn modelId="{0EE10520-80CC-422D-8818-CEC09AA6B68F}" type="presOf" srcId="{40F733BB-7A30-4C11-AF40-A860FF805BE6}" destId="{E1B3BE87-1C41-4F22-AFE5-BEF71F0CF142}" srcOrd="0" destOrd="0" presId="urn:microsoft.com/office/officeart/2005/8/layout/chart3"/>
    <dgm:cxn modelId="{10F9CC58-C833-41E2-B4AE-C41E0DFE1D5C}" type="presParOf" srcId="{9712F96B-103C-4671-BB67-6A535BD7246B}" destId="{F99A0742-A04B-405D-851A-7682FA4B1E80}" srcOrd="0" destOrd="0" presId="urn:microsoft.com/office/officeart/2005/8/layout/chart3"/>
    <dgm:cxn modelId="{2C6B0DEF-A8F5-4605-A7C7-9DA7E6A25B5F}" type="presParOf" srcId="{9712F96B-103C-4671-BB67-6A535BD7246B}" destId="{1DEACF77-5AE8-43E7-BD81-8252DA6A3427}" srcOrd="1" destOrd="0" presId="urn:microsoft.com/office/officeart/2005/8/layout/chart3"/>
    <dgm:cxn modelId="{23632862-B7CD-4CDD-80F8-FEB693C5EB43}" type="presParOf" srcId="{9712F96B-103C-4671-BB67-6A535BD7246B}" destId="{AFE94A91-87D7-4D82-B60A-EAEA25BF2780}" srcOrd="2" destOrd="0" presId="urn:microsoft.com/office/officeart/2005/8/layout/chart3"/>
    <dgm:cxn modelId="{6C7BF643-551B-435F-9B47-F3D2B1232B02}" type="presParOf" srcId="{9712F96B-103C-4671-BB67-6A535BD7246B}" destId="{EBA16957-AC20-4BBB-A757-0D1DB1651204}" srcOrd="3" destOrd="0" presId="urn:microsoft.com/office/officeart/2005/8/layout/chart3"/>
    <dgm:cxn modelId="{A7E9C728-7B53-47D2-A584-BCAE7A714B14}" type="presParOf" srcId="{9712F96B-103C-4671-BB67-6A535BD7246B}" destId="{E1B3BE87-1C41-4F22-AFE5-BEF71F0CF142}" srcOrd="4" destOrd="0" presId="urn:microsoft.com/office/officeart/2005/8/layout/chart3"/>
    <dgm:cxn modelId="{B8D4036B-0C6B-4441-912D-6C4007B31395}" type="presParOf" srcId="{9712F96B-103C-4671-BB67-6A535BD7246B}" destId="{80BAECC6-1BE5-42F2-B97D-A4FF2E22EAAB}" srcOrd="5" destOrd="0" presId="urn:microsoft.com/office/officeart/2005/8/layout/char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9A0742-A04B-405D-851A-7682FA4B1E80}">
      <dsp:nvSpPr>
        <dsp:cNvPr id="0" name=""/>
        <dsp:cNvSpPr/>
      </dsp:nvSpPr>
      <dsp:spPr>
        <a:xfrm>
          <a:off x="1283462" y="424089"/>
          <a:ext cx="3724748" cy="3724748"/>
        </a:xfrm>
        <a:prstGeom prst="pie">
          <a:avLst>
            <a:gd name="adj1" fmla="val 16200000"/>
            <a:gd name="adj2" fmla="val 1800000"/>
          </a:avLst>
        </a:prstGeom>
        <a:solidFill>
          <a:schemeClr val="accent6">
            <a:shade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0" tIns="31750" rIns="31750" bIns="31750" numCol="1" spcCol="1270" anchor="ctr" anchorCtr="0">
          <a:noAutofit/>
        </a:bodyPr>
        <a:lstStyle/>
        <a:p>
          <a:pPr lvl="0" algn="ctr" defTabSz="1111250" rtl="1">
            <a:lnSpc>
              <a:spcPct val="90000"/>
            </a:lnSpc>
            <a:spcBef>
              <a:spcPct val="0"/>
            </a:spcBef>
            <a:spcAft>
              <a:spcPct val="35000"/>
            </a:spcAft>
          </a:pPr>
          <a:r>
            <a:rPr lang="he-IL" sz="2500" b="1" kern="1200" dirty="0"/>
            <a:t>צוות מניעת הדרדרות</a:t>
          </a:r>
        </a:p>
      </dsp:txBody>
      <dsp:txXfrm>
        <a:off x="3308572" y="1111393"/>
        <a:ext cx="1263753" cy="1241582"/>
      </dsp:txXfrm>
    </dsp:sp>
    <dsp:sp modelId="{AFE94A91-87D7-4D82-B60A-EAEA25BF2780}">
      <dsp:nvSpPr>
        <dsp:cNvPr id="0" name=""/>
        <dsp:cNvSpPr/>
      </dsp:nvSpPr>
      <dsp:spPr>
        <a:xfrm>
          <a:off x="1263730" y="424059"/>
          <a:ext cx="3724748" cy="3724748"/>
        </a:xfrm>
        <a:prstGeom prst="pie">
          <a:avLst>
            <a:gd name="adj1" fmla="val 1800000"/>
            <a:gd name="adj2" fmla="val 9000000"/>
          </a:avLst>
        </a:prstGeom>
        <a:solidFill>
          <a:schemeClr val="bg2">
            <a:lumMod val="7500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0" tIns="31750" rIns="31750" bIns="31750" numCol="1" spcCol="1270" anchor="ctr" anchorCtr="0">
          <a:noAutofit/>
        </a:bodyPr>
        <a:lstStyle/>
        <a:p>
          <a:pPr lvl="0" algn="ctr" defTabSz="1111250" rtl="1">
            <a:lnSpc>
              <a:spcPct val="90000"/>
            </a:lnSpc>
            <a:spcBef>
              <a:spcPct val="0"/>
            </a:spcBef>
            <a:spcAft>
              <a:spcPct val="35000"/>
            </a:spcAft>
          </a:pPr>
          <a:r>
            <a:rPr lang="he-IL" sz="2500" b="1" kern="1200" dirty="0"/>
            <a:t>צוות דאטה </a:t>
          </a:r>
          <a:r>
            <a:rPr lang="he-IL" sz="2500" b="1" kern="1200" dirty="0" err="1"/>
            <a:t>ודיגיטל</a:t>
          </a:r>
          <a:endParaRPr lang="he-IL" sz="2500" b="1" kern="1200" dirty="0"/>
        </a:p>
      </dsp:txBody>
      <dsp:txXfrm>
        <a:off x="2283601" y="2774197"/>
        <a:ext cx="1685005" cy="1152898"/>
      </dsp:txXfrm>
    </dsp:sp>
    <dsp:sp modelId="{E1B3BE87-1C41-4F22-AFE5-BEF71F0CF142}">
      <dsp:nvSpPr>
        <dsp:cNvPr id="0" name=""/>
        <dsp:cNvSpPr/>
      </dsp:nvSpPr>
      <dsp:spPr>
        <a:xfrm>
          <a:off x="1263730" y="410165"/>
          <a:ext cx="3724748" cy="3724748"/>
        </a:xfrm>
        <a:prstGeom prst="pie">
          <a:avLst>
            <a:gd name="adj1" fmla="val 9000000"/>
            <a:gd name="adj2" fmla="val 16200000"/>
          </a:avLst>
        </a:prstGeom>
        <a:solidFill>
          <a:schemeClr val="accent6">
            <a:shade val="50000"/>
            <a:hueOff val="-132255"/>
            <a:satOff val="-1963"/>
            <a:lumOff val="26895"/>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0" tIns="31750" rIns="31750" bIns="31750" numCol="1" spcCol="1270" anchor="ctr" anchorCtr="0">
          <a:noAutofit/>
        </a:bodyPr>
        <a:lstStyle/>
        <a:p>
          <a:pPr lvl="0" algn="ctr" defTabSz="1111250" rtl="1">
            <a:lnSpc>
              <a:spcPct val="90000"/>
            </a:lnSpc>
            <a:spcBef>
              <a:spcPct val="0"/>
            </a:spcBef>
            <a:spcAft>
              <a:spcPct val="35000"/>
            </a:spcAft>
          </a:pPr>
          <a:r>
            <a:rPr lang="he-IL" sz="2500" b="1" kern="1200" dirty="0"/>
            <a:t>צוות רשויות</a:t>
          </a:r>
        </a:p>
        <a:p>
          <a:pPr lvl="0" algn="ctr" defTabSz="1111250" rtl="1">
            <a:lnSpc>
              <a:spcPct val="90000"/>
            </a:lnSpc>
            <a:spcBef>
              <a:spcPct val="0"/>
            </a:spcBef>
            <a:spcAft>
              <a:spcPct val="35000"/>
            </a:spcAft>
          </a:pPr>
          <a:r>
            <a:rPr lang="he-IL" sz="2500" b="1" kern="1200" dirty="0">
              <a:solidFill>
                <a:schemeClr val="bg1"/>
              </a:solidFill>
            </a:rPr>
            <a:t>מקומיות</a:t>
          </a:r>
        </a:p>
      </dsp:txBody>
      <dsp:txXfrm>
        <a:off x="1662810" y="1141812"/>
        <a:ext cx="1263753" cy="124158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9A0742-A04B-405D-851A-7682FA4B1E80}">
      <dsp:nvSpPr>
        <dsp:cNvPr id="0" name=""/>
        <dsp:cNvSpPr/>
      </dsp:nvSpPr>
      <dsp:spPr>
        <a:xfrm>
          <a:off x="1455732" y="299310"/>
          <a:ext cx="3724748" cy="3724748"/>
        </a:xfrm>
        <a:prstGeom prst="pie">
          <a:avLst>
            <a:gd name="adj1" fmla="val 16200000"/>
            <a:gd name="adj2" fmla="val 1800000"/>
          </a:avLst>
        </a:prstGeom>
        <a:solidFill>
          <a:schemeClr val="accent6">
            <a:shade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0" tIns="31750" rIns="31750" bIns="31750" numCol="1" spcCol="1270" anchor="ctr" anchorCtr="0">
          <a:noAutofit/>
        </a:bodyPr>
        <a:lstStyle/>
        <a:p>
          <a:pPr lvl="0" algn="ctr" defTabSz="1111250" rtl="1">
            <a:lnSpc>
              <a:spcPct val="90000"/>
            </a:lnSpc>
            <a:spcBef>
              <a:spcPct val="0"/>
            </a:spcBef>
            <a:spcAft>
              <a:spcPct val="35000"/>
            </a:spcAft>
          </a:pPr>
          <a:r>
            <a:rPr lang="he-IL" sz="2500" b="1" kern="1200" dirty="0"/>
            <a:t>צוות מניעת הדרדרות</a:t>
          </a:r>
        </a:p>
      </dsp:txBody>
      <dsp:txXfrm>
        <a:off x="3480842" y="986614"/>
        <a:ext cx="1263753" cy="1241582"/>
      </dsp:txXfrm>
    </dsp:sp>
    <dsp:sp modelId="{AFE94A91-87D7-4D82-B60A-EAEA25BF2780}">
      <dsp:nvSpPr>
        <dsp:cNvPr id="0" name=""/>
        <dsp:cNvSpPr/>
      </dsp:nvSpPr>
      <dsp:spPr>
        <a:xfrm>
          <a:off x="1263730" y="410165"/>
          <a:ext cx="3724748" cy="3724748"/>
        </a:xfrm>
        <a:prstGeom prst="pie">
          <a:avLst>
            <a:gd name="adj1" fmla="val 1800000"/>
            <a:gd name="adj2" fmla="val 9000000"/>
          </a:avLst>
        </a:prstGeom>
        <a:solidFill>
          <a:schemeClr val="accent6">
            <a:shade val="50000"/>
            <a:hueOff val="-132255"/>
            <a:satOff val="-1963"/>
            <a:lumOff val="26895"/>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0" tIns="31750" rIns="31750" bIns="31750" numCol="1" spcCol="1270" anchor="ctr" anchorCtr="0">
          <a:noAutofit/>
        </a:bodyPr>
        <a:lstStyle/>
        <a:p>
          <a:pPr lvl="0" algn="ctr" defTabSz="1111250" rtl="1">
            <a:lnSpc>
              <a:spcPct val="90000"/>
            </a:lnSpc>
            <a:spcBef>
              <a:spcPct val="0"/>
            </a:spcBef>
            <a:spcAft>
              <a:spcPct val="35000"/>
            </a:spcAft>
          </a:pPr>
          <a:r>
            <a:rPr lang="he-IL" sz="2500" b="1" kern="1200" dirty="0"/>
            <a:t>צוות דאטה </a:t>
          </a:r>
          <a:r>
            <a:rPr lang="he-IL" sz="2500" b="1" kern="1200" dirty="0" err="1"/>
            <a:t>ודיגיטל</a:t>
          </a:r>
          <a:endParaRPr lang="he-IL" sz="2500" b="1" kern="1200" dirty="0"/>
        </a:p>
      </dsp:txBody>
      <dsp:txXfrm>
        <a:off x="2283601" y="2760304"/>
        <a:ext cx="1685005" cy="1152898"/>
      </dsp:txXfrm>
    </dsp:sp>
    <dsp:sp modelId="{E1B3BE87-1C41-4F22-AFE5-BEF71F0CF142}">
      <dsp:nvSpPr>
        <dsp:cNvPr id="0" name=""/>
        <dsp:cNvSpPr/>
      </dsp:nvSpPr>
      <dsp:spPr>
        <a:xfrm>
          <a:off x="1263730" y="410165"/>
          <a:ext cx="3724748" cy="3724748"/>
        </a:xfrm>
        <a:prstGeom prst="pie">
          <a:avLst>
            <a:gd name="adj1" fmla="val 9000000"/>
            <a:gd name="adj2" fmla="val 16200000"/>
          </a:avLst>
        </a:prstGeom>
        <a:solidFill>
          <a:schemeClr val="accent6">
            <a:shade val="50000"/>
            <a:hueOff val="-132255"/>
            <a:satOff val="-1963"/>
            <a:lumOff val="26895"/>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0" tIns="31750" rIns="31750" bIns="31750" numCol="1" spcCol="1270" anchor="ctr" anchorCtr="0">
          <a:noAutofit/>
        </a:bodyPr>
        <a:lstStyle/>
        <a:p>
          <a:pPr lvl="0" algn="ctr" defTabSz="1111250" rtl="1">
            <a:lnSpc>
              <a:spcPct val="90000"/>
            </a:lnSpc>
            <a:spcBef>
              <a:spcPct val="0"/>
            </a:spcBef>
            <a:spcAft>
              <a:spcPct val="35000"/>
            </a:spcAft>
          </a:pPr>
          <a:r>
            <a:rPr lang="he-IL" sz="2500" b="1" kern="1200" dirty="0"/>
            <a:t>צוות רשויות</a:t>
          </a:r>
        </a:p>
        <a:p>
          <a:pPr lvl="0" algn="ctr" defTabSz="1111250" rtl="1">
            <a:lnSpc>
              <a:spcPct val="90000"/>
            </a:lnSpc>
            <a:spcBef>
              <a:spcPct val="0"/>
            </a:spcBef>
            <a:spcAft>
              <a:spcPct val="35000"/>
            </a:spcAft>
          </a:pPr>
          <a:r>
            <a:rPr lang="he-IL" sz="2500" b="1" kern="1200" dirty="0">
              <a:solidFill>
                <a:schemeClr val="bg1"/>
              </a:solidFill>
            </a:rPr>
            <a:t>מקומיות</a:t>
          </a:r>
        </a:p>
      </dsp:txBody>
      <dsp:txXfrm>
        <a:off x="1662810" y="1141812"/>
        <a:ext cx="1263753" cy="124158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9A0742-A04B-405D-851A-7682FA4B1E80}">
      <dsp:nvSpPr>
        <dsp:cNvPr id="0" name=""/>
        <dsp:cNvSpPr/>
      </dsp:nvSpPr>
      <dsp:spPr>
        <a:xfrm>
          <a:off x="938868" y="299310"/>
          <a:ext cx="3724748" cy="3724748"/>
        </a:xfrm>
        <a:prstGeom prst="pie">
          <a:avLst>
            <a:gd name="adj1" fmla="val 16200000"/>
            <a:gd name="adj2" fmla="val 1800000"/>
          </a:avLst>
        </a:prstGeom>
        <a:solidFill>
          <a:schemeClr val="accent6">
            <a:shade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r>
            <a:rPr lang="he-IL" sz="2800" b="1" kern="1200" dirty="0"/>
            <a:t>צוות דאטה </a:t>
          </a:r>
          <a:r>
            <a:rPr lang="he-IL" sz="2800" b="1" kern="1200" dirty="0" err="1"/>
            <a:t>ודיגיטל</a:t>
          </a:r>
          <a:endParaRPr lang="he-IL" sz="2800" b="1" kern="1200" dirty="0"/>
        </a:p>
      </dsp:txBody>
      <dsp:txXfrm>
        <a:off x="2963978" y="986614"/>
        <a:ext cx="1263753" cy="1241582"/>
      </dsp:txXfrm>
    </dsp:sp>
    <dsp:sp modelId="{AFE94A91-87D7-4D82-B60A-EAEA25BF2780}">
      <dsp:nvSpPr>
        <dsp:cNvPr id="0" name=""/>
        <dsp:cNvSpPr/>
      </dsp:nvSpPr>
      <dsp:spPr>
        <a:xfrm>
          <a:off x="746866" y="410165"/>
          <a:ext cx="3724748" cy="3724748"/>
        </a:xfrm>
        <a:prstGeom prst="pie">
          <a:avLst>
            <a:gd name="adj1" fmla="val 1800000"/>
            <a:gd name="adj2" fmla="val 9000000"/>
          </a:avLst>
        </a:prstGeom>
        <a:solidFill>
          <a:schemeClr val="accent6">
            <a:shade val="50000"/>
            <a:hueOff val="-132255"/>
            <a:satOff val="-1963"/>
            <a:lumOff val="26895"/>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r>
            <a:rPr lang="he-IL" sz="2800" b="1" kern="1200" dirty="0"/>
            <a:t>צוות מניעת התדרדרות</a:t>
          </a:r>
        </a:p>
      </dsp:txBody>
      <dsp:txXfrm>
        <a:off x="1766738" y="2760304"/>
        <a:ext cx="1685005" cy="1152898"/>
      </dsp:txXfrm>
    </dsp:sp>
    <dsp:sp modelId="{E1B3BE87-1C41-4F22-AFE5-BEF71F0CF142}">
      <dsp:nvSpPr>
        <dsp:cNvPr id="0" name=""/>
        <dsp:cNvSpPr/>
      </dsp:nvSpPr>
      <dsp:spPr>
        <a:xfrm>
          <a:off x="746866" y="410165"/>
          <a:ext cx="3724748" cy="3724748"/>
        </a:xfrm>
        <a:prstGeom prst="pie">
          <a:avLst>
            <a:gd name="adj1" fmla="val 9000000"/>
            <a:gd name="adj2" fmla="val 16200000"/>
          </a:avLst>
        </a:prstGeom>
        <a:solidFill>
          <a:schemeClr val="accent6">
            <a:shade val="50000"/>
            <a:hueOff val="-132255"/>
            <a:satOff val="-1963"/>
            <a:lumOff val="26895"/>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rtl="1">
            <a:lnSpc>
              <a:spcPct val="90000"/>
            </a:lnSpc>
            <a:spcBef>
              <a:spcPct val="0"/>
            </a:spcBef>
            <a:spcAft>
              <a:spcPct val="35000"/>
            </a:spcAft>
          </a:pPr>
          <a:r>
            <a:rPr lang="he-IL" sz="2400" b="1" kern="1200" dirty="0"/>
            <a:t>צוות רשויות</a:t>
          </a:r>
        </a:p>
        <a:p>
          <a:pPr lvl="0" algn="ctr" defTabSz="1066800" rtl="1">
            <a:lnSpc>
              <a:spcPct val="90000"/>
            </a:lnSpc>
            <a:spcBef>
              <a:spcPct val="0"/>
            </a:spcBef>
            <a:spcAft>
              <a:spcPct val="35000"/>
            </a:spcAft>
          </a:pPr>
          <a:r>
            <a:rPr lang="he-IL" sz="2400" b="1" kern="1200" dirty="0">
              <a:solidFill>
                <a:schemeClr val="bg1"/>
              </a:solidFill>
            </a:rPr>
            <a:t>מקומיות</a:t>
          </a:r>
        </a:p>
      </dsp:txBody>
      <dsp:txXfrm>
        <a:off x="1145947" y="1141812"/>
        <a:ext cx="1263753" cy="124158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9A0742-A04B-405D-851A-7682FA4B1E80}">
      <dsp:nvSpPr>
        <dsp:cNvPr id="0" name=""/>
        <dsp:cNvSpPr/>
      </dsp:nvSpPr>
      <dsp:spPr>
        <a:xfrm>
          <a:off x="1079384" y="299310"/>
          <a:ext cx="3724748" cy="3724748"/>
        </a:xfrm>
        <a:prstGeom prst="pie">
          <a:avLst>
            <a:gd name="adj1" fmla="val 16200000"/>
            <a:gd name="adj2" fmla="val 1800000"/>
          </a:avLst>
        </a:prstGeom>
        <a:solidFill>
          <a:schemeClr val="accent6">
            <a:shade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lvl="0" algn="ctr" defTabSz="2889250" rtl="1">
            <a:lnSpc>
              <a:spcPct val="90000"/>
            </a:lnSpc>
            <a:spcBef>
              <a:spcPct val="0"/>
            </a:spcBef>
            <a:spcAft>
              <a:spcPct val="35000"/>
            </a:spcAft>
          </a:pPr>
          <a:endParaRPr lang="he-IL" sz="6500" b="1" kern="1200" dirty="0"/>
        </a:p>
      </dsp:txBody>
      <dsp:txXfrm>
        <a:off x="3104494" y="986614"/>
        <a:ext cx="1263753" cy="1241582"/>
      </dsp:txXfrm>
    </dsp:sp>
    <dsp:sp modelId="{AFE94A91-87D7-4D82-B60A-EAEA25BF2780}">
      <dsp:nvSpPr>
        <dsp:cNvPr id="0" name=""/>
        <dsp:cNvSpPr/>
      </dsp:nvSpPr>
      <dsp:spPr>
        <a:xfrm>
          <a:off x="887382" y="410165"/>
          <a:ext cx="3724748" cy="3724748"/>
        </a:xfrm>
        <a:prstGeom prst="pie">
          <a:avLst>
            <a:gd name="adj1" fmla="val 1800000"/>
            <a:gd name="adj2" fmla="val 9000000"/>
          </a:avLst>
        </a:prstGeom>
        <a:solidFill>
          <a:schemeClr val="accent6">
            <a:shade val="50000"/>
            <a:hueOff val="-132255"/>
            <a:satOff val="-1963"/>
            <a:lumOff val="26895"/>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rtl="1">
            <a:lnSpc>
              <a:spcPct val="90000"/>
            </a:lnSpc>
            <a:spcBef>
              <a:spcPct val="0"/>
            </a:spcBef>
            <a:spcAft>
              <a:spcPct val="35000"/>
            </a:spcAft>
          </a:pPr>
          <a:r>
            <a:rPr lang="he-IL" sz="2000" b="1" kern="1200" dirty="0"/>
            <a:t>צוות מניעת התדרדרות</a:t>
          </a:r>
        </a:p>
      </dsp:txBody>
      <dsp:txXfrm>
        <a:off x="1907253" y="2760304"/>
        <a:ext cx="1685005" cy="1152898"/>
      </dsp:txXfrm>
    </dsp:sp>
    <dsp:sp modelId="{E1B3BE87-1C41-4F22-AFE5-BEF71F0CF142}">
      <dsp:nvSpPr>
        <dsp:cNvPr id="0" name=""/>
        <dsp:cNvSpPr/>
      </dsp:nvSpPr>
      <dsp:spPr>
        <a:xfrm>
          <a:off x="887382" y="410165"/>
          <a:ext cx="3724748" cy="3724748"/>
        </a:xfrm>
        <a:prstGeom prst="pie">
          <a:avLst>
            <a:gd name="adj1" fmla="val 9000000"/>
            <a:gd name="adj2" fmla="val 16200000"/>
          </a:avLst>
        </a:prstGeom>
        <a:solidFill>
          <a:schemeClr val="accent6">
            <a:shade val="50000"/>
            <a:hueOff val="-132255"/>
            <a:satOff val="-1963"/>
            <a:lumOff val="26895"/>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rtl="1">
            <a:lnSpc>
              <a:spcPct val="90000"/>
            </a:lnSpc>
            <a:spcBef>
              <a:spcPct val="0"/>
            </a:spcBef>
            <a:spcAft>
              <a:spcPct val="35000"/>
            </a:spcAft>
          </a:pPr>
          <a:r>
            <a:rPr lang="he-IL" sz="2000" b="1" kern="1200" dirty="0">
              <a:solidFill>
                <a:schemeClr val="bg1"/>
              </a:solidFill>
            </a:rPr>
            <a:t>צוות דאטה </a:t>
          </a:r>
          <a:r>
            <a:rPr lang="he-IL" sz="2000" b="1" kern="1200" dirty="0" err="1">
              <a:solidFill>
                <a:schemeClr val="bg1"/>
              </a:solidFill>
            </a:rPr>
            <a:t>ודיגיטל</a:t>
          </a:r>
          <a:endParaRPr lang="he-IL" sz="2000" b="1" kern="1200" dirty="0">
            <a:solidFill>
              <a:schemeClr val="bg1"/>
            </a:solidFill>
          </a:endParaRPr>
        </a:p>
      </dsp:txBody>
      <dsp:txXfrm>
        <a:off x="1286462" y="1141812"/>
        <a:ext cx="1263753" cy="1241582"/>
      </dsp:txXfrm>
    </dsp:sp>
  </dsp:spTree>
</dsp:drawing>
</file>

<file path=ppt/diagrams/layout1.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2.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3.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4.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6F877568-F826-45EE-9E4D-63523E7E50F4}" type="datetimeFigureOut">
              <a:rPr lang="he-IL" smtClean="0"/>
              <a:t>א'/אדר ב/תשפ"ד</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77721E39-691C-4FB0-997D-287D693C24EC}" type="slidenum">
              <a:rPr lang="he-IL" smtClean="0"/>
              <a:t>‹#›</a:t>
            </a:fld>
            <a:endParaRPr lang="he-IL"/>
          </a:p>
        </p:txBody>
      </p:sp>
    </p:spTree>
    <p:extLst>
      <p:ext uri="{BB962C8B-B14F-4D97-AF65-F5344CB8AC3E}">
        <p14:creationId xmlns:p14="http://schemas.microsoft.com/office/powerpoint/2010/main" val="4091346273"/>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Shape 279"/>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80" name="Shape 280"/>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40235933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a:xfrm>
            <a:off x="19050" y="742950"/>
            <a:ext cx="6604000" cy="3714750"/>
          </a:xfrm>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AD4F9E3-3465-4B55-ABAD-482BF71E4F58}"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David" pitchFamily="2" charset="-79"/>
            </a:endParaRPr>
          </a:p>
        </p:txBody>
      </p:sp>
    </p:spTree>
    <p:extLst>
      <p:ext uri="{BB962C8B-B14F-4D97-AF65-F5344CB8AC3E}">
        <p14:creationId xmlns:p14="http://schemas.microsoft.com/office/powerpoint/2010/main" val="14374829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200" dirty="0">
                <a:solidFill>
                  <a:srgbClr val="262626"/>
                </a:solidFill>
                <a:effectLst/>
                <a:ea typeface="Calibri" panose="020F0502020204030204" pitchFamily="34" charset="0"/>
                <a:cs typeface="David" panose="020E0502060401010101" pitchFamily="34" charset="-79"/>
              </a:rPr>
              <a:t>*(אפשר להגיד את הערה הזאת גם במצגות 14 ו15)בנושא הזקנה קיימת פרגמנטציה בין עבודת משרדי הממשלה סביב האוכלוסייה המזדקנת. בדומה לכל העולם, הפרגמנטציה הזאת נובעת מהבדלים בין הגורמים השונים כגון תחומי אחריות, גישות ותפיסות מקצועיות, אמצעי התערבות, שפה מקצועית, תקציבים ועוד. כאמור</a:t>
            </a:r>
            <a:r>
              <a:rPr lang="he-IL" sz="1200" u="sng" dirty="0">
                <a:solidFill>
                  <a:srgbClr val="008080"/>
                </a:solidFill>
                <a:effectLst/>
                <a:ea typeface="Calibri" panose="020F0502020204030204" pitchFamily="34" charset="0"/>
                <a:cs typeface="David" panose="020E0502060401010101" pitchFamily="34" charset="-79"/>
              </a:rPr>
              <a:t>,</a:t>
            </a:r>
            <a:r>
              <a:rPr lang="he-IL" sz="1200" dirty="0">
                <a:solidFill>
                  <a:srgbClr val="262626"/>
                </a:solidFill>
                <a:effectLst/>
                <a:ea typeface="Calibri" panose="020F0502020204030204" pitchFamily="34" charset="0"/>
                <a:cs typeface="David" panose="020E0502060401010101" pitchFamily="34" charset="-79"/>
              </a:rPr>
              <a:t> בישראל האחריות המיניסטריאלית לטיפול באזרחים הוותיקים נחלקת בין כמה משרדי ממשלה (</a:t>
            </a:r>
            <a:r>
              <a:rPr lang="he-IL" sz="1200" dirty="0">
                <a:solidFill>
                  <a:srgbClr val="262626"/>
                </a:solidFill>
                <a:effectLst/>
                <a:highlight>
                  <a:srgbClr val="FFFF00"/>
                </a:highlight>
                <a:ea typeface="Calibri" panose="020F0502020204030204" pitchFamily="34" charset="0"/>
                <a:cs typeface="David" panose="020E0502060401010101" pitchFamily="34" charset="-79"/>
              </a:rPr>
              <a:t>משרד העבודה, הרווחה והשירותים החברתיים, משרד הבריאות, המשרד לשוויון חברתי, המוסד לביטוח לאומי, משרד העלייה והקליטה ומשרד הבינוי והשיכון</a:t>
            </a:r>
            <a:r>
              <a:rPr lang="en-US" sz="1200" dirty="0">
                <a:solidFill>
                  <a:srgbClr val="262626"/>
                </a:solidFill>
                <a:effectLst/>
                <a:highlight>
                  <a:srgbClr val="FFFF00"/>
                </a:highlight>
                <a:latin typeface="David" panose="020E0502060401010101" pitchFamily="34" charset="-79"/>
                <a:ea typeface="Calibri" panose="020F0502020204030204" pitchFamily="34" charset="0"/>
              </a:rPr>
              <a:t>(</a:t>
            </a:r>
            <a:r>
              <a:rPr lang="he-IL" sz="1200" dirty="0">
                <a:solidFill>
                  <a:srgbClr val="262626"/>
                </a:solidFill>
                <a:effectLst/>
                <a:latin typeface="David" panose="020E0502060401010101" pitchFamily="34" charset="-79"/>
                <a:ea typeface="Calibri" panose="020F0502020204030204" pitchFamily="34" charset="0"/>
              </a:rPr>
              <a:t>. הפיצול קיים גם ברמה המקומית </a:t>
            </a:r>
            <a:r>
              <a:rPr lang="en-US" sz="1200" dirty="0">
                <a:solidFill>
                  <a:srgbClr val="262626"/>
                </a:solidFill>
                <a:effectLst/>
                <a:latin typeface="David" panose="020E0502060401010101" pitchFamily="34" charset="-79"/>
                <a:ea typeface="Calibri" panose="020F0502020204030204" pitchFamily="34" charset="0"/>
              </a:rPr>
              <a:t>–</a:t>
            </a:r>
            <a:r>
              <a:rPr lang="he-IL" sz="1200" dirty="0">
                <a:solidFill>
                  <a:srgbClr val="262626"/>
                </a:solidFill>
                <a:effectLst/>
                <a:latin typeface="David" panose="020E0502060401010101" pitchFamily="34" charset="-79"/>
                <a:ea typeface="Calibri" panose="020F0502020204030204" pitchFamily="34" charset="0"/>
              </a:rPr>
              <a:t> בין קופות החולים, המחלקות לשירותים חברתיים ברשויות, המוסד לביטוח לאומי ועוד</a:t>
            </a:r>
            <a:r>
              <a:rPr lang="en-US" sz="1200" dirty="0">
                <a:solidFill>
                  <a:srgbClr val="262626"/>
                </a:solidFill>
                <a:effectLst/>
                <a:latin typeface="David" panose="020E0502060401010101" pitchFamily="34" charset="-79"/>
                <a:ea typeface="Calibri" panose="020F0502020204030204" pitchFamily="34" charset="0"/>
              </a:rPr>
              <a:t>.</a:t>
            </a:r>
            <a:r>
              <a:rPr lang="he-IL" sz="1200" strike="sngStrike" dirty="0">
                <a:solidFill>
                  <a:srgbClr val="FF0000"/>
                </a:solidFill>
                <a:effectLst/>
                <a:latin typeface="David" panose="020E0502060401010101" pitchFamily="34" charset="-79"/>
                <a:ea typeface="Calibri" panose="020F0502020204030204" pitchFamily="34" charset="0"/>
              </a:rPr>
              <a:t> </a:t>
            </a:r>
            <a:r>
              <a:rPr lang="he-IL" sz="1200" dirty="0">
                <a:solidFill>
                  <a:srgbClr val="262626"/>
                </a:solidFill>
                <a:effectLst/>
                <a:latin typeface="David" panose="020E0502060401010101" pitchFamily="34" charset="-79"/>
                <a:ea typeface="Calibri" panose="020F0502020204030204" pitchFamily="34" charset="0"/>
              </a:rPr>
              <a:t>הזקן ומשפחתו נאלצים להתרוצץ בין גופים שנותנים שירותים וטיפולים שונים על פי ההסדרים שנקבעו, ונאלצים להתמודד עם חוסר התיאום גם בנסיבות מורכבות יותר, למשל במצבים של הידרדרות תפקודית המצריכה התאמת שירותים חדשים לזקן על פי זכאותו. הכפילויות וחוסר התיאום גורמים למשק בזבוז משאבים ונזקים ראו למשל את הפיצול בנושא שירותי הסיעוד</a:t>
            </a:r>
            <a:endParaRPr lang="he-IL" dirty="0"/>
          </a:p>
          <a:p>
            <a:endParaRPr lang="he-IL" dirty="0"/>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BD3F25B-2F20-4A27-8530-8712146B00E4}"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he-IL" sz="12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7792728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6D436334-35F7-4B63-549C-9284BC7E2B28}"/>
            </a:ext>
          </a:extLst>
        </p:cNvPr>
        <p:cNvGrpSpPr/>
        <p:nvPr/>
      </p:nvGrpSpPr>
      <p:grpSpPr>
        <a:xfrm>
          <a:off x="0" y="0"/>
          <a:ext cx="0" cy="0"/>
          <a:chOff x="0" y="0"/>
          <a:chExt cx="0" cy="0"/>
        </a:xfrm>
      </p:grpSpPr>
      <p:sp>
        <p:nvSpPr>
          <p:cNvPr id="279" name="Shape 279">
            <a:extLst>
              <a:ext uri="{FF2B5EF4-FFF2-40B4-BE49-F238E27FC236}">
                <a16:creationId xmlns:a16="http://schemas.microsoft.com/office/drawing/2014/main" id="{01572CB6-1E89-8648-F401-CEC25B8BA004}"/>
              </a:ext>
            </a:extLst>
          </p:cNvPr>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80" name="Shape 280">
            <a:extLst>
              <a:ext uri="{FF2B5EF4-FFF2-40B4-BE49-F238E27FC236}">
                <a16:creationId xmlns:a16="http://schemas.microsoft.com/office/drawing/2014/main" id="{5A63A44D-DE9E-3370-67ED-BEEB5EB298E6}"/>
              </a:ext>
            </a:extLst>
          </p:cNvPr>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17164341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6D436334-35F7-4B63-549C-9284BC7E2B28}"/>
            </a:ext>
          </a:extLst>
        </p:cNvPr>
        <p:cNvGrpSpPr/>
        <p:nvPr/>
      </p:nvGrpSpPr>
      <p:grpSpPr>
        <a:xfrm>
          <a:off x="0" y="0"/>
          <a:ext cx="0" cy="0"/>
          <a:chOff x="0" y="0"/>
          <a:chExt cx="0" cy="0"/>
        </a:xfrm>
      </p:grpSpPr>
      <p:sp>
        <p:nvSpPr>
          <p:cNvPr id="279" name="Shape 279">
            <a:extLst>
              <a:ext uri="{FF2B5EF4-FFF2-40B4-BE49-F238E27FC236}">
                <a16:creationId xmlns:a16="http://schemas.microsoft.com/office/drawing/2014/main" id="{01572CB6-1E89-8648-F401-CEC25B8BA004}"/>
              </a:ext>
            </a:extLst>
          </p:cNvPr>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80" name="Shape 280">
            <a:extLst>
              <a:ext uri="{FF2B5EF4-FFF2-40B4-BE49-F238E27FC236}">
                <a16:creationId xmlns:a16="http://schemas.microsoft.com/office/drawing/2014/main" id="{5A63A44D-DE9E-3370-67ED-BEEB5EB298E6}"/>
              </a:ext>
            </a:extLst>
          </p:cNvPr>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31266502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3546492E-3659-0EDF-8181-0B5D1C274488}"/>
            </a:ext>
          </a:extLst>
        </p:cNvPr>
        <p:cNvGrpSpPr/>
        <p:nvPr/>
      </p:nvGrpSpPr>
      <p:grpSpPr>
        <a:xfrm>
          <a:off x="0" y="0"/>
          <a:ext cx="0" cy="0"/>
          <a:chOff x="0" y="0"/>
          <a:chExt cx="0" cy="0"/>
        </a:xfrm>
      </p:grpSpPr>
      <p:sp>
        <p:nvSpPr>
          <p:cNvPr id="279" name="Shape 279">
            <a:extLst>
              <a:ext uri="{FF2B5EF4-FFF2-40B4-BE49-F238E27FC236}">
                <a16:creationId xmlns:a16="http://schemas.microsoft.com/office/drawing/2014/main" id="{E7E06D58-AA72-1E98-1EE6-8EEFB651114B}"/>
              </a:ext>
            </a:extLst>
          </p:cNvPr>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80" name="Shape 280">
            <a:extLst>
              <a:ext uri="{FF2B5EF4-FFF2-40B4-BE49-F238E27FC236}">
                <a16:creationId xmlns:a16="http://schemas.microsoft.com/office/drawing/2014/main" id="{57632AC3-C5FA-45BE-7763-22E843B89EA8}"/>
              </a:ext>
            </a:extLst>
          </p:cNvPr>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4411507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88FD3C81-D5AC-1DF4-DA37-5E4A0212F258}"/>
            </a:ext>
          </a:extLst>
        </p:cNvPr>
        <p:cNvGrpSpPr/>
        <p:nvPr/>
      </p:nvGrpSpPr>
      <p:grpSpPr>
        <a:xfrm>
          <a:off x="0" y="0"/>
          <a:ext cx="0" cy="0"/>
          <a:chOff x="0" y="0"/>
          <a:chExt cx="0" cy="0"/>
        </a:xfrm>
      </p:grpSpPr>
      <p:sp>
        <p:nvSpPr>
          <p:cNvPr id="279" name="Shape 279">
            <a:extLst>
              <a:ext uri="{FF2B5EF4-FFF2-40B4-BE49-F238E27FC236}">
                <a16:creationId xmlns:a16="http://schemas.microsoft.com/office/drawing/2014/main" id="{84DB4ABD-2988-3AA8-7EC9-FD8CABD04A41}"/>
              </a:ext>
            </a:extLst>
          </p:cNvPr>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80" name="Shape 280">
            <a:extLst>
              <a:ext uri="{FF2B5EF4-FFF2-40B4-BE49-F238E27FC236}">
                <a16:creationId xmlns:a16="http://schemas.microsoft.com/office/drawing/2014/main" id="{089C1CB1-3942-E9C6-5A54-AE55BEE4EACA}"/>
              </a:ext>
            </a:extLst>
          </p:cNvPr>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22594661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p:txBody>
          <a:bodyPr/>
          <a:lstStyle/>
          <a:p>
            <a:fld id="{C3D7EC00-42FC-4D28-9DF8-E5ACF5B3C4F8}" type="datetimeFigureOut">
              <a:rPr lang="he-IL" smtClean="0"/>
              <a:t>א'/אדר ב/תשפ"ד</a:t>
            </a:fld>
            <a:endParaRPr lang="he-IL"/>
          </a:p>
        </p:txBody>
      </p:sp>
      <p:sp>
        <p:nvSpPr>
          <p:cNvPr id="5" name="Footer Placeholder 4"/>
          <p:cNvSpPr>
            <a:spLocks noGrp="1"/>
          </p:cNvSpPr>
          <p:nvPr>
            <p:ph type="ftr" sz="quarter" idx="11"/>
          </p:nvPr>
        </p:nvSpPr>
        <p:spPr/>
        <p:txBody>
          <a:bodyPr/>
          <a:lstStyle/>
          <a:p>
            <a:endParaRPr lang="he-IL"/>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23F3018B-AF74-4C63-8A8F-63B5584E6248}" type="slidenum">
              <a:rPr lang="he-IL" smtClean="0"/>
              <a:t>‹#›</a:t>
            </a:fld>
            <a:endParaRPr lang="he-IL"/>
          </a:p>
        </p:txBody>
      </p:sp>
    </p:spTree>
    <p:extLst>
      <p:ext uri="{BB962C8B-B14F-4D97-AF65-F5344CB8AC3E}">
        <p14:creationId xmlns:p14="http://schemas.microsoft.com/office/powerpoint/2010/main" val="4236015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C3D7EC00-42FC-4D28-9DF8-E5ACF5B3C4F8}" type="datetimeFigureOut">
              <a:rPr lang="he-IL" smtClean="0"/>
              <a:t>א'/אדר ב/תשפ"ד</a:t>
            </a:fld>
            <a:endParaRPr lang="he-IL"/>
          </a:p>
        </p:txBody>
      </p:sp>
      <p:sp>
        <p:nvSpPr>
          <p:cNvPr id="5" name="Footer Placeholder 4"/>
          <p:cNvSpPr>
            <a:spLocks noGrp="1"/>
          </p:cNvSpPr>
          <p:nvPr>
            <p:ph type="ftr" sz="quarter" idx="11"/>
          </p:nvPr>
        </p:nvSpPr>
        <p:spPr/>
        <p:txBody>
          <a:bodyPr/>
          <a:lstStyle/>
          <a:p>
            <a:endParaRPr lang="he-IL"/>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3F3018B-AF74-4C63-8A8F-63B5584E6248}" type="slidenum">
              <a:rPr lang="he-IL" smtClean="0"/>
              <a:t>‹#›</a:t>
            </a:fld>
            <a:endParaRPr lang="he-IL"/>
          </a:p>
        </p:txBody>
      </p:sp>
    </p:spTree>
    <p:extLst>
      <p:ext uri="{BB962C8B-B14F-4D97-AF65-F5344CB8AC3E}">
        <p14:creationId xmlns:p14="http://schemas.microsoft.com/office/powerpoint/2010/main" val="2421238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ערוך סגנונות טקסט של תבנית בסיס</a:t>
            </a:r>
          </a:p>
        </p:txBody>
      </p:sp>
      <p:sp>
        <p:nvSpPr>
          <p:cNvPr id="4" name="Date Placeholder 3"/>
          <p:cNvSpPr>
            <a:spLocks noGrp="1"/>
          </p:cNvSpPr>
          <p:nvPr>
            <p:ph type="dt" sz="half" idx="10"/>
          </p:nvPr>
        </p:nvSpPr>
        <p:spPr/>
        <p:txBody>
          <a:bodyPr/>
          <a:lstStyle/>
          <a:p>
            <a:fld id="{C3D7EC00-42FC-4D28-9DF8-E5ACF5B3C4F8}" type="datetimeFigureOut">
              <a:rPr lang="he-IL" smtClean="0"/>
              <a:t>א'/אדר ב/תשפ"ד</a:t>
            </a:fld>
            <a:endParaRPr lang="he-IL"/>
          </a:p>
        </p:txBody>
      </p:sp>
      <p:sp>
        <p:nvSpPr>
          <p:cNvPr id="5" name="Footer Placeholder 4"/>
          <p:cNvSpPr>
            <a:spLocks noGrp="1"/>
          </p:cNvSpPr>
          <p:nvPr>
            <p:ph type="ftr" sz="quarter" idx="11"/>
          </p:nvPr>
        </p:nvSpPr>
        <p:spPr/>
        <p:txBody>
          <a:bodyPr/>
          <a:lstStyle/>
          <a:p>
            <a:endParaRPr lang="he-IL"/>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3F3018B-AF74-4C63-8A8F-63B5584E6248}" type="slidenum">
              <a:rPr lang="he-IL" smtClean="0"/>
              <a:t>‹#›</a:t>
            </a:fld>
            <a:endParaRPr lang="he-IL"/>
          </a:p>
        </p:txBody>
      </p:sp>
    </p:spTree>
    <p:extLst>
      <p:ext uri="{BB962C8B-B14F-4D97-AF65-F5344CB8AC3E}">
        <p14:creationId xmlns:p14="http://schemas.microsoft.com/office/powerpoint/2010/main" val="25214468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C3D7EC00-42FC-4D28-9DF8-E5ACF5B3C4F8}" type="datetimeFigureOut">
              <a:rPr lang="he-IL" smtClean="0"/>
              <a:t>א'/אדר ב/תשפ"ד</a:t>
            </a:fld>
            <a:endParaRPr lang="he-IL"/>
          </a:p>
        </p:txBody>
      </p:sp>
      <p:sp>
        <p:nvSpPr>
          <p:cNvPr id="6" name="Footer Placeholder 5"/>
          <p:cNvSpPr>
            <a:spLocks noGrp="1"/>
          </p:cNvSpPr>
          <p:nvPr>
            <p:ph type="ftr" sz="quarter" idx="11"/>
          </p:nvPr>
        </p:nvSpPr>
        <p:spPr/>
        <p:txBody>
          <a:bodyPr/>
          <a:lstStyle/>
          <a:p>
            <a:endParaRPr lang="he-IL"/>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23F3018B-AF74-4C63-8A8F-63B5584E6248}" type="slidenum">
              <a:rPr lang="he-IL" smtClean="0"/>
              <a:t>‹#›</a:t>
            </a:fld>
            <a:endParaRPr lang="he-IL"/>
          </a:p>
        </p:txBody>
      </p:sp>
    </p:spTree>
    <p:extLst>
      <p:ext uri="{BB962C8B-B14F-4D97-AF65-F5344CB8AC3E}">
        <p14:creationId xmlns:p14="http://schemas.microsoft.com/office/powerpoint/2010/main" val="3478300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C3D7EC00-42FC-4D28-9DF8-E5ACF5B3C4F8}" type="datetimeFigureOut">
              <a:rPr lang="he-IL" smtClean="0"/>
              <a:t>א'/אדר ב/תשפ"ד</a:t>
            </a:fld>
            <a:endParaRPr lang="he-IL"/>
          </a:p>
        </p:txBody>
      </p:sp>
      <p:sp>
        <p:nvSpPr>
          <p:cNvPr id="8" name="Footer Placeholder 7"/>
          <p:cNvSpPr>
            <a:spLocks noGrp="1"/>
          </p:cNvSpPr>
          <p:nvPr>
            <p:ph type="ftr" sz="quarter" idx="11"/>
          </p:nvPr>
        </p:nvSpPr>
        <p:spPr/>
        <p:txBody>
          <a:bodyPr/>
          <a:lstStyle/>
          <a:p>
            <a:endParaRPr lang="he-IL"/>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23F3018B-AF74-4C63-8A8F-63B5584E6248}" type="slidenum">
              <a:rPr lang="he-IL" smtClean="0"/>
              <a:t>‹#›</a:t>
            </a:fld>
            <a:endParaRPr lang="he-IL"/>
          </a:p>
        </p:txBody>
      </p:sp>
    </p:spTree>
    <p:extLst>
      <p:ext uri="{BB962C8B-B14F-4D97-AF65-F5344CB8AC3E}">
        <p14:creationId xmlns:p14="http://schemas.microsoft.com/office/powerpoint/2010/main" val="25797361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C3D7EC00-42FC-4D28-9DF8-E5ACF5B3C4F8}" type="datetimeFigureOut">
              <a:rPr lang="he-IL" smtClean="0"/>
              <a:t>א'/אדר ב/תשפ"ד</a:t>
            </a:fld>
            <a:endParaRPr lang="he-IL"/>
          </a:p>
        </p:txBody>
      </p:sp>
      <p:sp>
        <p:nvSpPr>
          <p:cNvPr id="4" name="Footer Placeholder 3"/>
          <p:cNvSpPr>
            <a:spLocks noGrp="1"/>
          </p:cNvSpPr>
          <p:nvPr>
            <p:ph type="ftr" sz="quarter" idx="11"/>
          </p:nvPr>
        </p:nvSpPr>
        <p:spPr/>
        <p:txBody>
          <a:bodyPr/>
          <a:lstStyle/>
          <a:p>
            <a:endParaRPr lang="he-IL"/>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23F3018B-AF74-4C63-8A8F-63B5584E6248}" type="slidenum">
              <a:rPr lang="he-IL" smtClean="0"/>
              <a:t>‹#›</a:t>
            </a:fld>
            <a:endParaRPr lang="he-IL"/>
          </a:p>
        </p:txBody>
      </p:sp>
    </p:spTree>
    <p:extLst>
      <p:ext uri="{BB962C8B-B14F-4D97-AF65-F5344CB8AC3E}">
        <p14:creationId xmlns:p14="http://schemas.microsoft.com/office/powerpoint/2010/main" val="21454769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D7EC00-42FC-4D28-9DF8-E5ACF5B3C4F8}" type="datetimeFigureOut">
              <a:rPr lang="he-IL" smtClean="0"/>
              <a:t>א'/אדר ב/תשפ"ד</a:t>
            </a:fld>
            <a:endParaRPr lang="he-IL"/>
          </a:p>
        </p:txBody>
      </p:sp>
      <p:sp>
        <p:nvSpPr>
          <p:cNvPr id="3" name="Footer Placeholder 2"/>
          <p:cNvSpPr>
            <a:spLocks noGrp="1"/>
          </p:cNvSpPr>
          <p:nvPr>
            <p:ph type="ftr" sz="quarter" idx="11"/>
          </p:nvPr>
        </p:nvSpPr>
        <p:spPr/>
        <p:txBody>
          <a:bodyPr/>
          <a:lstStyle/>
          <a:p>
            <a:endParaRPr lang="he-IL"/>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23F3018B-AF74-4C63-8A8F-63B5584E6248}" type="slidenum">
              <a:rPr lang="he-IL" smtClean="0"/>
              <a:t>‹#›</a:t>
            </a:fld>
            <a:endParaRPr lang="he-IL"/>
          </a:p>
        </p:txBody>
      </p:sp>
    </p:spTree>
    <p:extLst>
      <p:ext uri="{BB962C8B-B14F-4D97-AF65-F5344CB8AC3E}">
        <p14:creationId xmlns:p14="http://schemas.microsoft.com/office/powerpoint/2010/main" val="10814489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5" name="Date Placeholder 4"/>
          <p:cNvSpPr>
            <a:spLocks noGrp="1"/>
          </p:cNvSpPr>
          <p:nvPr>
            <p:ph type="dt" sz="half" idx="10"/>
          </p:nvPr>
        </p:nvSpPr>
        <p:spPr/>
        <p:txBody>
          <a:bodyPr/>
          <a:lstStyle/>
          <a:p>
            <a:fld id="{C3D7EC00-42FC-4D28-9DF8-E5ACF5B3C4F8}" type="datetimeFigureOut">
              <a:rPr lang="he-IL" smtClean="0"/>
              <a:t>א'/אדר ב/תשפ"ד</a:t>
            </a:fld>
            <a:endParaRPr lang="he-IL"/>
          </a:p>
        </p:txBody>
      </p:sp>
      <p:sp>
        <p:nvSpPr>
          <p:cNvPr id="6" name="Footer Placeholder 5"/>
          <p:cNvSpPr>
            <a:spLocks noGrp="1"/>
          </p:cNvSpPr>
          <p:nvPr>
            <p:ph type="ftr" sz="quarter" idx="11"/>
          </p:nvPr>
        </p:nvSpPr>
        <p:spPr/>
        <p:txBody>
          <a:bodyPr/>
          <a:lstStyle/>
          <a:p>
            <a:endParaRPr lang="he-IL"/>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23F3018B-AF74-4C63-8A8F-63B5584E6248}" type="slidenum">
              <a:rPr lang="he-IL" smtClean="0"/>
              <a:t>‹#›</a:t>
            </a:fld>
            <a:endParaRPr lang="he-IL"/>
          </a:p>
        </p:txBody>
      </p:sp>
    </p:spTree>
    <p:extLst>
      <p:ext uri="{BB962C8B-B14F-4D97-AF65-F5344CB8AC3E}">
        <p14:creationId xmlns:p14="http://schemas.microsoft.com/office/powerpoint/2010/main" val="3314624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5" name="Date Placeholder 4"/>
          <p:cNvSpPr>
            <a:spLocks noGrp="1"/>
          </p:cNvSpPr>
          <p:nvPr>
            <p:ph type="dt" sz="half" idx="10"/>
          </p:nvPr>
        </p:nvSpPr>
        <p:spPr/>
        <p:txBody>
          <a:bodyPr/>
          <a:lstStyle/>
          <a:p>
            <a:fld id="{C3D7EC00-42FC-4D28-9DF8-E5ACF5B3C4F8}" type="datetimeFigureOut">
              <a:rPr lang="he-IL" smtClean="0"/>
              <a:t>א'/אדר ב/תשפ"ד</a:t>
            </a:fld>
            <a:endParaRPr lang="he-IL"/>
          </a:p>
        </p:txBody>
      </p:sp>
      <p:sp>
        <p:nvSpPr>
          <p:cNvPr id="6" name="Footer Placeholder 5"/>
          <p:cNvSpPr>
            <a:spLocks noGrp="1"/>
          </p:cNvSpPr>
          <p:nvPr>
            <p:ph type="ftr" sz="quarter" idx="11"/>
          </p:nvPr>
        </p:nvSpPr>
        <p:spPr/>
        <p:txBody>
          <a:bodyPr/>
          <a:lstStyle/>
          <a:p>
            <a:endParaRPr lang="he-IL"/>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3F3018B-AF74-4C63-8A8F-63B5584E6248}" type="slidenum">
              <a:rPr lang="he-IL" smtClean="0"/>
              <a:t>‹#›</a:t>
            </a:fld>
            <a:endParaRPr lang="he-IL"/>
          </a:p>
        </p:txBody>
      </p:sp>
    </p:spTree>
    <p:extLst>
      <p:ext uri="{BB962C8B-B14F-4D97-AF65-F5344CB8AC3E}">
        <p14:creationId xmlns:p14="http://schemas.microsoft.com/office/powerpoint/2010/main" val="38667308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כותרת וכיתוב">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ערוך סגנונות טקסט של תבנית בסיס</a:t>
            </a:r>
          </a:p>
        </p:txBody>
      </p:sp>
      <p:sp>
        <p:nvSpPr>
          <p:cNvPr id="4" name="Date Placeholder 3"/>
          <p:cNvSpPr>
            <a:spLocks noGrp="1"/>
          </p:cNvSpPr>
          <p:nvPr>
            <p:ph type="dt" sz="half" idx="10"/>
          </p:nvPr>
        </p:nvSpPr>
        <p:spPr/>
        <p:txBody>
          <a:bodyPr/>
          <a:lstStyle/>
          <a:p>
            <a:fld id="{C3D7EC00-42FC-4D28-9DF8-E5ACF5B3C4F8}" type="datetimeFigureOut">
              <a:rPr lang="he-IL" smtClean="0"/>
              <a:t>א'/אדר ב/תשפ"ד</a:t>
            </a:fld>
            <a:endParaRPr lang="he-IL"/>
          </a:p>
        </p:txBody>
      </p:sp>
      <p:sp>
        <p:nvSpPr>
          <p:cNvPr id="5" name="Footer Placeholder 4"/>
          <p:cNvSpPr>
            <a:spLocks noGrp="1"/>
          </p:cNvSpPr>
          <p:nvPr>
            <p:ph type="ftr" sz="quarter" idx="11"/>
          </p:nvPr>
        </p:nvSpPr>
        <p:spPr/>
        <p:txBody>
          <a:bodyPr/>
          <a:lstStyle/>
          <a:p>
            <a:endParaRPr lang="he-IL"/>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3F3018B-AF74-4C63-8A8F-63B5584E6248}" type="slidenum">
              <a:rPr lang="he-IL" smtClean="0"/>
              <a:t>‹#›</a:t>
            </a:fld>
            <a:endParaRPr lang="he-IL"/>
          </a:p>
        </p:txBody>
      </p:sp>
    </p:spTree>
    <p:extLst>
      <p:ext uri="{BB962C8B-B14F-4D97-AF65-F5344CB8AC3E}">
        <p14:creationId xmlns:p14="http://schemas.microsoft.com/office/powerpoint/2010/main" val="2800748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ציטוט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he-IL"/>
              <a:t>לחץ כדי לערוך סגנון כותרת של תבנית בסיס</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e-IL"/>
              <a:t>ערוך סגנונות טקסט של תבנית בסיס</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ערוך סגנונות טקסט של תבנית בסיס</a:t>
            </a:r>
          </a:p>
        </p:txBody>
      </p:sp>
      <p:sp>
        <p:nvSpPr>
          <p:cNvPr id="4" name="Date Placeholder 3"/>
          <p:cNvSpPr>
            <a:spLocks noGrp="1"/>
          </p:cNvSpPr>
          <p:nvPr>
            <p:ph type="dt" sz="half" idx="10"/>
          </p:nvPr>
        </p:nvSpPr>
        <p:spPr/>
        <p:txBody>
          <a:bodyPr/>
          <a:lstStyle/>
          <a:p>
            <a:fld id="{C3D7EC00-42FC-4D28-9DF8-E5ACF5B3C4F8}" type="datetimeFigureOut">
              <a:rPr lang="he-IL" smtClean="0"/>
              <a:t>א'/אדר ב/תשפ"ד</a:t>
            </a:fld>
            <a:endParaRPr lang="he-IL"/>
          </a:p>
        </p:txBody>
      </p:sp>
      <p:sp>
        <p:nvSpPr>
          <p:cNvPr id="5" name="Footer Placeholder 4"/>
          <p:cNvSpPr>
            <a:spLocks noGrp="1"/>
          </p:cNvSpPr>
          <p:nvPr>
            <p:ph type="ftr" sz="quarter" idx="11"/>
          </p:nvPr>
        </p:nvSpPr>
        <p:spPr/>
        <p:txBody>
          <a:bodyPr/>
          <a:lstStyle/>
          <a:p>
            <a:endParaRPr lang="he-IL"/>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3F3018B-AF74-4C63-8A8F-63B5584E6248}" type="slidenum">
              <a:rPr lang="he-IL" smtClean="0"/>
              <a:t>‹#›</a:t>
            </a:fld>
            <a:endParaRPr lang="he-IL"/>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3719336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כרטיס שם">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he-IL"/>
              <a:t>לחץ כדי לערוך סגנון כותרת של תבנית בסיס</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he-IL"/>
              <a:t>ערוך סגנונות טקסט של תבנית בסיס</a:t>
            </a:r>
          </a:p>
        </p:txBody>
      </p:sp>
      <p:sp>
        <p:nvSpPr>
          <p:cNvPr id="5" name="Date Placeholder 4"/>
          <p:cNvSpPr>
            <a:spLocks noGrp="1"/>
          </p:cNvSpPr>
          <p:nvPr>
            <p:ph type="dt" sz="half" idx="10"/>
          </p:nvPr>
        </p:nvSpPr>
        <p:spPr/>
        <p:txBody>
          <a:bodyPr/>
          <a:lstStyle/>
          <a:p>
            <a:fld id="{C3D7EC00-42FC-4D28-9DF8-E5ACF5B3C4F8}" type="datetimeFigureOut">
              <a:rPr lang="he-IL" smtClean="0"/>
              <a:t>א'/אדר ב/תשפ"ד</a:t>
            </a:fld>
            <a:endParaRPr lang="he-IL"/>
          </a:p>
        </p:txBody>
      </p:sp>
      <p:sp>
        <p:nvSpPr>
          <p:cNvPr id="6" name="Footer Placeholder 5"/>
          <p:cNvSpPr>
            <a:spLocks noGrp="1"/>
          </p:cNvSpPr>
          <p:nvPr>
            <p:ph type="ftr" sz="quarter" idx="11"/>
          </p:nvPr>
        </p:nvSpPr>
        <p:spPr/>
        <p:txBody>
          <a:bodyPr/>
          <a:lstStyle/>
          <a:p>
            <a:endParaRPr lang="he-IL"/>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3F3018B-AF74-4C63-8A8F-63B5584E6248}" type="slidenum">
              <a:rPr lang="he-IL" smtClean="0"/>
              <a:t>‹#›</a:t>
            </a:fld>
            <a:endParaRPr lang="he-IL"/>
          </a:p>
        </p:txBody>
      </p:sp>
    </p:spTree>
    <p:extLst>
      <p:ext uri="{BB962C8B-B14F-4D97-AF65-F5344CB8AC3E}">
        <p14:creationId xmlns:p14="http://schemas.microsoft.com/office/powerpoint/2010/main" val="31379959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כרטיס שם עם ציטוט">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he-IL"/>
              <a:t>לחץ כדי לערוך סגנון כותרת של תבנית בסיס</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e-IL"/>
              <a:t>ערוך סגנונות טקסט של תבנית בסיס</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he-IL"/>
              <a:t>ערוך סגנונות טקסט של תבנית בסיס</a:t>
            </a:r>
          </a:p>
        </p:txBody>
      </p:sp>
      <p:sp>
        <p:nvSpPr>
          <p:cNvPr id="5" name="Date Placeholder 4"/>
          <p:cNvSpPr>
            <a:spLocks noGrp="1"/>
          </p:cNvSpPr>
          <p:nvPr>
            <p:ph type="dt" sz="half" idx="10"/>
          </p:nvPr>
        </p:nvSpPr>
        <p:spPr/>
        <p:txBody>
          <a:bodyPr/>
          <a:lstStyle/>
          <a:p>
            <a:fld id="{C3D7EC00-42FC-4D28-9DF8-E5ACF5B3C4F8}" type="datetimeFigureOut">
              <a:rPr lang="he-IL" smtClean="0"/>
              <a:t>א'/אדר ב/תשפ"ד</a:t>
            </a:fld>
            <a:endParaRPr lang="he-IL"/>
          </a:p>
        </p:txBody>
      </p:sp>
      <p:sp>
        <p:nvSpPr>
          <p:cNvPr id="6" name="Footer Placeholder 5"/>
          <p:cNvSpPr>
            <a:spLocks noGrp="1"/>
          </p:cNvSpPr>
          <p:nvPr>
            <p:ph type="ftr" sz="quarter" idx="11"/>
          </p:nvPr>
        </p:nvSpPr>
        <p:spPr/>
        <p:txBody>
          <a:bodyPr/>
          <a:lstStyle/>
          <a:p>
            <a:endParaRPr lang="he-IL"/>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3F3018B-AF74-4C63-8A8F-63B5584E6248}" type="slidenum">
              <a:rPr lang="he-IL" smtClean="0"/>
              <a:t>‹#›</a:t>
            </a:fld>
            <a:endParaRPr lang="he-IL"/>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0948319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או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he-IL"/>
              <a:t>לחץ כדי לערוך סגנון כותרת של תבנית בסיס</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e-IL"/>
              <a:t>ערוך סגנונות טקסט של תבנית בסיס</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he-IL"/>
              <a:t>ערוך סגנונות טקסט של תבנית בסיס</a:t>
            </a:r>
          </a:p>
        </p:txBody>
      </p:sp>
      <p:sp>
        <p:nvSpPr>
          <p:cNvPr id="5" name="Date Placeholder 4"/>
          <p:cNvSpPr>
            <a:spLocks noGrp="1"/>
          </p:cNvSpPr>
          <p:nvPr>
            <p:ph type="dt" sz="half" idx="10"/>
          </p:nvPr>
        </p:nvSpPr>
        <p:spPr/>
        <p:txBody>
          <a:bodyPr/>
          <a:lstStyle/>
          <a:p>
            <a:fld id="{C3D7EC00-42FC-4D28-9DF8-E5ACF5B3C4F8}" type="datetimeFigureOut">
              <a:rPr lang="he-IL" smtClean="0"/>
              <a:t>א'/אדר ב/תשפ"ד</a:t>
            </a:fld>
            <a:endParaRPr lang="he-IL"/>
          </a:p>
        </p:txBody>
      </p:sp>
      <p:sp>
        <p:nvSpPr>
          <p:cNvPr id="6" name="Footer Placeholder 5"/>
          <p:cNvSpPr>
            <a:spLocks noGrp="1"/>
          </p:cNvSpPr>
          <p:nvPr>
            <p:ph type="ftr" sz="quarter" idx="11"/>
          </p:nvPr>
        </p:nvSpPr>
        <p:spPr/>
        <p:txBody>
          <a:bodyPr/>
          <a:lstStyle/>
          <a:p>
            <a:endParaRPr lang="he-IL"/>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3F3018B-AF74-4C63-8A8F-63B5584E6248}" type="slidenum">
              <a:rPr lang="he-IL" smtClean="0"/>
              <a:t>‹#›</a:t>
            </a:fld>
            <a:endParaRPr lang="he-IL"/>
          </a:p>
        </p:txBody>
      </p:sp>
    </p:spTree>
    <p:extLst>
      <p:ext uri="{BB962C8B-B14F-4D97-AF65-F5344CB8AC3E}">
        <p14:creationId xmlns:p14="http://schemas.microsoft.com/office/powerpoint/2010/main" val="28282299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ncho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C3D7EC00-42FC-4D28-9DF8-E5ACF5B3C4F8}" type="datetimeFigureOut">
              <a:rPr lang="he-IL" smtClean="0"/>
              <a:t>א'/אדר ב/תשפ"ד</a:t>
            </a:fld>
            <a:endParaRPr lang="he-IL"/>
          </a:p>
        </p:txBody>
      </p:sp>
      <p:sp>
        <p:nvSpPr>
          <p:cNvPr id="5" name="Footer Placeholder 4"/>
          <p:cNvSpPr>
            <a:spLocks noGrp="1"/>
          </p:cNvSpPr>
          <p:nvPr>
            <p:ph type="ftr" sz="quarter" idx="11"/>
          </p:nvPr>
        </p:nvSpPr>
        <p:spPr/>
        <p:txBody>
          <a:bodyPr/>
          <a:lstStyle/>
          <a:p>
            <a:endParaRPr lang="he-IL"/>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3F3018B-AF74-4C63-8A8F-63B5584E6248}" type="slidenum">
              <a:rPr lang="he-IL" smtClean="0"/>
              <a:t>‹#›</a:t>
            </a:fld>
            <a:endParaRPr lang="he-IL"/>
          </a:p>
        </p:txBody>
      </p:sp>
    </p:spTree>
    <p:extLst>
      <p:ext uri="{BB962C8B-B14F-4D97-AF65-F5344CB8AC3E}">
        <p14:creationId xmlns:p14="http://schemas.microsoft.com/office/powerpoint/2010/main" val="24797024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C3D7EC00-42FC-4D28-9DF8-E5ACF5B3C4F8}" type="datetimeFigureOut">
              <a:rPr lang="he-IL" smtClean="0"/>
              <a:t>א'/אדר ב/תשפ"ד</a:t>
            </a:fld>
            <a:endParaRPr lang="he-IL"/>
          </a:p>
        </p:txBody>
      </p:sp>
      <p:sp>
        <p:nvSpPr>
          <p:cNvPr id="5" name="Footer Placeholder 4"/>
          <p:cNvSpPr>
            <a:spLocks noGrp="1"/>
          </p:cNvSpPr>
          <p:nvPr>
            <p:ph type="ftr" sz="quarter" idx="11"/>
          </p:nvPr>
        </p:nvSpPr>
        <p:spPr/>
        <p:txBody>
          <a:bodyPr/>
          <a:lstStyle/>
          <a:p>
            <a:endParaRPr lang="he-IL"/>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3F3018B-AF74-4C63-8A8F-63B5584E6248}" type="slidenum">
              <a:rPr lang="he-IL" smtClean="0"/>
              <a:t>‹#›</a:t>
            </a:fld>
            <a:endParaRPr lang="he-IL"/>
          </a:p>
        </p:txBody>
      </p:sp>
    </p:spTree>
    <p:extLst>
      <p:ext uri="{BB962C8B-B14F-4D97-AF65-F5344CB8AC3E}">
        <p14:creationId xmlns:p14="http://schemas.microsoft.com/office/powerpoint/2010/main" val="13690814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705737390"/>
      </p:ext>
    </p:extLst>
  </p:cSld>
  <p:clrMapOvr>
    <a:masterClrMapping/>
  </p:clrMapOvr>
  <p:transition spd="slow">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שקופית כותרת">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56957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0753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1227954319"/>
      </p:ext>
    </p:extLst>
  </p:cSld>
  <p:clrMapOvr>
    <a:masterClrMapping/>
  </p:clrMapOvr>
  <p:transition spd="slow">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1_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0A7289E-A01B-4831-8F11-C8CCC0732A3D}" type="datetimeFigureOut">
              <a:rPr lang="he-IL" smtClean="0"/>
              <a:t>א'/אדר ב/תשפ"ד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16690983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269767949"/>
      </p:ext>
    </p:extLst>
  </p:cSld>
  <p:clrMapOvr>
    <a:masterClrMapping/>
  </p:clrMapOvr>
  <p:transition spd="slow">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65345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57558467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50A7289E-A01B-4831-8F11-C8CCC0732A3D}" type="datetimeFigureOut">
              <a:rPr lang="he-IL" smtClean="0"/>
              <a:t>א'/אדר ב/תשפ"ד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12808201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3809752"/>
      </p:ext>
    </p:extLst>
  </p:cSld>
  <p:clrMapOvr>
    <a:masterClrMapping/>
  </p:clrMapOvr>
  <p:transition>
    <p:fade/>
  </p:transition>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cSld name="1_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א'/אדר ב/תשפ"ד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17090915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Title Content Bold Foot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758A5-D8CF-7C4B-91E5-22A99FEA8173}"/>
              </a:ext>
            </a:extLst>
          </p:cNvPr>
          <p:cNvSpPr>
            <a:spLocks noGrp="1"/>
          </p:cNvSpPr>
          <p:nvPr>
            <p:ph type="title"/>
          </p:nvPr>
        </p:nvSpPr>
        <p:spPr>
          <a:xfrm>
            <a:off x="443030" y="263952"/>
            <a:ext cx="11281809" cy="880636"/>
          </a:xfrm>
          <a:prstGeom prst="rect">
            <a:avLst/>
          </a:prstGeom>
        </p:spPr>
        <p:txBody>
          <a:bodyPr lIns="0" tIns="0" rIns="0" bIns="45720" anchor="t"/>
          <a:lstStyle>
            <a:lvl1pPr>
              <a:lnSpc>
                <a:spcPct val="85000"/>
              </a:lnSpc>
              <a:defRPr sz="3799" b="0" i="0">
                <a:latin typeface="Arial Rounded MT Bold" panose="020F0704030504030204" pitchFamily="34" charset="77"/>
                <a:cs typeface="Arial" panose="020B0604020202020204" pitchFamily="34" charset="0"/>
              </a:defRPr>
            </a:lvl1pPr>
          </a:lstStyle>
          <a:p>
            <a:r>
              <a:rPr lang="he-IL"/>
              <a:t>לחץ כדי לערוך סגנון כותרת של תבנית בסיס</a:t>
            </a:r>
            <a:endParaRPr lang="en-US" dirty="0"/>
          </a:p>
        </p:txBody>
      </p:sp>
      <p:sp>
        <p:nvSpPr>
          <p:cNvPr id="6" name="Text Placeholder 5">
            <a:extLst>
              <a:ext uri="{FF2B5EF4-FFF2-40B4-BE49-F238E27FC236}">
                <a16:creationId xmlns:a16="http://schemas.microsoft.com/office/drawing/2014/main" id="{A7CCC40F-A883-FE45-B522-4ADB03A19CA1}"/>
              </a:ext>
            </a:extLst>
          </p:cNvPr>
          <p:cNvSpPr>
            <a:spLocks noGrp="1"/>
          </p:cNvSpPr>
          <p:nvPr>
            <p:ph type="body" sz="quarter" idx="10"/>
          </p:nvPr>
        </p:nvSpPr>
        <p:spPr>
          <a:xfrm>
            <a:off x="443030" y="1289146"/>
            <a:ext cx="11282125" cy="4378229"/>
          </a:xfrm>
          <a:prstGeom prst="rect">
            <a:avLst/>
          </a:prstGeom>
        </p:spPr>
        <p:txBody>
          <a:bodyPr lIns="0" rIns="0"/>
          <a:lstStyle>
            <a:lvl1pPr marL="0" indent="0">
              <a:lnSpc>
                <a:spcPct val="120000"/>
              </a:lnSpc>
              <a:spcAft>
                <a:spcPts val="300"/>
              </a:spcAft>
              <a:buNone/>
              <a:defRPr b="0" i="0">
                <a:latin typeface="Arial" panose="020B0604020202020204" pitchFamily="34" charset="0"/>
                <a:cs typeface="Arial" panose="020B0604020202020204" pitchFamily="34" charset="0"/>
              </a:defRPr>
            </a:lvl1pPr>
            <a:lvl2pPr marL="685594" indent="-228531">
              <a:lnSpc>
                <a:spcPct val="120000"/>
              </a:lnSpc>
              <a:spcAft>
                <a:spcPts val="300"/>
              </a:spcAft>
              <a:buClr>
                <a:schemeClr val="tx2"/>
              </a:buClr>
              <a:buSzPct val="110000"/>
              <a:buFont typeface="Arial" panose="020B0604020202020204" pitchFamily="34" charset="0"/>
              <a:buChar char="•"/>
              <a:defRPr b="0" i="0">
                <a:latin typeface="Arial" panose="020B0604020202020204" pitchFamily="34" charset="0"/>
                <a:cs typeface="Arial" panose="020B0604020202020204" pitchFamily="34" charset="0"/>
              </a:defRPr>
            </a:lvl2pPr>
            <a:lvl3pPr marL="1142657" indent="-228531">
              <a:lnSpc>
                <a:spcPct val="120000"/>
              </a:lnSpc>
              <a:spcAft>
                <a:spcPts val="300"/>
              </a:spcAft>
              <a:buClr>
                <a:schemeClr val="tx2"/>
              </a:buClr>
              <a:buSzPct val="110000"/>
              <a:buFont typeface="Arial" panose="020B0604020202020204" pitchFamily="34" charset="0"/>
              <a:buChar char="•"/>
              <a:defRPr b="0" i="0">
                <a:latin typeface="Arial" panose="020B0604020202020204" pitchFamily="34" charset="0"/>
                <a:cs typeface="Arial" panose="020B0604020202020204" pitchFamily="34" charset="0"/>
              </a:defRPr>
            </a:lvl3pPr>
            <a:lvl4pPr marL="1599720" indent="-228531">
              <a:lnSpc>
                <a:spcPct val="120000"/>
              </a:lnSpc>
              <a:spcAft>
                <a:spcPts val="300"/>
              </a:spcAft>
              <a:buClr>
                <a:schemeClr val="tx2"/>
              </a:buClr>
              <a:buSzPct val="110000"/>
              <a:buFont typeface="Arial" panose="020B0604020202020204" pitchFamily="34" charset="0"/>
              <a:buChar char="•"/>
              <a:defRPr b="0" i="0">
                <a:latin typeface="Arial" panose="020B0604020202020204" pitchFamily="34" charset="0"/>
                <a:cs typeface="Arial" panose="020B0604020202020204" pitchFamily="34" charset="0"/>
              </a:defRPr>
            </a:lvl4pPr>
            <a:lvl5pPr marL="2056783" indent="-228531">
              <a:lnSpc>
                <a:spcPct val="120000"/>
              </a:lnSpc>
              <a:spcAft>
                <a:spcPts val="300"/>
              </a:spcAft>
              <a:buClr>
                <a:schemeClr val="tx2"/>
              </a:buClr>
              <a:buSzPct val="110000"/>
              <a:buFont typeface="Arial" panose="020B0604020202020204" pitchFamily="34" charset="0"/>
              <a:buChar char="•"/>
              <a:defRPr b="0" i="0">
                <a:latin typeface="Arial" panose="020B0604020202020204" pitchFamily="34" charset="0"/>
                <a:cs typeface="Arial" panose="020B0604020202020204" pitchFamily="34" charset="0"/>
              </a:defRPr>
            </a:lvl5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Rounded Rectangle 6">
            <a:extLst>
              <a:ext uri="{FF2B5EF4-FFF2-40B4-BE49-F238E27FC236}">
                <a16:creationId xmlns:a16="http://schemas.microsoft.com/office/drawing/2014/main" id="{E12E5537-E5C0-C745-AF97-2E51588BDB29}"/>
              </a:ext>
            </a:extLst>
          </p:cNvPr>
          <p:cNvSpPr/>
          <p:nvPr userDrawn="1"/>
        </p:nvSpPr>
        <p:spPr>
          <a:xfrm>
            <a:off x="2" y="6319330"/>
            <a:ext cx="12192000" cy="538673"/>
          </a:xfrm>
          <a:prstGeom prst="roundRect">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0" name="TextBox 9">
            <a:extLst>
              <a:ext uri="{FF2B5EF4-FFF2-40B4-BE49-F238E27FC236}">
                <a16:creationId xmlns:a16="http://schemas.microsoft.com/office/drawing/2014/main" id="{7F74D112-EBB5-494B-945B-BF708C79A04A}"/>
              </a:ext>
            </a:extLst>
          </p:cNvPr>
          <p:cNvSpPr txBox="1"/>
          <p:nvPr userDrawn="1"/>
        </p:nvSpPr>
        <p:spPr>
          <a:xfrm>
            <a:off x="8110042" y="6481681"/>
            <a:ext cx="3629316" cy="184666"/>
          </a:xfrm>
          <a:prstGeom prst="rect">
            <a:avLst/>
          </a:prstGeom>
          <a:noFill/>
        </p:spPr>
        <p:txBody>
          <a:bodyPr wrap="square" lIns="0" tIns="0" rIns="0" bIns="0" rtlCol="0" anchor="ctr">
            <a:spAutoFit/>
          </a:bodyPr>
          <a:lstStyle/>
          <a:p>
            <a:pPr marL="0" indent="0" algn="l">
              <a:tabLst>
                <a:tab pos="790338" algn="l"/>
                <a:tab pos="3593022" algn="r"/>
              </a:tabLst>
            </a:pPr>
            <a:r>
              <a:rPr lang="en-US" sz="800" b="0" i="0" spc="50" baseline="0" dirty="0">
                <a:solidFill>
                  <a:schemeClr val="bg1"/>
                </a:solidFill>
                <a:latin typeface="Arial" panose="020B0604020202020204" pitchFamily="34" charset="0"/>
                <a:cs typeface="Arial" panose="020B0604020202020204" pitchFamily="34" charset="0"/>
              </a:rPr>
              <a:t>	PROPRIETARY AND CONFIDENTIAL</a:t>
            </a:r>
            <a:r>
              <a:rPr lang="en-US" sz="900" b="0" i="0" spc="50" baseline="0" dirty="0">
                <a:solidFill>
                  <a:schemeClr val="bg1"/>
                </a:solidFill>
                <a:latin typeface="Arial" panose="020B0604020202020204" pitchFamily="34" charset="0"/>
                <a:cs typeface="Arial" panose="020B0604020202020204" pitchFamily="34" charset="0"/>
              </a:rPr>
              <a:t>	</a:t>
            </a:r>
            <a:fld id="{D23125F3-EC14-7D43-B92B-F4D0E871587A}" type="slidenum">
              <a:rPr lang="en-US" sz="1200" b="0" i="0" spc="50" baseline="0" smtClean="0">
                <a:solidFill>
                  <a:schemeClr val="bg1"/>
                </a:solidFill>
                <a:latin typeface="Arial" panose="020B0604020202020204" pitchFamily="34" charset="0"/>
                <a:cs typeface="Arial" panose="020B0604020202020204" pitchFamily="34" charset="0"/>
              </a:rPr>
              <a:pPr marL="0" indent="0" algn="l">
                <a:tabLst>
                  <a:tab pos="790338" algn="l"/>
                  <a:tab pos="3593022" algn="r"/>
                </a:tabLst>
              </a:pPr>
              <a:t>‹#›</a:t>
            </a:fld>
            <a:endParaRPr lang="en-US" sz="1200" b="0" i="0" spc="50" baseline="0" dirty="0">
              <a:solidFill>
                <a:schemeClr val="bg1"/>
              </a:solidFill>
              <a:latin typeface="Arial" panose="020B0604020202020204" pitchFamily="34" charset="0"/>
              <a:cs typeface="Arial" panose="020B0604020202020204" pitchFamily="34" charset="0"/>
            </a:endParaRPr>
          </a:p>
        </p:txBody>
      </p:sp>
      <p:pic>
        <p:nvPicPr>
          <p:cNvPr id="12" name="Graphic 11">
            <a:extLst>
              <a:ext uri="{FF2B5EF4-FFF2-40B4-BE49-F238E27FC236}">
                <a16:creationId xmlns:a16="http://schemas.microsoft.com/office/drawing/2014/main" id="{D109F4C6-65C8-174C-A967-B3AB4E41E46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428842" y="6446287"/>
            <a:ext cx="916215" cy="284759"/>
          </a:xfrm>
          <a:prstGeom prst="rect">
            <a:avLst/>
          </a:prstGeom>
        </p:spPr>
      </p:pic>
    </p:spTree>
    <p:extLst>
      <p:ext uri="{BB962C8B-B14F-4D97-AF65-F5344CB8AC3E}">
        <p14:creationId xmlns:p14="http://schemas.microsoft.com/office/powerpoint/2010/main" val="31617820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859238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שקופית כותרת">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095109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290610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475118475"/>
      </p:ext>
    </p:extLst>
  </p:cSld>
  <p:clrMapOvr>
    <a:masterClrMapping/>
  </p:clrMapOvr>
  <p:transition spd="slow">
    <p:wipe dir="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
  <p:cSld name="1_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0A7289E-A01B-4831-8F11-C8CCC0732A3D}" type="datetimeFigureOut">
              <a:rPr lang="he-IL" smtClean="0"/>
              <a:t>א'/אדר ב/תשפ"ד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31573054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187849562"/>
      </p:ext>
    </p:extLst>
  </p:cSld>
  <p:clrMapOvr>
    <a:masterClrMapping/>
  </p:clrMapOvr>
  <p:transition spd="slow">
    <p:wipe dir="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50A7289E-A01B-4831-8F11-C8CCC0732A3D}" type="datetimeFigureOut">
              <a:rPr lang="he-IL" smtClean="0"/>
              <a:t>א'/אדר ב/תשפ"ד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248551927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9648877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615126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50A7289E-A01B-4831-8F11-C8CCC0732A3D}" type="datetimeFigureOut">
              <a:rPr lang="he-IL" smtClean="0"/>
              <a:t>א'/אדר ב/תשפ"ד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189019202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424741"/>
      </p:ext>
    </p:extLst>
  </p:cSld>
  <p:clrMapOvr>
    <a:masterClrMapping/>
  </p:clrMapOvr>
  <p:transition>
    <p:fade/>
  </p:transition>
  <p:hf hd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cSld name="1_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א'/אדר ב/תשפ"ד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97541454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Title Content Bold Foot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758A5-D8CF-7C4B-91E5-22A99FEA8173}"/>
              </a:ext>
            </a:extLst>
          </p:cNvPr>
          <p:cNvSpPr>
            <a:spLocks noGrp="1"/>
          </p:cNvSpPr>
          <p:nvPr>
            <p:ph type="title"/>
          </p:nvPr>
        </p:nvSpPr>
        <p:spPr>
          <a:xfrm>
            <a:off x="443030" y="263952"/>
            <a:ext cx="11281809" cy="880636"/>
          </a:xfrm>
          <a:prstGeom prst="rect">
            <a:avLst/>
          </a:prstGeom>
        </p:spPr>
        <p:txBody>
          <a:bodyPr lIns="0" tIns="0" rIns="0" bIns="45720" anchor="t"/>
          <a:lstStyle>
            <a:lvl1pPr>
              <a:lnSpc>
                <a:spcPct val="85000"/>
              </a:lnSpc>
              <a:defRPr sz="3799" b="0" i="0">
                <a:latin typeface="Arial Rounded MT Bold" panose="020F0704030504030204" pitchFamily="34" charset="77"/>
                <a:cs typeface="Arial" panose="020B0604020202020204" pitchFamily="34" charset="0"/>
              </a:defRPr>
            </a:lvl1pPr>
          </a:lstStyle>
          <a:p>
            <a:r>
              <a:rPr lang="he-IL"/>
              <a:t>לחץ כדי לערוך סגנון כותרת של תבנית בסיס</a:t>
            </a:r>
            <a:endParaRPr lang="en-US" dirty="0"/>
          </a:p>
        </p:txBody>
      </p:sp>
      <p:sp>
        <p:nvSpPr>
          <p:cNvPr id="6" name="Text Placeholder 5">
            <a:extLst>
              <a:ext uri="{FF2B5EF4-FFF2-40B4-BE49-F238E27FC236}">
                <a16:creationId xmlns:a16="http://schemas.microsoft.com/office/drawing/2014/main" id="{A7CCC40F-A883-FE45-B522-4ADB03A19CA1}"/>
              </a:ext>
            </a:extLst>
          </p:cNvPr>
          <p:cNvSpPr>
            <a:spLocks noGrp="1"/>
          </p:cNvSpPr>
          <p:nvPr>
            <p:ph type="body" sz="quarter" idx="10"/>
          </p:nvPr>
        </p:nvSpPr>
        <p:spPr>
          <a:xfrm>
            <a:off x="443030" y="1289146"/>
            <a:ext cx="11282125" cy="4378229"/>
          </a:xfrm>
          <a:prstGeom prst="rect">
            <a:avLst/>
          </a:prstGeom>
        </p:spPr>
        <p:txBody>
          <a:bodyPr lIns="0" rIns="0"/>
          <a:lstStyle>
            <a:lvl1pPr marL="0" indent="0">
              <a:lnSpc>
                <a:spcPct val="120000"/>
              </a:lnSpc>
              <a:spcAft>
                <a:spcPts val="300"/>
              </a:spcAft>
              <a:buNone/>
              <a:defRPr b="0" i="0">
                <a:latin typeface="Arial" panose="020B0604020202020204" pitchFamily="34" charset="0"/>
                <a:cs typeface="Arial" panose="020B0604020202020204" pitchFamily="34" charset="0"/>
              </a:defRPr>
            </a:lvl1pPr>
            <a:lvl2pPr marL="685594" indent="-228531">
              <a:lnSpc>
                <a:spcPct val="120000"/>
              </a:lnSpc>
              <a:spcAft>
                <a:spcPts val="300"/>
              </a:spcAft>
              <a:buClr>
                <a:schemeClr val="tx2"/>
              </a:buClr>
              <a:buSzPct val="110000"/>
              <a:buFont typeface="Arial" panose="020B0604020202020204" pitchFamily="34" charset="0"/>
              <a:buChar char="•"/>
              <a:defRPr b="0" i="0">
                <a:latin typeface="Arial" panose="020B0604020202020204" pitchFamily="34" charset="0"/>
                <a:cs typeface="Arial" panose="020B0604020202020204" pitchFamily="34" charset="0"/>
              </a:defRPr>
            </a:lvl2pPr>
            <a:lvl3pPr marL="1142657" indent="-228531">
              <a:lnSpc>
                <a:spcPct val="120000"/>
              </a:lnSpc>
              <a:spcAft>
                <a:spcPts val="300"/>
              </a:spcAft>
              <a:buClr>
                <a:schemeClr val="tx2"/>
              </a:buClr>
              <a:buSzPct val="110000"/>
              <a:buFont typeface="Arial" panose="020B0604020202020204" pitchFamily="34" charset="0"/>
              <a:buChar char="•"/>
              <a:defRPr b="0" i="0">
                <a:latin typeface="Arial" panose="020B0604020202020204" pitchFamily="34" charset="0"/>
                <a:cs typeface="Arial" panose="020B0604020202020204" pitchFamily="34" charset="0"/>
              </a:defRPr>
            </a:lvl3pPr>
            <a:lvl4pPr marL="1599720" indent="-228531">
              <a:lnSpc>
                <a:spcPct val="120000"/>
              </a:lnSpc>
              <a:spcAft>
                <a:spcPts val="300"/>
              </a:spcAft>
              <a:buClr>
                <a:schemeClr val="tx2"/>
              </a:buClr>
              <a:buSzPct val="110000"/>
              <a:buFont typeface="Arial" panose="020B0604020202020204" pitchFamily="34" charset="0"/>
              <a:buChar char="•"/>
              <a:defRPr b="0" i="0">
                <a:latin typeface="Arial" panose="020B0604020202020204" pitchFamily="34" charset="0"/>
                <a:cs typeface="Arial" panose="020B0604020202020204" pitchFamily="34" charset="0"/>
              </a:defRPr>
            </a:lvl4pPr>
            <a:lvl5pPr marL="2056783" indent="-228531">
              <a:lnSpc>
                <a:spcPct val="120000"/>
              </a:lnSpc>
              <a:spcAft>
                <a:spcPts val="300"/>
              </a:spcAft>
              <a:buClr>
                <a:schemeClr val="tx2"/>
              </a:buClr>
              <a:buSzPct val="110000"/>
              <a:buFont typeface="Arial" panose="020B0604020202020204" pitchFamily="34" charset="0"/>
              <a:buChar char="•"/>
              <a:defRPr b="0" i="0">
                <a:latin typeface="Arial" panose="020B0604020202020204" pitchFamily="34" charset="0"/>
                <a:cs typeface="Arial" panose="020B0604020202020204" pitchFamily="34" charset="0"/>
              </a:defRPr>
            </a:lvl5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Rounded Rectangle 6">
            <a:extLst>
              <a:ext uri="{FF2B5EF4-FFF2-40B4-BE49-F238E27FC236}">
                <a16:creationId xmlns:a16="http://schemas.microsoft.com/office/drawing/2014/main" id="{E12E5537-E5C0-C745-AF97-2E51588BDB29}"/>
              </a:ext>
            </a:extLst>
          </p:cNvPr>
          <p:cNvSpPr/>
          <p:nvPr userDrawn="1"/>
        </p:nvSpPr>
        <p:spPr>
          <a:xfrm>
            <a:off x="2" y="6319330"/>
            <a:ext cx="12192000" cy="538673"/>
          </a:xfrm>
          <a:prstGeom prst="roundRect">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0" name="TextBox 9">
            <a:extLst>
              <a:ext uri="{FF2B5EF4-FFF2-40B4-BE49-F238E27FC236}">
                <a16:creationId xmlns:a16="http://schemas.microsoft.com/office/drawing/2014/main" id="{7F74D112-EBB5-494B-945B-BF708C79A04A}"/>
              </a:ext>
            </a:extLst>
          </p:cNvPr>
          <p:cNvSpPr txBox="1"/>
          <p:nvPr userDrawn="1"/>
        </p:nvSpPr>
        <p:spPr>
          <a:xfrm>
            <a:off x="8110042" y="6481681"/>
            <a:ext cx="3629316" cy="184666"/>
          </a:xfrm>
          <a:prstGeom prst="rect">
            <a:avLst/>
          </a:prstGeom>
          <a:noFill/>
        </p:spPr>
        <p:txBody>
          <a:bodyPr wrap="square" lIns="0" tIns="0" rIns="0" bIns="0" rtlCol="0" anchor="ctr">
            <a:spAutoFit/>
          </a:bodyPr>
          <a:lstStyle/>
          <a:p>
            <a:pPr marL="0" indent="0" algn="l">
              <a:tabLst>
                <a:tab pos="790338" algn="l"/>
                <a:tab pos="3593022" algn="r"/>
              </a:tabLst>
            </a:pPr>
            <a:r>
              <a:rPr lang="en-US" sz="800" b="0" i="0" spc="50" baseline="0" dirty="0">
                <a:solidFill>
                  <a:schemeClr val="bg1"/>
                </a:solidFill>
                <a:latin typeface="Arial" panose="020B0604020202020204" pitchFamily="34" charset="0"/>
                <a:cs typeface="Arial" panose="020B0604020202020204" pitchFamily="34" charset="0"/>
              </a:rPr>
              <a:t>	PROPRIETARY AND CONFIDENTIAL</a:t>
            </a:r>
            <a:r>
              <a:rPr lang="en-US" sz="900" b="0" i="0" spc="50" baseline="0" dirty="0">
                <a:solidFill>
                  <a:schemeClr val="bg1"/>
                </a:solidFill>
                <a:latin typeface="Arial" panose="020B0604020202020204" pitchFamily="34" charset="0"/>
                <a:cs typeface="Arial" panose="020B0604020202020204" pitchFamily="34" charset="0"/>
              </a:rPr>
              <a:t>	</a:t>
            </a:r>
            <a:fld id="{D23125F3-EC14-7D43-B92B-F4D0E871587A}" type="slidenum">
              <a:rPr lang="en-US" sz="1200" b="0" i="0" spc="50" baseline="0" smtClean="0">
                <a:solidFill>
                  <a:schemeClr val="bg1"/>
                </a:solidFill>
                <a:latin typeface="Arial" panose="020B0604020202020204" pitchFamily="34" charset="0"/>
                <a:cs typeface="Arial" panose="020B0604020202020204" pitchFamily="34" charset="0"/>
              </a:rPr>
              <a:pPr marL="0" indent="0" algn="l">
                <a:tabLst>
                  <a:tab pos="790338" algn="l"/>
                  <a:tab pos="3593022" algn="r"/>
                </a:tabLst>
              </a:pPr>
              <a:t>‹#›</a:t>
            </a:fld>
            <a:endParaRPr lang="en-US" sz="1200" b="0" i="0" spc="50" baseline="0" dirty="0">
              <a:solidFill>
                <a:schemeClr val="bg1"/>
              </a:solidFill>
              <a:latin typeface="Arial" panose="020B0604020202020204" pitchFamily="34" charset="0"/>
              <a:cs typeface="Arial" panose="020B0604020202020204" pitchFamily="34" charset="0"/>
            </a:endParaRPr>
          </a:p>
        </p:txBody>
      </p:sp>
      <p:pic>
        <p:nvPicPr>
          <p:cNvPr id="12" name="Graphic 11">
            <a:extLst>
              <a:ext uri="{FF2B5EF4-FFF2-40B4-BE49-F238E27FC236}">
                <a16:creationId xmlns:a16="http://schemas.microsoft.com/office/drawing/2014/main" id="{D109F4C6-65C8-174C-A967-B3AB4E41E46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428842" y="6446287"/>
            <a:ext cx="916215" cy="284759"/>
          </a:xfrm>
          <a:prstGeom prst="rect">
            <a:avLst/>
          </a:prstGeom>
        </p:spPr>
      </p:pic>
    </p:spTree>
    <p:extLst>
      <p:ext uri="{BB962C8B-B14F-4D97-AF65-F5344CB8AC3E}">
        <p14:creationId xmlns:p14="http://schemas.microsoft.com/office/powerpoint/2010/main" val="403377925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4244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theme" Target="../theme/theme2.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C3D7EC00-42FC-4D28-9DF8-E5ACF5B3C4F8}" type="datetimeFigureOut">
              <a:rPr lang="he-IL" smtClean="0"/>
              <a:t>א'/אדר ב/תשפ"ד</a:t>
            </a:fld>
            <a:endParaRPr lang="he-IL"/>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he-IL"/>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23F3018B-AF74-4C63-8A8F-63B5584E6248}" type="slidenum">
              <a:rPr lang="he-IL" smtClean="0"/>
              <a:t>‹#›</a:t>
            </a:fld>
            <a:endParaRPr lang="he-IL"/>
          </a:p>
        </p:txBody>
      </p:sp>
    </p:spTree>
    <p:extLst>
      <p:ext uri="{BB962C8B-B14F-4D97-AF65-F5344CB8AC3E}">
        <p14:creationId xmlns:p14="http://schemas.microsoft.com/office/powerpoint/2010/main" val="2601778985"/>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 id="2147483708" r:id="rId15"/>
    <p:sldLayoutId id="2147483709" r:id="rId16"/>
    <p:sldLayoutId id="2147483710" r:id="rId17"/>
  </p:sldLayoutIdLst>
  <p:txStyles>
    <p:titleStyle>
      <a:lvl1pPr algn="l" defTabSz="457200" rtl="1" eaLnBrk="1" latinLnBrk="0" hangingPunct="1">
        <a:spcBef>
          <a:spcPct val="0"/>
        </a:spcBef>
        <a:buNone/>
        <a:defRPr sz="3600" kern="1200">
          <a:solidFill>
            <a:schemeClr val="tx1">
              <a:lumMod val="85000"/>
              <a:lumOff val="15000"/>
            </a:schemeClr>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342900" indent="-342900" algn="r" defTabSz="457200" rtl="1"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r" defTabSz="457200" rtl="1"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r" defTabSz="457200" rtl="1"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r" defTabSz="457200" rtl="1"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r" defTabSz="457200" rtl="1"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r" defTabSz="457200" rtl="1"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r" defTabSz="457200" rtl="1"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r" defTabSz="457200" rtl="1"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r" defTabSz="457200" rtl="1"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6286208"/>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9" r:id="rId6"/>
    <p:sldLayoutId id="2147483720" r:id="rId7"/>
    <p:sldLayoutId id="2147483721" r:id="rId8"/>
    <p:sldLayoutId id="2147483722" r:id="rId9"/>
    <p:sldLayoutId id="2147483723" r:id="rId10"/>
    <p:sldLayoutId id="2147483724" r:id="rId11"/>
    <p:sldLayoutId id="2147483725" r:id="rId12"/>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8584172"/>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7.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notesSlide" Target="../notesSlides/notesSlide2.xml"/><Relationship Id="rId7" Type="http://schemas.openxmlformats.org/officeDocument/2006/relationships/image" Target="../media/image15.png"/><Relationship Id="rId2" Type="http://schemas.openxmlformats.org/officeDocument/2006/relationships/slideLayout" Target="../slideLayouts/slideLayout35.xml"/><Relationship Id="rId1" Type="http://schemas.openxmlformats.org/officeDocument/2006/relationships/tags" Target="../tags/tag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microsoft.com/office/2007/relationships/hdphoto" Target="../media/hdphoto1.wdp"/></Relationships>
</file>

<file path=ppt/slides/_rels/slide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8.png"/><Relationship Id="rId7"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35.xml"/><Relationship Id="rId6" Type="http://schemas.openxmlformats.org/officeDocument/2006/relationships/image" Target="../media/image20.png"/><Relationship Id="rId5" Type="http://schemas.openxmlformats.org/officeDocument/2006/relationships/image" Target="../media/image21.svg"/><Relationship Id="rId4" Type="http://schemas.openxmlformats.org/officeDocument/2006/relationships/image" Target="../media/image19.png"/><Relationship Id="rId9" Type="http://schemas.openxmlformats.org/officeDocument/2006/relationships/image" Target="../media/image2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1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3EACF"/>
        </a:solidFill>
        <a:effectLst/>
      </p:bgPr>
    </p:bg>
    <p:spTree>
      <p:nvGrpSpPr>
        <p:cNvPr id="1" name="Shape 281"/>
        <p:cNvGrpSpPr/>
        <p:nvPr/>
      </p:nvGrpSpPr>
      <p:grpSpPr>
        <a:xfrm>
          <a:off x="0" y="0"/>
          <a:ext cx="0" cy="0"/>
          <a:chOff x="0" y="0"/>
          <a:chExt cx="0" cy="0"/>
        </a:xfrm>
      </p:grpSpPr>
      <p:sp>
        <p:nvSpPr>
          <p:cNvPr id="8" name="מלבן 7"/>
          <p:cNvSpPr/>
          <p:nvPr/>
        </p:nvSpPr>
        <p:spPr>
          <a:xfrm>
            <a:off x="1283939" y="160338"/>
            <a:ext cx="5755840" cy="1754326"/>
          </a:xfrm>
          <a:prstGeom prst="rect">
            <a:avLst/>
          </a:prstGeom>
          <a:noFill/>
        </p:spPr>
        <p:txBody>
          <a:bodyPr wrap="square">
            <a:spAutoFit/>
          </a:bodyPr>
          <a:lstStyle/>
          <a:p>
            <a:pPr rtl="1">
              <a:lnSpc>
                <a:spcPct val="150000"/>
              </a:lnSpc>
            </a:pPr>
            <a:r>
              <a:rPr lang="he-IL" sz="3200" b="1" dirty="0">
                <a:latin typeface="Tahoma" panose="020B0604030504040204" pitchFamily="34" charset="0"/>
                <a:ea typeface="Tahoma" panose="020B0604030504040204" pitchFamily="34" charset="0"/>
                <a:cs typeface="Tahoma" panose="020B0604030504040204" pitchFamily="34" charset="0"/>
              </a:rPr>
              <a:t>פורום 'ברק'</a:t>
            </a:r>
          </a:p>
          <a:p>
            <a:pPr rtl="1">
              <a:lnSpc>
                <a:spcPct val="150000"/>
              </a:lnSpc>
            </a:pPr>
            <a:r>
              <a:rPr lang="he-IL" sz="2000" b="1" dirty="0">
                <a:latin typeface="Tahoma" panose="020B0604030504040204" pitchFamily="34" charset="0"/>
                <a:ea typeface="Tahoma" panose="020B0604030504040204" pitchFamily="34" charset="0"/>
                <a:cs typeface="Tahoma" panose="020B0604030504040204" pitchFamily="34" charset="0"/>
              </a:rPr>
              <a:t>הרחבת והעמקת שת"פ בין-מערכתי</a:t>
            </a:r>
          </a:p>
          <a:p>
            <a:pPr rtl="1">
              <a:lnSpc>
                <a:spcPct val="150000"/>
              </a:lnSpc>
            </a:pPr>
            <a:r>
              <a:rPr lang="he-IL" sz="2000" b="1" dirty="0">
                <a:latin typeface="Tahoma" panose="020B0604030504040204" pitchFamily="34" charset="0"/>
                <a:ea typeface="Tahoma" panose="020B0604030504040204" pitchFamily="34" charset="0"/>
                <a:cs typeface="Tahoma" panose="020B0604030504040204" pitchFamily="34" charset="0"/>
              </a:rPr>
              <a:t> אל מול אתגר הזדקנות האוכלוסייה בישראל </a:t>
            </a:r>
          </a:p>
        </p:txBody>
      </p:sp>
      <p:sp>
        <p:nvSpPr>
          <p:cNvPr id="2" name="מלבן 1"/>
          <p:cNvSpPr/>
          <p:nvPr/>
        </p:nvSpPr>
        <p:spPr>
          <a:xfrm>
            <a:off x="1893422" y="3702201"/>
            <a:ext cx="8291262" cy="1246495"/>
          </a:xfrm>
          <a:prstGeom prst="rect">
            <a:avLst/>
          </a:prstGeom>
        </p:spPr>
        <p:txBody>
          <a:bodyPr wrap="square">
            <a:spAutoFit/>
          </a:bodyPr>
          <a:lstStyle/>
          <a:p>
            <a:pPr algn="ctr" rtl="1">
              <a:lnSpc>
                <a:spcPct val="150000"/>
              </a:lnSpc>
            </a:pPr>
            <a:r>
              <a:rPr lang="he-IL" b="1" dirty="0">
                <a:latin typeface="Tahoma" panose="020B0604030504040204" pitchFamily="34" charset="0"/>
                <a:ea typeface="Tahoma" panose="020B0604030504040204" pitchFamily="34" charset="0"/>
                <a:cs typeface="Tahoma" panose="020B0604030504040204" pitchFamily="34" charset="0"/>
              </a:rPr>
              <a:t>שיתוף פעולה רב מערכתי למענה </a:t>
            </a:r>
            <a:r>
              <a:rPr lang="he-IL" b="1" dirty="0" smtClean="0">
                <a:latin typeface="Tahoma" panose="020B0604030504040204" pitchFamily="34" charset="0"/>
                <a:ea typeface="Tahoma" panose="020B0604030504040204" pitchFamily="34" charset="0"/>
                <a:cs typeface="Tahoma" panose="020B0604030504040204" pitchFamily="34" charset="0"/>
              </a:rPr>
              <a:t>רוחבי </a:t>
            </a:r>
            <a:r>
              <a:rPr lang="he-IL" b="1" dirty="0">
                <a:latin typeface="Tahoma" panose="020B0604030504040204" pitchFamily="34" charset="0"/>
                <a:ea typeface="Tahoma" panose="020B0604030504040204" pitchFamily="34" charset="0"/>
                <a:cs typeface="Tahoma" panose="020B0604030504040204" pitchFamily="34" charset="0"/>
              </a:rPr>
              <a:t>לאתגרי הזדקנות האוכלוסייה</a:t>
            </a:r>
          </a:p>
          <a:p>
            <a:pPr algn="ctr" rtl="1">
              <a:lnSpc>
                <a:spcPct val="150000"/>
              </a:lnSpc>
            </a:pPr>
            <a:r>
              <a:rPr lang="he-IL" sz="1600" dirty="0">
                <a:latin typeface="Tahoma" panose="020B0604030504040204" pitchFamily="34" charset="0"/>
                <a:ea typeface="Tahoma" panose="020B0604030504040204" pitchFamily="34" charset="0"/>
                <a:cs typeface="Tahoma" panose="020B0604030504040204" pitchFamily="34" charset="0"/>
              </a:rPr>
              <a:t>משרד הרווחה והביטחון החברתי</a:t>
            </a:r>
            <a:r>
              <a:rPr lang="en-US" sz="1600" dirty="0">
                <a:latin typeface="Tahoma" panose="020B0604030504040204" pitchFamily="34" charset="0"/>
                <a:ea typeface="Tahoma" panose="020B0604030504040204" pitchFamily="34" charset="0"/>
                <a:cs typeface="Tahoma" panose="020B0604030504040204" pitchFamily="34" charset="0"/>
              </a:rPr>
              <a:t>;</a:t>
            </a:r>
            <a:r>
              <a:rPr lang="he-IL" sz="1600" dirty="0">
                <a:latin typeface="Tahoma" panose="020B0604030504040204" pitchFamily="34" charset="0"/>
                <a:ea typeface="Tahoma" panose="020B0604030504040204" pitchFamily="34" charset="0"/>
                <a:cs typeface="Tahoma" panose="020B0604030504040204" pitchFamily="34" charset="0"/>
              </a:rPr>
              <a:t> משרד הבריאות</a:t>
            </a:r>
            <a:r>
              <a:rPr lang="en-US" sz="1600" dirty="0">
                <a:latin typeface="Tahoma" panose="020B0604030504040204" pitchFamily="34" charset="0"/>
                <a:ea typeface="Tahoma" panose="020B0604030504040204" pitchFamily="34" charset="0"/>
                <a:cs typeface="Tahoma" panose="020B0604030504040204" pitchFamily="34" charset="0"/>
              </a:rPr>
              <a:t>;</a:t>
            </a:r>
            <a:r>
              <a:rPr lang="he-IL" sz="1600" dirty="0">
                <a:latin typeface="Tahoma" panose="020B0604030504040204" pitchFamily="34" charset="0"/>
                <a:ea typeface="Tahoma" panose="020B0604030504040204" pitchFamily="34" charset="0"/>
                <a:cs typeface="Tahoma" panose="020B0604030504040204" pitchFamily="34" charset="0"/>
              </a:rPr>
              <a:t> המוסד לביטוח לאומי</a:t>
            </a:r>
            <a:r>
              <a:rPr lang="en-US" sz="1600" dirty="0">
                <a:latin typeface="Tahoma" panose="020B0604030504040204" pitchFamily="34" charset="0"/>
                <a:ea typeface="Tahoma" panose="020B0604030504040204" pitchFamily="34" charset="0"/>
                <a:cs typeface="Tahoma" panose="020B0604030504040204" pitchFamily="34" charset="0"/>
              </a:rPr>
              <a:t>;</a:t>
            </a:r>
            <a:r>
              <a:rPr lang="he-IL" sz="1600" dirty="0">
                <a:latin typeface="Tahoma" panose="020B0604030504040204" pitchFamily="34" charset="0"/>
                <a:ea typeface="Tahoma" panose="020B0604030504040204" pitchFamily="34" charset="0"/>
                <a:cs typeface="Tahoma" panose="020B0604030504040204" pitchFamily="34" charset="0"/>
              </a:rPr>
              <a:t> </a:t>
            </a:r>
            <a:r>
              <a:rPr lang="en-US" sz="1600" dirty="0">
                <a:latin typeface="Tahoma" panose="020B0604030504040204" pitchFamily="34" charset="0"/>
                <a:ea typeface="Tahoma" panose="020B0604030504040204" pitchFamily="34" charset="0"/>
                <a:cs typeface="Tahoma" panose="020B0604030504040204" pitchFamily="34" charset="0"/>
              </a:rPr>
              <a:t/>
            </a:r>
            <a:br>
              <a:rPr lang="en-US" sz="1600" dirty="0">
                <a:latin typeface="Tahoma" panose="020B0604030504040204" pitchFamily="34" charset="0"/>
                <a:ea typeface="Tahoma" panose="020B0604030504040204" pitchFamily="34" charset="0"/>
                <a:cs typeface="Tahoma" panose="020B0604030504040204" pitchFamily="34" charset="0"/>
              </a:rPr>
            </a:br>
            <a:r>
              <a:rPr lang="he-IL" sz="1600" dirty="0">
                <a:latin typeface="Tahoma" panose="020B0604030504040204" pitchFamily="34" charset="0"/>
                <a:ea typeface="Tahoma" panose="020B0604030504040204" pitchFamily="34" charset="0"/>
                <a:cs typeface="Tahoma" panose="020B0604030504040204" pitchFamily="34" charset="0"/>
              </a:rPr>
              <a:t>מרכז השלטון המקומי</a:t>
            </a:r>
            <a:r>
              <a:rPr lang="en-US" sz="1600" dirty="0">
                <a:latin typeface="Tahoma" panose="020B0604030504040204" pitchFamily="34" charset="0"/>
                <a:ea typeface="Tahoma" panose="020B0604030504040204" pitchFamily="34" charset="0"/>
                <a:cs typeface="Tahoma" panose="020B0604030504040204" pitchFamily="34" charset="0"/>
              </a:rPr>
              <a:t>;</a:t>
            </a:r>
            <a:r>
              <a:rPr lang="he-IL" sz="1600" dirty="0">
                <a:latin typeface="Tahoma" panose="020B0604030504040204" pitchFamily="34" charset="0"/>
                <a:ea typeface="Tahoma" panose="020B0604030504040204" pitchFamily="34" charset="0"/>
                <a:cs typeface="Tahoma" panose="020B0604030504040204" pitchFamily="34" charset="0"/>
              </a:rPr>
              <a:t> רשויות מקומיות</a:t>
            </a:r>
            <a:r>
              <a:rPr lang="en-US" sz="1600" dirty="0">
                <a:latin typeface="Tahoma" panose="020B0604030504040204" pitchFamily="34" charset="0"/>
                <a:ea typeface="Tahoma" panose="020B0604030504040204" pitchFamily="34" charset="0"/>
                <a:cs typeface="Tahoma" panose="020B0604030504040204" pitchFamily="34" charset="0"/>
              </a:rPr>
              <a:t>;</a:t>
            </a:r>
            <a:r>
              <a:rPr lang="he-IL" sz="1600" dirty="0">
                <a:latin typeface="Tahoma" panose="020B0604030504040204" pitchFamily="34" charset="0"/>
                <a:ea typeface="Tahoma" panose="020B0604030504040204" pitchFamily="34" charset="0"/>
                <a:cs typeface="Tahoma" panose="020B0604030504040204" pitchFamily="34" charset="0"/>
              </a:rPr>
              <a:t> קופ"ח כללית</a:t>
            </a:r>
            <a:r>
              <a:rPr lang="en-US" sz="1600" dirty="0">
                <a:latin typeface="Tahoma" panose="020B0604030504040204" pitchFamily="34" charset="0"/>
                <a:ea typeface="Tahoma" panose="020B0604030504040204" pitchFamily="34" charset="0"/>
                <a:cs typeface="Tahoma" panose="020B0604030504040204" pitchFamily="34" charset="0"/>
              </a:rPr>
              <a:t>;</a:t>
            </a:r>
            <a:r>
              <a:rPr lang="he-IL" sz="1600" dirty="0">
                <a:latin typeface="Tahoma" panose="020B0604030504040204" pitchFamily="34" charset="0"/>
                <a:ea typeface="Tahoma" panose="020B0604030504040204" pitchFamily="34" charset="0"/>
                <a:cs typeface="Tahoma" panose="020B0604030504040204" pitchFamily="34" charset="0"/>
              </a:rPr>
              <a:t> מכבי</a:t>
            </a:r>
            <a:r>
              <a:rPr lang="en-US" sz="1600" dirty="0">
                <a:latin typeface="Tahoma" panose="020B0604030504040204" pitchFamily="34" charset="0"/>
                <a:ea typeface="Tahoma" panose="020B0604030504040204" pitchFamily="34" charset="0"/>
                <a:cs typeface="Tahoma" panose="020B0604030504040204" pitchFamily="34" charset="0"/>
              </a:rPr>
              <a:t>;</a:t>
            </a:r>
            <a:r>
              <a:rPr lang="he-IL" sz="1600" dirty="0">
                <a:latin typeface="Tahoma" panose="020B0604030504040204" pitchFamily="34" charset="0"/>
                <a:ea typeface="Tahoma" panose="020B0604030504040204" pitchFamily="34" charset="0"/>
                <a:cs typeface="Tahoma" panose="020B0604030504040204" pitchFamily="34" charset="0"/>
              </a:rPr>
              <a:t> מאוחדת</a:t>
            </a:r>
            <a:r>
              <a:rPr lang="en-US" sz="1600" dirty="0">
                <a:latin typeface="Tahoma" panose="020B0604030504040204" pitchFamily="34" charset="0"/>
                <a:ea typeface="Tahoma" panose="020B0604030504040204" pitchFamily="34" charset="0"/>
                <a:cs typeface="Tahoma" panose="020B0604030504040204" pitchFamily="34" charset="0"/>
              </a:rPr>
              <a:t>;</a:t>
            </a:r>
            <a:r>
              <a:rPr lang="he-IL" sz="1600" dirty="0">
                <a:latin typeface="Tahoma" panose="020B0604030504040204" pitchFamily="34" charset="0"/>
                <a:ea typeface="Tahoma" panose="020B0604030504040204" pitchFamily="34" charset="0"/>
                <a:cs typeface="Tahoma" panose="020B0604030504040204" pitchFamily="34" charset="0"/>
              </a:rPr>
              <a:t> לאומית</a:t>
            </a:r>
            <a:endParaRPr lang="en-US" sz="1600" dirty="0">
              <a:latin typeface="Tahoma" panose="020B0604030504040204" pitchFamily="34" charset="0"/>
              <a:ea typeface="Tahoma" panose="020B0604030504040204" pitchFamily="34" charset="0"/>
              <a:cs typeface="Tahoma" panose="020B0604030504040204" pitchFamily="34" charset="0"/>
            </a:endParaRPr>
          </a:p>
        </p:txBody>
      </p:sp>
      <p:pic>
        <p:nvPicPr>
          <p:cNvPr id="4" name="תמונה 3">
            <a:extLst>
              <a:ext uri="{FF2B5EF4-FFF2-40B4-BE49-F238E27FC236}">
                <a16:creationId xmlns:a16="http://schemas.microsoft.com/office/drawing/2014/main" id="{F5688106-9CBA-3292-4171-FF2DA36FF70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868878" y="1388878"/>
            <a:ext cx="1568061" cy="841259"/>
          </a:xfrm>
          <a:prstGeom prst="rect">
            <a:avLst/>
          </a:prstGeom>
          <a:noFill/>
          <a:ln>
            <a:noFill/>
          </a:ln>
        </p:spPr>
      </p:pic>
      <p:pic>
        <p:nvPicPr>
          <p:cNvPr id="9" name="Picture 4" descr="קופת חולים ושירותי בריאות - מאוחדת">
            <a:extLst>
              <a:ext uri="{FF2B5EF4-FFF2-40B4-BE49-F238E27FC236}">
                <a16:creationId xmlns:a16="http://schemas.microsoft.com/office/drawing/2014/main" id="{31CC5AD1-EEB7-EAEB-CA34-A62C7AA4DB2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30518" y="6090592"/>
            <a:ext cx="1709261" cy="39397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a:extLst>
              <a:ext uri="{FF2B5EF4-FFF2-40B4-BE49-F238E27FC236}">
                <a16:creationId xmlns:a16="http://schemas.microsoft.com/office/drawing/2014/main" id="{D19AED56-01D2-9CC0-21CA-3521351BDC8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83939" y="5576152"/>
            <a:ext cx="1535145" cy="382586"/>
          </a:xfrm>
          <a:prstGeom prst="rect">
            <a:avLst/>
          </a:prstGeom>
          <a:noFill/>
          <a:extLst>
            <a:ext uri="{909E8E84-426E-40DD-AFC4-6F175D3DCCD1}">
              <a14:hiddenFill xmlns:a14="http://schemas.microsoft.com/office/drawing/2010/main">
                <a:solidFill>
                  <a:srgbClr val="FFFFFF"/>
                </a:solidFill>
              </a14:hiddenFill>
            </a:ext>
          </a:extLst>
        </p:spPr>
      </p:pic>
      <p:sp>
        <p:nvSpPr>
          <p:cNvPr id="3" name="מלבן 2"/>
          <p:cNvSpPr/>
          <p:nvPr/>
        </p:nvSpPr>
        <p:spPr>
          <a:xfrm>
            <a:off x="700045" y="2090605"/>
            <a:ext cx="8162916" cy="1150123"/>
          </a:xfrm>
          <a:prstGeom prst="rect">
            <a:avLst/>
          </a:prstGeom>
        </p:spPr>
        <p:txBody>
          <a:bodyPr wrap="square">
            <a:spAutoFit/>
          </a:bodyPr>
          <a:lstStyle/>
          <a:p>
            <a:pPr algn="r" rtl="1">
              <a:lnSpc>
                <a:spcPct val="150000"/>
              </a:lnSpc>
            </a:pPr>
            <a:r>
              <a:rPr lang="he-IL" sz="3200" b="1" dirty="0">
                <a:solidFill>
                  <a:srgbClr val="0070C0"/>
                </a:solidFill>
                <a:latin typeface="Guttman Yad-Brush" panose="02010401010101010101" pitchFamily="2" charset="-79"/>
                <a:cs typeface="Guttman Yad-Brush" panose="02010401010101010101" pitchFamily="2" charset="-79"/>
              </a:rPr>
              <a:t>"אִם יוֹצְאִים מַגִּיעִים לִמְקוֹמוֹת נִפְלָאִים"</a:t>
            </a:r>
          </a:p>
          <a:p>
            <a:pPr>
              <a:lnSpc>
                <a:spcPct val="150000"/>
              </a:lnSpc>
            </a:pPr>
            <a:r>
              <a:rPr lang="he-IL" sz="1600" b="1" dirty="0">
                <a:solidFill>
                  <a:srgbClr val="202122"/>
                </a:solidFill>
                <a:latin typeface="Tahoma" panose="020B0604030504040204" pitchFamily="34" charset="0"/>
                <a:ea typeface="Tahoma" panose="020B0604030504040204" pitchFamily="34" charset="0"/>
                <a:cs typeface="Tahoma" panose="020B0604030504040204" pitchFamily="34" charset="0"/>
              </a:rPr>
              <a:t>ד"ר סוס</a:t>
            </a:r>
            <a:endParaRPr lang="he-IL" sz="1600" b="1" dirty="0">
              <a:latin typeface="Tahoma" panose="020B0604030504040204" pitchFamily="34" charset="0"/>
              <a:ea typeface="Tahoma" panose="020B0604030504040204" pitchFamily="34" charset="0"/>
              <a:cs typeface="Tahoma" panose="020B0604030504040204" pitchFamily="34" charset="0"/>
            </a:endParaRPr>
          </a:p>
        </p:txBody>
      </p:sp>
      <p:sp>
        <p:nvSpPr>
          <p:cNvPr id="18" name="AutoShape 10" descr="קובץ:Ministry of Labor, Social Affairs and Social Services.svg – ויקיפדיה"/>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pic>
        <p:nvPicPr>
          <p:cNvPr id="1040" name="Picture 16" descr="השתדרגתי&quot; - יריד התעסוקה האזורי בית שאן - עמק המעיינות | מעברים מעיינות כנרת"/>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308365" y="364545"/>
            <a:ext cx="1987241" cy="719632"/>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8" descr="A picture containing text&#10;&#10;Description automatically generated">
            <a:extLst>
              <a:ext uri="{FF2B5EF4-FFF2-40B4-BE49-F238E27FC236}">
                <a16:creationId xmlns:a16="http://schemas.microsoft.com/office/drawing/2014/main" id="{4AEF775A-F413-474B-9FE6-ABE38C29734B}"/>
              </a:ext>
            </a:extLst>
          </p:cNvPr>
          <p:cNvPicPr preferRelativeResize="0">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0184684" y="3702201"/>
            <a:ext cx="1744421" cy="996812"/>
          </a:xfrm>
          <a:prstGeom prst="rect">
            <a:avLst/>
          </a:prstGeom>
        </p:spPr>
      </p:pic>
      <p:pic>
        <p:nvPicPr>
          <p:cNvPr id="26" name="תמונה 3">
            <a:extLst>
              <a:ext uri="{FF2B5EF4-FFF2-40B4-BE49-F238E27FC236}">
                <a16:creationId xmlns:a16="http://schemas.microsoft.com/office/drawing/2014/main" id="{114F2E32-5496-4E36-98C7-23C212F6BC7F}"/>
              </a:ext>
            </a:extLst>
          </p:cNvPr>
          <p:cNvPicPr preferRelativeResize="0">
            <a:picLocks noChangeAspect="1"/>
          </p:cNvPicPr>
          <p:nvPr/>
        </p:nvPicPr>
        <p:blipFill rotWithShape="1">
          <a:blip r:embed="rId8" cstate="email">
            <a:extLst>
              <a:ext uri="{28A0092B-C50C-407E-A947-70E740481C1C}">
                <a14:useLocalDpi xmlns:a14="http://schemas.microsoft.com/office/drawing/2010/main"/>
              </a:ext>
            </a:extLst>
          </a:blip>
          <a:srcRect/>
          <a:stretch/>
        </p:blipFill>
        <p:spPr bwMode="auto">
          <a:xfrm>
            <a:off x="9501748" y="5194242"/>
            <a:ext cx="1519860" cy="440839"/>
          </a:xfrm>
          <a:prstGeom prst="rect">
            <a:avLst/>
          </a:prstGeom>
          <a:ln>
            <a:noFill/>
          </a:ln>
          <a:extLst>
            <a:ext uri="{53640926-AAD7-44D8-BBD7-CCE9431645EC}">
              <a14:shadowObscured xmlns:a14="http://schemas.microsoft.com/office/drawing/2010/main"/>
            </a:ext>
          </a:extLst>
        </p:spPr>
      </p:pic>
      <p:pic>
        <p:nvPicPr>
          <p:cNvPr id="15" name="Picture 6" descr="קובץ:BituachLeumiLogo.svg – ויקיפדיה"/>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752494" y="2323754"/>
            <a:ext cx="1914511" cy="883218"/>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מרפאה בכפר קופ&quot;ח כללית , רפואת משפחה, בדיקת אחות ורפואה מנועת"/>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586668" y="5566583"/>
            <a:ext cx="1443394" cy="57735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קובץ:Maccabi Health Care Services 2011 logo.svg – ויקיפדיה"/>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3061054" y="5990930"/>
            <a:ext cx="1466880" cy="6014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15932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E0DCD6B-1778-4FBC-9821-E300BEBDB662}"/>
              </a:ext>
            </a:extLst>
          </p:cNvPr>
          <p:cNvSpPr/>
          <p:nvPr/>
        </p:nvSpPr>
        <p:spPr bwMode="auto">
          <a:xfrm>
            <a:off x="0" y="770562"/>
            <a:ext cx="12192000" cy="6087682"/>
          </a:xfrm>
          <a:custGeom>
            <a:avLst/>
            <a:gdLst>
              <a:gd name="connsiteX0" fmla="*/ 0 w 9144000"/>
              <a:gd name="connsiteY0" fmla="*/ 0 h 7003143"/>
              <a:gd name="connsiteX1" fmla="*/ 9144000 w 9144000"/>
              <a:gd name="connsiteY1" fmla="*/ 0 h 7003143"/>
              <a:gd name="connsiteX2" fmla="*/ 9144000 w 9144000"/>
              <a:gd name="connsiteY2" fmla="*/ 7003143 h 7003143"/>
              <a:gd name="connsiteX3" fmla="*/ 0 w 9144000"/>
              <a:gd name="connsiteY3" fmla="*/ 7003143 h 7003143"/>
              <a:gd name="connsiteX4" fmla="*/ 0 w 9144000"/>
              <a:gd name="connsiteY4" fmla="*/ 0 h 7003143"/>
              <a:gd name="connsiteX0" fmla="*/ 618308 w 9144000"/>
              <a:gd name="connsiteY0" fmla="*/ 1846217 h 7003143"/>
              <a:gd name="connsiteX1" fmla="*/ 9144000 w 9144000"/>
              <a:gd name="connsiteY1" fmla="*/ 0 h 7003143"/>
              <a:gd name="connsiteX2" fmla="*/ 9144000 w 9144000"/>
              <a:gd name="connsiteY2" fmla="*/ 7003143 h 7003143"/>
              <a:gd name="connsiteX3" fmla="*/ 0 w 9144000"/>
              <a:gd name="connsiteY3" fmla="*/ 7003143 h 7003143"/>
              <a:gd name="connsiteX4" fmla="*/ 618308 w 9144000"/>
              <a:gd name="connsiteY4" fmla="*/ 1846217 h 7003143"/>
              <a:gd name="connsiteX0" fmla="*/ 0 w 9161418"/>
              <a:gd name="connsiteY0" fmla="*/ 1584960 h 7003143"/>
              <a:gd name="connsiteX1" fmla="*/ 9161418 w 9161418"/>
              <a:gd name="connsiteY1" fmla="*/ 0 h 7003143"/>
              <a:gd name="connsiteX2" fmla="*/ 9161418 w 9161418"/>
              <a:gd name="connsiteY2" fmla="*/ 7003143 h 7003143"/>
              <a:gd name="connsiteX3" fmla="*/ 17418 w 9161418"/>
              <a:gd name="connsiteY3" fmla="*/ 7003143 h 7003143"/>
              <a:gd name="connsiteX4" fmla="*/ 0 w 9161418"/>
              <a:gd name="connsiteY4" fmla="*/ 1584960 h 7003143"/>
              <a:gd name="connsiteX0" fmla="*/ 0 w 9161418"/>
              <a:gd name="connsiteY0" fmla="*/ 1584960 h 7003143"/>
              <a:gd name="connsiteX1" fmla="*/ 9161418 w 9161418"/>
              <a:gd name="connsiteY1" fmla="*/ 0 h 7003143"/>
              <a:gd name="connsiteX2" fmla="*/ 9161418 w 9161418"/>
              <a:gd name="connsiteY2" fmla="*/ 7003143 h 7003143"/>
              <a:gd name="connsiteX3" fmla="*/ 17418 w 9161418"/>
              <a:gd name="connsiteY3" fmla="*/ 7003143 h 7003143"/>
              <a:gd name="connsiteX4" fmla="*/ 0 w 9161418"/>
              <a:gd name="connsiteY4" fmla="*/ 1584960 h 7003143"/>
              <a:gd name="connsiteX0" fmla="*/ 0 w 9161418"/>
              <a:gd name="connsiteY0" fmla="*/ 1584960 h 7003143"/>
              <a:gd name="connsiteX1" fmla="*/ 9161418 w 9161418"/>
              <a:gd name="connsiteY1" fmla="*/ 0 h 7003143"/>
              <a:gd name="connsiteX2" fmla="*/ 9161418 w 9161418"/>
              <a:gd name="connsiteY2" fmla="*/ 7003143 h 7003143"/>
              <a:gd name="connsiteX3" fmla="*/ 17418 w 9161418"/>
              <a:gd name="connsiteY3" fmla="*/ 7003143 h 7003143"/>
              <a:gd name="connsiteX4" fmla="*/ 0 w 9161418"/>
              <a:gd name="connsiteY4" fmla="*/ 1584960 h 7003143"/>
              <a:gd name="connsiteX0" fmla="*/ 0 w 9161418"/>
              <a:gd name="connsiteY0" fmla="*/ 505097 h 5923280"/>
              <a:gd name="connsiteX1" fmla="*/ 9126583 w 9161418"/>
              <a:gd name="connsiteY1" fmla="*/ 0 h 5923280"/>
              <a:gd name="connsiteX2" fmla="*/ 9161418 w 9161418"/>
              <a:gd name="connsiteY2" fmla="*/ 5923280 h 5923280"/>
              <a:gd name="connsiteX3" fmla="*/ 17418 w 9161418"/>
              <a:gd name="connsiteY3" fmla="*/ 5923280 h 5923280"/>
              <a:gd name="connsiteX4" fmla="*/ 0 w 9161418"/>
              <a:gd name="connsiteY4" fmla="*/ 505097 h 5923280"/>
              <a:gd name="connsiteX0" fmla="*/ 0 w 9161418"/>
              <a:gd name="connsiteY0" fmla="*/ 801188 h 6219371"/>
              <a:gd name="connsiteX1" fmla="*/ 9074331 w 9161418"/>
              <a:gd name="connsiteY1" fmla="*/ 0 h 6219371"/>
              <a:gd name="connsiteX2" fmla="*/ 9161418 w 9161418"/>
              <a:gd name="connsiteY2" fmla="*/ 6219371 h 6219371"/>
              <a:gd name="connsiteX3" fmla="*/ 17418 w 9161418"/>
              <a:gd name="connsiteY3" fmla="*/ 6219371 h 6219371"/>
              <a:gd name="connsiteX4" fmla="*/ 0 w 9161418"/>
              <a:gd name="connsiteY4" fmla="*/ 801188 h 6219371"/>
              <a:gd name="connsiteX0" fmla="*/ 0 w 9161418"/>
              <a:gd name="connsiteY0" fmla="*/ 513805 h 5931988"/>
              <a:gd name="connsiteX1" fmla="*/ 9161417 w 9161418"/>
              <a:gd name="connsiteY1" fmla="*/ 0 h 5931988"/>
              <a:gd name="connsiteX2" fmla="*/ 9161418 w 9161418"/>
              <a:gd name="connsiteY2" fmla="*/ 5931988 h 5931988"/>
              <a:gd name="connsiteX3" fmla="*/ 17418 w 9161418"/>
              <a:gd name="connsiteY3" fmla="*/ 5931988 h 5931988"/>
              <a:gd name="connsiteX4" fmla="*/ 0 w 9161418"/>
              <a:gd name="connsiteY4" fmla="*/ 513805 h 5931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61418" h="5931988">
                <a:moveTo>
                  <a:pt x="0" y="513805"/>
                </a:moveTo>
                <a:cubicBezTo>
                  <a:pt x="2261326" y="1605279"/>
                  <a:pt x="6107611" y="528320"/>
                  <a:pt x="9161417" y="0"/>
                </a:cubicBezTo>
                <a:cubicBezTo>
                  <a:pt x="9161417" y="1977329"/>
                  <a:pt x="9161418" y="3954659"/>
                  <a:pt x="9161418" y="5931988"/>
                </a:cubicBezTo>
                <a:lnTo>
                  <a:pt x="17418" y="5931988"/>
                </a:lnTo>
                <a:lnTo>
                  <a:pt x="0" y="513805"/>
                </a:lnTo>
                <a:close/>
              </a:path>
            </a:pathLst>
          </a:custGeom>
          <a:solidFill>
            <a:schemeClr val="accent1">
              <a:lumMod val="60000"/>
              <a:lumOff val="40000"/>
            </a:schemeClr>
          </a:solidFill>
          <a:ln w="9525" cap="flat" cmpd="sng" algn="ctr">
            <a:no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
        <p:nvSpPr>
          <p:cNvPr id="25" name="כותרת 6">
            <a:extLst>
              <a:ext uri="{FF2B5EF4-FFF2-40B4-BE49-F238E27FC236}">
                <a16:creationId xmlns:a16="http://schemas.microsoft.com/office/drawing/2014/main" id="{BA1315BF-E394-4E1F-BA5D-933A00FC68D4}"/>
              </a:ext>
            </a:extLst>
          </p:cNvPr>
          <p:cNvSpPr txBox="1">
            <a:spLocks/>
          </p:cNvSpPr>
          <p:nvPr/>
        </p:nvSpPr>
        <p:spPr>
          <a:xfrm>
            <a:off x="2028761" y="37120"/>
            <a:ext cx="8900914" cy="1110856"/>
          </a:xfrm>
          <a:prstGeom prst="rect">
            <a:avLst/>
          </a:prstGeom>
        </p:spPr>
        <p:txBody>
          <a:bodyPr/>
          <a:lstStyle>
            <a:lvl1pPr algn="r" rtl="1" eaLnBrk="0" fontAlgn="base" hangingPunct="0">
              <a:spcBef>
                <a:spcPct val="0"/>
              </a:spcBef>
              <a:spcAft>
                <a:spcPct val="0"/>
              </a:spcAft>
              <a:defRPr kumimoji="0" lang="he-IL" sz="3000" b="1" i="0" u="none" strike="noStrike" kern="0" cap="none" spc="0" normalizeH="0" baseline="0" noProof="0" dirty="0" smtClean="0">
                <a:ln>
                  <a:noFill/>
                </a:ln>
                <a:solidFill>
                  <a:srgbClr val="00448B"/>
                </a:solidFill>
                <a:effectLst/>
                <a:uLnTx/>
                <a:uFillTx/>
                <a:latin typeface="+mj-lt"/>
                <a:ea typeface="+mj-ea"/>
                <a:cs typeface="+mj-cs"/>
              </a:defRPr>
            </a:lvl1pPr>
            <a:lvl2pPr algn="r" rtl="1" eaLnBrk="0" fontAlgn="base" hangingPunct="0">
              <a:spcBef>
                <a:spcPct val="0"/>
              </a:spcBef>
              <a:spcAft>
                <a:spcPct val="0"/>
              </a:spcAft>
              <a:defRPr sz="3200" b="1">
                <a:solidFill>
                  <a:srgbClr val="2B358F"/>
                </a:solidFill>
                <a:latin typeface="Arial" pitchFamily="34" charset="0"/>
                <a:cs typeface="Arial" pitchFamily="34" charset="0"/>
              </a:defRPr>
            </a:lvl2pPr>
            <a:lvl3pPr algn="r" rtl="1" eaLnBrk="0" fontAlgn="base" hangingPunct="0">
              <a:spcBef>
                <a:spcPct val="0"/>
              </a:spcBef>
              <a:spcAft>
                <a:spcPct val="0"/>
              </a:spcAft>
              <a:defRPr sz="3200" b="1">
                <a:solidFill>
                  <a:srgbClr val="2B358F"/>
                </a:solidFill>
                <a:latin typeface="Arial" pitchFamily="34" charset="0"/>
                <a:cs typeface="Arial" pitchFamily="34" charset="0"/>
              </a:defRPr>
            </a:lvl3pPr>
            <a:lvl4pPr algn="r" rtl="1" eaLnBrk="0" fontAlgn="base" hangingPunct="0">
              <a:spcBef>
                <a:spcPct val="0"/>
              </a:spcBef>
              <a:spcAft>
                <a:spcPct val="0"/>
              </a:spcAft>
              <a:defRPr sz="3200" b="1">
                <a:solidFill>
                  <a:srgbClr val="2B358F"/>
                </a:solidFill>
                <a:latin typeface="Arial" pitchFamily="34" charset="0"/>
                <a:cs typeface="Arial" pitchFamily="34" charset="0"/>
              </a:defRPr>
            </a:lvl4pPr>
            <a:lvl5pPr algn="r" rtl="1" eaLnBrk="0" fontAlgn="base" hangingPunct="0">
              <a:spcBef>
                <a:spcPct val="0"/>
              </a:spcBef>
              <a:spcAft>
                <a:spcPct val="0"/>
              </a:spcAft>
              <a:defRPr sz="3200" b="1">
                <a:solidFill>
                  <a:srgbClr val="2B358F"/>
                </a:solidFill>
                <a:latin typeface="Arial" pitchFamily="34" charset="0"/>
                <a:cs typeface="Arial" pitchFamily="34" charset="0"/>
              </a:defRPr>
            </a:lvl5pPr>
            <a:lvl6pPr marL="457200" algn="r" rtl="1" eaLnBrk="1" fontAlgn="base" hangingPunct="1">
              <a:spcBef>
                <a:spcPct val="0"/>
              </a:spcBef>
              <a:spcAft>
                <a:spcPct val="0"/>
              </a:spcAft>
              <a:defRPr sz="3200" b="1">
                <a:solidFill>
                  <a:srgbClr val="2B358F"/>
                </a:solidFill>
                <a:latin typeface="Arial" pitchFamily="34" charset="0"/>
                <a:cs typeface="Arial" pitchFamily="34" charset="0"/>
              </a:defRPr>
            </a:lvl6pPr>
            <a:lvl7pPr marL="914400" algn="r" rtl="1" eaLnBrk="1" fontAlgn="base" hangingPunct="1">
              <a:spcBef>
                <a:spcPct val="0"/>
              </a:spcBef>
              <a:spcAft>
                <a:spcPct val="0"/>
              </a:spcAft>
              <a:defRPr sz="3200" b="1">
                <a:solidFill>
                  <a:srgbClr val="2B358F"/>
                </a:solidFill>
                <a:latin typeface="Arial" pitchFamily="34" charset="0"/>
                <a:cs typeface="Arial" pitchFamily="34" charset="0"/>
              </a:defRPr>
            </a:lvl7pPr>
            <a:lvl8pPr marL="1371600" algn="r" rtl="1" eaLnBrk="1" fontAlgn="base" hangingPunct="1">
              <a:spcBef>
                <a:spcPct val="0"/>
              </a:spcBef>
              <a:spcAft>
                <a:spcPct val="0"/>
              </a:spcAft>
              <a:defRPr sz="3200" b="1">
                <a:solidFill>
                  <a:srgbClr val="2B358F"/>
                </a:solidFill>
                <a:latin typeface="Arial" pitchFamily="34" charset="0"/>
                <a:cs typeface="Arial" pitchFamily="34" charset="0"/>
              </a:defRPr>
            </a:lvl8pPr>
            <a:lvl9pPr marL="1828800" algn="r" rtl="1" eaLnBrk="1" fontAlgn="base" hangingPunct="1">
              <a:spcBef>
                <a:spcPct val="0"/>
              </a:spcBef>
              <a:spcAft>
                <a:spcPct val="0"/>
              </a:spcAft>
              <a:defRPr sz="3200" b="1">
                <a:solidFill>
                  <a:srgbClr val="2B358F"/>
                </a:solidFill>
                <a:latin typeface="Arial" pitchFamily="34" charset="0"/>
                <a:cs typeface="Arial" pitchFamily="34" charset="0"/>
              </a:defRPr>
            </a:lvl9pPr>
          </a:lstStyle>
          <a:p>
            <a:pPr marL="0" marR="0" lvl="0" indent="0" algn="r" defTabSz="457200" rtl="1" eaLnBrk="0" fontAlgn="base" latinLnBrk="0" hangingPunct="0">
              <a:lnSpc>
                <a:spcPct val="100000"/>
              </a:lnSpc>
              <a:spcBef>
                <a:spcPct val="0"/>
              </a:spcBef>
              <a:spcAft>
                <a:spcPct val="0"/>
              </a:spcAft>
              <a:buClrTx/>
              <a:buSzTx/>
              <a:buFontTx/>
              <a:buNone/>
              <a:tabLst/>
              <a:defRPr/>
            </a:pPr>
            <a:r>
              <a:rPr kumimoji="0" lang="he-IL" sz="4400" b="1"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rPr>
              <a:t>אז מה מחכה לנו ב2035</a:t>
            </a:r>
            <a:endParaRPr kumimoji="0" lang="en-US" sz="4400" b="1"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pic>
        <p:nvPicPr>
          <p:cNvPr id="23" name="Picture 3" descr="cylinder03">
            <a:extLst>
              <a:ext uri="{FF2B5EF4-FFF2-40B4-BE49-F238E27FC236}">
                <a16:creationId xmlns:a16="http://schemas.microsoft.com/office/drawing/2014/main" id="{5BF8E977-882A-4CF9-A686-FC852AA3C2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3910591" y="4260273"/>
            <a:ext cx="2778125" cy="24274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4" name="Picture 4" descr="cylinder03">
            <a:extLst>
              <a:ext uri="{FF2B5EF4-FFF2-40B4-BE49-F238E27FC236}">
                <a16:creationId xmlns:a16="http://schemas.microsoft.com/office/drawing/2014/main" id="{EB1B0F09-C0AB-46C3-8C72-A822ACC19D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7510905" y="4868296"/>
            <a:ext cx="2778125" cy="1714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0" name="Text Box 4">
            <a:extLst>
              <a:ext uri="{FF2B5EF4-FFF2-40B4-BE49-F238E27FC236}">
                <a16:creationId xmlns:a16="http://schemas.microsoft.com/office/drawing/2014/main" id="{FA359CDA-63EF-487D-BE90-05417910DF82}"/>
              </a:ext>
            </a:extLst>
          </p:cNvPr>
          <p:cNvSpPr txBox="1">
            <a:spLocks noChangeArrowheads="1"/>
          </p:cNvSpPr>
          <p:nvPr/>
        </p:nvSpPr>
        <p:spPr bwMode="black">
          <a:xfrm>
            <a:off x="7602833" y="5447589"/>
            <a:ext cx="2424113" cy="8309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457200" rtl="0" eaLnBrk="0" fontAlgn="auto" latinLnBrk="0" hangingPunct="0">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222222"/>
                </a:solidFill>
                <a:effectLst/>
                <a:uLnTx/>
                <a:uFillTx/>
                <a:latin typeface="Arial" panose="020B0604020202020204" pitchFamily="34" charset="0"/>
                <a:ea typeface="+mn-ea"/>
                <a:cs typeface="Arial" panose="020B0604020202020204" pitchFamily="34" charset="0"/>
              </a:rPr>
              <a:t>בני 65+</a:t>
            </a:r>
          </a:p>
          <a:p>
            <a:pPr marL="0" marR="0" lvl="0" indent="0" algn="ctr" defTabSz="457200" rtl="0" eaLnBrk="0" fontAlgn="auto" latinLnBrk="0" hangingPunct="0">
              <a:lnSpc>
                <a:spcPct val="100000"/>
              </a:lnSpc>
              <a:spcBef>
                <a:spcPts val="0"/>
              </a:spcBef>
              <a:spcAft>
                <a:spcPts val="0"/>
              </a:spcAft>
              <a:buClrTx/>
              <a:buSzTx/>
              <a:buFontTx/>
              <a:buNone/>
              <a:tabLst/>
              <a:defRPr/>
            </a:pPr>
            <a:endParaRPr kumimoji="0" lang="he-IL" sz="2400" b="1" i="0" u="none" strike="noStrike" kern="1200" cap="none" spc="0" normalizeH="0" baseline="0" noProof="0" dirty="0">
              <a:ln>
                <a:noFill/>
              </a:ln>
              <a:solidFill>
                <a:srgbClr val="222222"/>
              </a:solidFill>
              <a:effectLst/>
              <a:uLnTx/>
              <a:uFillTx/>
              <a:latin typeface="Arial" panose="020B0604020202020204" pitchFamily="34" charset="0"/>
              <a:ea typeface="+mn-ea"/>
              <a:cs typeface="Arial" panose="020B0604020202020204" pitchFamily="34" charset="0"/>
            </a:endParaRPr>
          </a:p>
        </p:txBody>
      </p:sp>
      <p:pic>
        <p:nvPicPr>
          <p:cNvPr id="2050" name="Picture 2" descr="PNG,CUTOUT">
            <a:extLst>
              <a:ext uri="{FF2B5EF4-FFF2-40B4-BE49-F238E27FC236}">
                <a16:creationId xmlns:a16="http://schemas.microsoft.com/office/drawing/2014/main" id="{1BC97352-AAFE-1A30-765C-E1D1DB68A31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712634" y="2308506"/>
            <a:ext cx="1946469" cy="295770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3" descr="cylinder03">
            <a:extLst>
              <a:ext uri="{FF2B5EF4-FFF2-40B4-BE49-F238E27FC236}">
                <a16:creationId xmlns:a16="http://schemas.microsoft.com/office/drawing/2014/main" id="{4A130280-7A45-0C36-5980-6868C927C3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496343" y="5611091"/>
            <a:ext cx="2778125" cy="10766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7" name="Text Box 4">
            <a:extLst>
              <a:ext uri="{FF2B5EF4-FFF2-40B4-BE49-F238E27FC236}">
                <a16:creationId xmlns:a16="http://schemas.microsoft.com/office/drawing/2014/main" id="{36BC9238-662D-F279-E5BA-2D11D782F519}"/>
              </a:ext>
            </a:extLst>
          </p:cNvPr>
          <p:cNvSpPr txBox="1">
            <a:spLocks noChangeArrowheads="1"/>
          </p:cNvSpPr>
          <p:nvPr/>
        </p:nvSpPr>
        <p:spPr bwMode="black">
          <a:xfrm>
            <a:off x="4045091" y="5248359"/>
            <a:ext cx="2422525"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457200" rtl="0" eaLnBrk="0" fontAlgn="auto" latinLnBrk="0" hangingPunct="0">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222222"/>
                </a:solidFill>
                <a:effectLst/>
                <a:uLnTx/>
                <a:uFillTx/>
                <a:latin typeface="Arial" panose="020B0604020202020204" pitchFamily="34" charset="0"/>
                <a:ea typeface="+mn-ea"/>
                <a:cs typeface="Arial" panose="020B0604020202020204" pitchFamily="34" charset="0"/>
              </a:rPr>
              <a:t>בני 80+</a:t>
            </a:r>
            <a:endParaRPr kumimoji="0" lang="en-US" sz="2400" b="1" i="0" u="none" strike="noStrike" kern="1200" cap="none" spc="0" normalizeH="0" baseline="0" noProof="0" dirty="0">
              <a:ln>
                <a:noFill/>
              </a:ln>
              <a:solidFill>
                <a:srgbClr val="222222"/>
              </a:solidFill>
              <a:effectLst/>
              <a:uLnTx/>
              <a:uFillTx/>
              <a:latin typeface="Arial" panose="020B0604020202020204" pitchFamily="34" charset="0"/>
              <a:ea typeface="+mn-ea"/>
              <a:cs typeface="Arial" panose="020B0604020202020204" pitchFamily="34" charset="0"/>
            </a:endParaRPr>
          </a:p>
        </p:txBody>
      </p:sp>
      <p:sp>
        <p:nvSpPr>
          <p:cNvPr id="18" name="Text Box 4">
            <a:extLst>
              <a:ext uri="{FF2B5EF4-FFF2-40B4-BE49-F238E27FC236}">
                <a16:creationId xmlns:a16="http://schemas.microsoft.com/office/drawing/2014/main" id="{F4DB2191-0E5C-8C77-0171-CE0C549E5AEB}"/>
              </a:ext>
            </a:extLst>
          </p:cNvPr>
          <p:cNvSpPr txBox="1">
            <a:spLocks noChangeArrowheads="1"/>
          </p:cNvSpPr>
          <p:nvPr/>
        </p:nvSpPr>
        <p:spPr bwMode="black">
          <a:xfrm>
            <a:off x="674141" y="5952053"/>
            <a:ext cx="2422525"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457200" rtl="0" eaLnBrk="0" fontAlgn="auto" latinLnBrk="0" hangingPunct="0">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222222"/>
                </a:solidFill>
                <a:effectLst/>
                <a:uLnTx/>
                <a:uFillTx/>
                <a:latin typeface="Arial" panose="020B0604020202020204" pitchFamily="34" charset="0"/>
                <a:ea typeface="+mn-ea"/>
                <a:cs typeface="Arial" panose="020B0604020202020204" pitchFamily="34" charset="0"/>
              </a:rPr>
              <a:t>כל השאר</a:t>
            </a:r>
            <a:endParaRPr kumimoji="0" lang="en-US" sz="2400" b="1" i="0" u="none" strike="noStrike" kern="1200" cap="none" spc="0" normalizeH="0" baseline="0" noProof="0" dirty="0">
              <a:ln>
                <a:noFill/>
              </a:ln>
              <a:solidFill>
                <a:srgbClr val="222222"/>
              </a:solidFill>
              <a:effectLst/>
              <a:uLnTx/>
              <a:uFillTx/>
              <a:latin typeface="Arial" panose="020B0604020202020204" pitchFamily="34" charset="0"/>
              <a:ea typeface="+mn-ea"/>
              <a:cs typeface="Arial" panose="020B0604020202020204" pitchFamily="34" charset="0"/>
            </a:endParaRPr>
          </a:p>
        </p:txBody>
      </p:sp>
      <p:pic>
        <p:nvPicPr>
          <p:cNvPr id="2056" name="Picture 8" descr="donnalynneerickson.com">
            <a:extLst>
              <a:ext uri="{FF2B5EF4-FFF2-40B4-BE49-F238E27FC236}">
                <a16:creationId xmlns:a16="http://schemas.microsoft.com/office/drawing/2014/main" id="{03897B2E-C200-734B-1EAF-8F84659512D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801401" y="2427171"/>
            <a:ext cx="1029891" cy="2685051"/>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Keep silence! Photo">
            <a:extLst>
              <a:ext uri="{FF2B5EF4-FFF2-40B4-BE49-F238E27FC236}">
                <a16:creationId xmlns:a16="http://schemas.microsoft.com/office/drawing/2014/main" id="{1D501969-1D5C-FE49-A041-7888F80E79FF}"/>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015380" y="2597726"/>
            <a:ext cx="581340" cy="2161265"/>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Joining the Practice | Millennium Dental Clinic in Gosport">
            <a:extLst>
              <a:ext uri="{FF2B5EF4-FFF2-40B4-BE49-F238E27FC236}">
                <a16:creationId xmlns:a16="http://schemas.microsoft.com/office/drawing/2014/main" id="{40535914-5077-3EF6-6AAC-8AFDF2E5C737}"/>
              </a:ext>
            </a:extLst>
          </p:cNvPr>
          <p:cNvPicPr>
            <a:picLocks noChangeAspect="1" noChangeArrowheads="1"/>
          </p:cNvPicPr>
          <p:nvPr/>
        </p:nvPicPr>
        <p:blipFill>
          <a:blip r:embed="rId8">
            <a:extLst>
              <a:ext uri="{BEBA8EAE-BF5A-486C-A8C5-ECC9F3942E4B}">
                <a14:imgProps xmlns:a14="http://schemas.microsoft.com/office/drawing/2010/main">
                  <a14:imgLayer r:embed="rId9">
                    <a14:imgEffect>
                      <a14:backgroundRemoval t="0" b="100000" l="0" r="100000">
                        <a14:foregroundMark x1="25000" y1="27143" x2="25000" y2="27143"/>
                        <a14:foregroundMark x1="4444" y1="8214" x2="4444" y2="8214"/>
                        <a14:foregroundMark x1="2778" y1="4643" x2="2778" y2="4643"/>
                        <a14:foregroundMark x1="82778" y1="87500" x2="82778" y2="87500"/>
                        <a14:foregroundMark x1="83889" y1="84286" x2="83889" y2="84286"/>
                        <a14:foregroundMark x1="81667" y1="82143" x2="81667" y2="82143"/>
                        <a14:foregroundMark x1="45556" y1="95357" x2="45556" y2="95357"/>
                        <a14:foregroundMark x1="47778" y1="93214" x2="47778" y2="93214"/>
                        <a14:foregroundMark x1="45000" y1="18929" x2="45000" y2="18929"/>
                        <a14:foregroundMark x1="5000" y1="3214" x2="5000" y2="3214"/>
                      </a14:backgroundRemoval>
                    </a14:imgEffect>
                  </a14:imgLayer>
                </a14:imgProps>
              </a:ext>
              <a:ext uri="{28A0092B-C50C-407E-A947-70E740481C1C}">
                <a14:useLocalDpi xmlns:a14="http://schemas.microsoft.com/office/drawing/2010/main" val="0"/>
              </a:ext>
            </a:extLst>
          </a:blip>
          <a:srcRect/>
          <a:stretch>
            <a:fillRect/>
          </a:stretch>
        </p:blipFill>
        <p:spPr bwMode="auto">
          <a:xfrm>
            <a:off x="1198068" y="3429000"/>
            <a:ext cx="1389385" cy="216126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D2C28673-9910-4ADF-A661-3F723FDD5C7A}"/>
              </a:ext>
            </a:extLst>
          </p:cNvPr>
          <p:cNvSpPr/>
          <p:nvPr/>
        </p:nvSpPr>
        <p:spPr>
          <a:xfrm>
            <a:off x="4668692" y="2076409"/>
            <a:ext cx="1175322" cy="461665"/>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+130%</a:t>
            </a:r>
          </a:p>
        </p:txBody>
      </p:sp>
      <p:sp>
        <p:nvSpPr>
          <p:cNvPr id="5" name="Rectangle 4">
            <a:extLst>
              <a:ext uri="{FF2B5EF4-FFF2-40B4-BE49-F238E27FC236}">
                <a16:creationId xmlns:a16="http://schemas.microsoft.com/office/drawing/2014/main" id="{E4A8144D-74CE-46C9-A62C-2A7E23A2199B}"/>
              </a:ext>
            </a:extLst>
          </p:cNvPr>
          <p:cNvSpPr/>
          <p:nvPr/>
        </p:nvSpPr>
        <p:spPr>
          <a:xfrm>
            <a:off x="8274392" y="1876227"/>
            <a:ext cx="992579" cy="461665"/>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+80%</a:t>
            </a:r>
          </a:p>
        </p:txBody>
      </p:sp>
      <p:sp>
        <p:nvSpPr>
          <p:cNvPr id="6" name="Rectangle 5">
            <a:extLst>
              <a:ext uri="{FF2B5EF4-FFF2-40B4-BE49-F238E27FC236}">
                <a16:creationId xmlns:a16="http://schemas.microsoft.com/office/drawing/2014/main" id="{A3403965-9B92-400F-A13B-18475F334FF0}"/>
              </a:ext>
            </a:extLst>
          </p:cNvPr>
          <p:cNvSpPr/>
          <p:nvPr/>
        </p:nvSpPr>
        <p:spPr>
          <a:xfrm>
            <a:off x="1366673" y="3114042"/>
            <a:ext cx="992579" cy="461665"/>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+30%</a:t>
            </a:r>
          </a:p>
        </p:txBody>
      </p:sp>
    </p:spTree>
    <p:custDataLst>
      <p:tags r:id="rId1"/>
    </p:custDataLst>
    <p:extLst>
      <p:ext uri="{BB962C8B-B14F-4D97-AF65-F5344CB8AC3E}">
        <p14:creationId xmlns:p14="http://schemas.microsoft.com/office/powerpoint/2010/main" val="58742267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2568015-D844-4FAB-BBBE-F49BAD2DD6D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09" t="18573" r="9583" b="-126"/>
          <a:stretch/>
        </p:blipFill>
        <p:spPr>
          <a:xfrm flipH="1">
            <a:off x="0" y="0"/>
            <a:ext cx="12192000" cy="6858000"/>
          </a:xfrm>
          <a:prstGeom prst="rect">
            <a:avLst/>
          </a:prstGeom>
          <a:solidFill>
            <a:srgbClr val="053549"/>
          </a:solidFill>
          <a:ln>
            <a:solidFill>
              <a:srgbClr val="1B6B8E"/>
            </a:solidFill>
          </a:ln>
          <a:effectLst>
            <a:outerShdw blurRad="50800" dist="50800" dir="5400000" algn="ctr" rotWithShape="0">
              <a:srgbClr val="0B4F6A"/>
            </a:outerShdw>
          </a:effectLst>
        </p:spPr>
      </p:pic>
      <p:sp>
        <p:nvSpPr>
          <p:cNvPr id="2" name="TextBox 1">
            <a:extLst>
              <a:ext uri="{FF2B5EF4-FFF2-40B4-BE49-F238E27FC236}">
                <a16:creationId xmlns:a16="http://schemas.microsoft.com/office/drawing/2014/main" id="{34088193-22E6-41CF-BC0F-2FF60C92A5B1}"/>
              </a:ext>
            </a:extLst>
          </p:cNvPr>
          <p:cNvSpPr txBox="1"/>
          <p:nvPr/>
        </p:nvSpPr>
        <p:spPr>
          <a:xfrm>
            <a:off x="5451676" y="4183101"/>
            <a:ext cx="6038291" cy="1569660"/>
          </a:xfrm>
          <a:prstGeom prst="rect">
            <a:avLst/>
          </a:prstGeom>
          <a:solidFill>
            <a:schemeClr val="bg1">
              <a:alpha val="0"/>
            </a:schemeClr>
          </a:solidFill>
        </p:spPr>
        <p:txBody>
          <a:bodyPr wrap="square" rtlCol="0">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err="1">
                <a:ln>
                  <a:noFill/>
                </a:ln>
                <a:solidFill>
                  <a:srgbClr val="FFFFFF"/>
                </a:solidFill>
                <a:effectLst/>
                <a:uLnTx/>
                <a:uFillTx/>
                <a:latin typeface="Calibri" panose="020F0502020204030204" pitchFamily="34" charset="0"/>
                <a:ea typeface="+mn-ea"/>
                <a:cs typeface="Calibri" panose="020F0502020204030204" pitchFamily="34" charset="0"/>
              </a:rPr>
              <a:t>הזדקנות</a:t>
            </a:r>
            <a:r>
              <a:rPr kumimoji="0" lang="en-US" sz="32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 </a:t>
            </a:r>
            <a:r>
              <a:rPr kumimoji="0" lang="en-US" sz="3200" b="1" i="0" u="none" strike="noStrike" kern="1200" cap="none" spc="0" normalizeH="0" baseline="0" noProof="0" dirty="0" err="1">
                <a:ln>
                  <a:noFill/>
                </a:ln>
                <a:solidFill>
                  <a:srgbClr val="FFFFFF"/>
                </a:solidFill>
                <a:effectLst/>
                <a:uLnTx/>
                <a:uFillTx/>
                <a:latin typeface="Calibri" panose="020F0502020204030204" pitchFamily="34" charset="0"/>
                <a:ea typeface="+mn-ea"/>
                <a:cs typeface="Calibri" panose="020F0502020204030204" pitchFamily="34" charset="0"/>
              </a:rPr>
              <a:t>האוכלוסייה</a:t>
            </a:r>
            <a:r>
              <a:rPr kumimoji="0" lang="en-US" sz="32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 </a:t>
            </a:r>
            <a:r>
              <a:rPr kumimoji="0" lang="en-US" sz="3200" b="1" i="0" u="none" strike="noStrike" kern="1200" cap="none" spc="0" normalizeH="0" baseline="0" noProof="0" dirty="0" err="1">
                <a:ln>
                  <a:noFill/>
                </a:ln>
                <a:solidFill>
                  <a:srgbClr val="FFFFFF"/>
                </a:solidFill>
                <a:effectLst/>
                <a:uLnTx/>
                <a:uFillTx/>
                <a:latin typeface="Calibri" panose="020F0502020204030204" pitchFamily="34" charset="0"/>
                <a:ea typeface="+mn-ea"/>
                <a:cs typeface="Calibri" panose="020F0502020204030204" pitchFamily="34" charset="0"/>
              </a:rPr>
              <a:t>הוגדרה</a:t>
            </a:r>
            <a:r>
              <a:rPr kumimoji="0" lang="en-US" sz="32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 </a:t>
            </a:r>
            <a:r>
              <a:rPr kumimoji="0" lang="en-US" sz="3200" b="1" i="0" u="none" strike="noStrike" kern="1200" cap="none" spc="0" normalizeH="0" baseline="0" noProof="0" dirty="0" err="1">
                <a:ln>
                  <a:noFill/>
                </a:ln>
                <a:solidFill>
                  <a:srgbClr val="FFFFFF"/>
                </a:solidFill>
                <a:effectLst/>
                <a:uLnTx/>
                <a:uFillTx/>
                <a:latin typeface="Calibri" panose="020F0502020204030204" pitchFamily="34" charset="0"/>
                <a:ea typeface="+mn-ea"/>
                <a:cs typeface="Calibri" panose="020F0502020204030204" pitchFamily="34" charset="0"/>
              </a:rPr>
              <a:t>כאחד</a:t>
            </a:r>
            <a:r>
              <a:rPr kumimoji="0" lang="en-US" sz="32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 </a:t>
            </a:r>
            <a:r>
              <a:rPr kumimoji="0" lang="en-US" sz="3200" b="1" i="0" u="none" strike="noStrike" kern="1200" cap="none" spc="0" normalizeH="0" baseline="0" noProof="0" dirty="0" err="1">
                <a:ln>
                  <a:noFill/>
                </a:ln>
                <a:solidFill>
                  <a:srgbClr val="FFFFFF"/>
                </a:solidFill>
                <a:effectLst/>
                <a:uLnTx/>
                <a:uFillTx/>
                <a:latin typeface="Calibri" panose="020F0502020204030204" pitchFamily="34" charset="0"/>
                <a:ea typeface="+mn-ea"/>
                <a:cs typeface="Calibri" panose="020F0502020204030204" pitchFamily="34" charset="0"/>
              </a:rPr>
              <a:t>מששת</a:t>
            </a:r>
            <a:r>
              <a:rPr kumimoji="0" lang="en-US" sz="32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 </a:t>
            </a:r>
            <a:r>
              <a:rPr kumimoji="0" lang="en-US" sz="3200" b="1" i="0" u="none" strike="noStrike" kern="1200" cap="none" spc="0" normalizeH="0" baseline="0" noProof="0" dirty="0" err="1">
                <a:ln>
                  <a:noFill/>
                </a:ln>
                <a:solidFill>
                  <a:srgbClr val="FFFFFF"/>
                </a:solidFill>
                <a:effectLst/>
                <a:uLnTx/>
                <a:uFillTx/>
                <a:latin typeface="Calibri" panose="020F0502020204030204" pitchFamily="34" charset="0"/>
                <a:ea typeface="+mn-ea"/>
                <a:cs typeface="Calibri" panose="020F0502020204030204" pitchFamily="34" charset="0"/>
              </a:rPr>
              <a:t>האתגרים</a:t>
            </a:r>
            <a:r>
              <a:rPr kumimoji="0" lang="en-US" sz="32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 </a:t>
            </a:r>
            <a:r>
              <a:rPr kumimoji="0" lang="en-US" sz="3200" b="1" i="0" u="none" strike="noStrike" kern="1200" cap="none" spc="0" normalizeH="0" baseline="0" noProof="0" dirty="0" err="1">
                <a:ln>
                  <a:noFill/>
                </a:ln>
                <a:solidFill>
                  <a:srgbClr val="FFFFFF"/>
                </a:solidFill>
                <a:effectLst/>
                <a:uLnTx/>
                <a:uFillTx/>
                <a:latin typeface="Calibri" panose="020F0502020204030204" pitchFamily="34" charset="0"/>
                <a:ea typeface="+mn-ea"/>
                <a:cs typeface="Calibri" panose="020F0502020204030204" pitchFamily="34" charset="0"/>
              </a:rPr>
              <a:t>הלאומיים</a:t>
            </a:r>
            <a:r>
              <a:rPr kumimoji="0" lang="en-US" sz="32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 </a:t>
            </a:r>
            <a:r>
              <a:rPr kumimoji="0" lang="en-US" sz="3200" b="1" i="0" u="none" strike="noStrike" kern="1200" cap="none" spc="0" normalizeH="0" baseline="0" noProof="0" dirty="0" err="1">
                <a:ln>
                  <a:noFill/>
                </a:ln>
                <a:solidFill>
                  <a:srgbClr val="FFFFFF"/>
                </a:solidFill>
                <a:effectLst/>
                <a:uLnTx/>
                <a:uFillTx/>
                <a:latin typeface="Calibri" panose="020F0502020204030204" pitchFamily="34" charset="0"/>
                <a:ea typeface="+mn-ea"/>
                <a:cs typeface="Calibri" panose="020F0502020204030204" pitchFamily="34" charset="0"/>
              </a:rPr>
              <a:t>מהבחינה</a:t>
            </a:r>
            <a:r>
              <a:rPr kumimoji="0" lang="en-US" sz="32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 </a:t>
            </a:r>
            <a:r>
              <a:rPr kumimoji="0" lang="en-US" sz="3200" b="1" i="0" u="none" strike="noStrike" kern="1200" cap="none" spc="0" normalizeH="0" baseline="0" noProof="0" dirty="0" err="1">
                <a:ln>
                  <a:noFill/>
                </a:ln>
                <a:solidFill>
                  <a:srgbClr val="FFFFFF"/>
                </a:solidFill>
                <a:effectLst/>
                <a:uLnTx/>
                <a:uFillTx/>
                <a:latin typeface="Calibri" panose="020F0502020204030204" pitchFamily="34" charset="0"/>
                <a:ea typeface="+mn-ea"/>
                <a:cs typeface="Calibri" panose="020F0502020204030204" pitchFamily="34" charset="0"/>
              </a:rPr>
              <a:t>הכלכלית</a:t>
            </a:r>
            <a:r>
              <a:rPr kumimoji="0" lang="en-US" sz="32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 </a:t>
            </a:r>
            <a:r>
              <a:rPr kumimoji="0" lang="en-US" sz="3200" b="1" i="0" u="none" strike="noStrike" kern="1200" cap="none" spc="0" normalizeH="0" baseline="0" noProof="0" dirty="0" err="1">
                <a:ln>
                  <a:noFill/>
                </a:ln>
                <a:solidFill>
                  <a:srgbClr val="FFFFFF"/>
                </a:solidFill>
                <a:effectLst/>
                <a:uLnTx/>
                <a:uFillTx/>
                <a:latin typeface="Calibri" panose="020F0502020204030204" pitchFamily="34" charset="0"/>
                <a:ea typeface="+mn-ea"/>
                <a:cs typeface="Calibri" panose="020F0502020204030204" pitchFamily="34" charset="0"/>
              </a:rPr>
              <a:t>חברתית</a:t>
            </a:r>
            <a:r>
              <a:rPr kumimoji="0" lang="en-US" sz="32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 </a:t>
            </a:r>
            <a:r>
              <a:rPr kumimoji="0" lang="en-US" sz="3200" b="1" i="0" u="none" strike="noStrike" kern="1200" cap="none" spc="0" normalizeH="0" baseline="0" noProof="0" dirty="0" err="1">
                <a:ln>
                  <a:noFill/>
                </a:ln>
                <a:solidFill>
                  <a:srgbClr val="FFFFFF"/>
                </a:solidFill>
                <a:effectLst/>
                <a:uLnTx/>
                <a:uFillTx/>
                <a:latin typeface="Calibri" panose="020F0502020204030204" pitchFamily="34" charset="0"/>
                <a:ea typeface="+mn-ea"/>
                <a:cs typeface="Calibri" panose="020F0502020204030204" pitchFamily="34" charset="0"/>
              </a:rPr>
              <a:t>לעשורים</a:t>
            </a:r>
            <a:r>
              <a:rPr kumimoji="0" lang="en-US" sz="32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 </a:t>
            </a:r>
            <a:r>
              <a:rPr kumimoji="0" lang="en-US" sz="3200" b="1" i="0" u="none" strike="noStrike" kern="1200" cap="none" spc="0" normalizeH="0" baseline="0" noProof="0" dirty="0" err="1">
                <a:ln>
                  <a:noFill/>
                </a:ln>
                <a:solidFill>
                  <a:srgbClr val="FFFFFF"/>
                </a:solidFill>
                <a:effectLst/>
                <a:uLnTx/>
                <a:uFillTx/>
                <a:latin typeface="Calibri" panose="020F0502020204030204" pitchFamily="34" charset="0"/>
                <a:ea typeface="+mn-ea"/>
                <a:cs typeface="Calibri" panose="020F0502020204030204" pitchFamily="34" charset="0"/>
              </a:rPr>
              <a:t>הבאים</a:t>
            </a:r>
            <a:endParaRPr kumimoji="0" lang="en-US" sz="32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11" name="TextBox 10">
            <a:extLst>
              <a:ext uri="{FF2B5EF4-FFF2-40B4-BE49-F238E27FC236}">
                <a16:creationId xmlns:a16="http://schemas.microsoft.com/office/drawing/2014/main" id="{D83C48B1-57A1-48CB-B830-DAB9702E8042}"/>
              </a:ext>
            </a:extLst>
          </p:cNvPr>
          <p:cNvSpPr txBox="1"/>
          <p:nvPr/>
        </p:nvSpPr>
        <p:spPr>
          <a:xfrm>
            <a:off x="9372102" y="3813769"/>
            <a:ext cx="2013693" cy="461665"/>
          </a:xfrm>
          <a:prstGeom prst="rect">
            <a:avLst/>
          </a:prstGeom>
          <a:noFill/>
        </p:spPr>
        <p:txBody>
          <a:bodyPr wrap="none" rtlCol="0">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he-IL" sz="2400" b="0" i="0" u="sng" strike="noStrike" kern="1200" cap="none" spc="0" normalizeH="0" baseline="0" noProof="0" dirty="0" smtClean="0">
                <a:ln>
                  <a:noFill/>
                </a:ln>
                <a:solidFill>
                  <a:prstClr val="white"/>
                </a:solidFill>
                <a:effectLst/>
                <a:uLnTx/>
                <a:uFillTx/>
                <a:latin typeface="Calibri" panose="020F0502020204030204" pitchFamily="34" charset="0"/>
                <a:ea typeface="+mn-ea"/>
                <a:cs typeface="Calibri" panose="020F0502020204030204" pitchFamily="34" charset="0"/>
              </a:rPr>
              <a:t>האתגר המשותף</a:t>
            </a:r>
            <a:endParaRPr kumimoji="0" lang="en-IL" sz="2400" b="0" i="0" u="sng"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 name="כותרת 1">
            <a:extLst>
              <a:ext uri="{FF2B5EF4-FFF2-40B4-BE49-F238E27FC236}">
                <a16:creationId xmlns:a16="http://schemas.microsoft.com/office/drawing/2014/main" id="{E258380C-F998-47B4-8B8E-E1DB0A3629EA}"/>
              </a:ext>
            </a:extLst>
          </p:cNvPr>
          <p:cNvSpPr txBox="1">
            <a:spLocks/>
          </p:cNvSpPr>
          <p:nvPr/>
        </p:nvSpPr>
        <p:spPr>
          <a:xfrm>
            <a:off x="372319" y="-145778"/>
            <a:ext cx="10058400" cy="3574778"/>
          </a:xfrm>
          <a:effectLst>
            <a:outerShdw blurRad="50800" dist="38100" dir="2700000" algn="tl" rotWithShape="0">
              <a:prstClr val="black">
                <a:alpha val="40000"/>
              </a:prstClr>
            </a:outerShdw>
          </a:effectLst>
        </p:spPr>
        <p:txBody>
          <a:bodyPr vert="horz" lIns="91440" tIns="45720" rIns="91440" bIns="45720" rtlCol="0" anchor="b">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5200" b="1" i="0" u="none" strike="noStrike" kern="1200" cap="none" spc="0" normalizeH="0" baseline="0" noProof="0" dirty="0">
              <a:ln>
                <a:noFill/>
              </a:ln>
              <a:solidFill>
                <a:srgbClr val="FFFFFF"/>
              </a:solidFill>
              <a:effectLst/>
              <a:uLnTx/>
              <a:uFillTx/>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4105220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500"/>
                                  </p:stCondLst>
                                  <p:endCondLst>
                                    <p:cond evt="begin" delay="0">
                                      <p:tn val="5"/>
                                    </p:cond>
                                  </p:endCondLst>
                                  <p:iterate type="lt">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6C4715B3-43C6-4F9C-8943-DB58E36BBF03}"/>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790193" y="1303426"/>
            <a:ext cx="11319761" cy="5019864"/>
          </a:xfrm>
          <a:prstGeom prst="rect">
            <a:avLst/>
          </a:prstGeom>
          <a:solidFill>
            <a:srgbClr val="EBF6F5"/>
          </a:solidFill>
        </p:spPr>
      </p:pic>
      <p:sp>
        <p:nvSpPr>
          <p:cNvPr id="21" name="Rectangle 20">
            <a:extLst>
              <a:ext uri="{FF2B5EF4-FFF2-40B4-BE49-F238E27FC236}">
                <a16:creationId xmlns:a16="http://schemas.microsoft.com/office/drawing/2014/main" id="{FAD6A3D6-92A2-4AE0-B7DD-20CCF29B17F5}"/>
              </a:ext>
            </a:extLst>
          </p:cNvPr>
          <p:cNvSpPr/>
          <p:nvPr/>
        </p:nvSpPr>
        <p:spPr>
          <a:xfrm>
            <a:off x="0" y="0"/>
            <a:ext cx="3384223" cy="6858000"/>
          </a:xfrm>
          <a:prstGeom prst="rect">
            <a:avLst/>
          </a:prstGeom>
          <a:solidFill>
            <a:srgbClr val="C8E3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4" name="תיבת טקסט 3">
            <a:extLst>
              <a:ext uri="{FF2B5EF4-FFF2-40B4-BE49-F238E27FC236}">
                <a16:creationId xmlns:a16="http://schemas.microsoft.com/office/drawing/2014/main" id="{EA7D4CCF-DEA6-42B7-83CB-29A45B04B5F5}"/>
              </a:ext>
            </a:extLst>
          </p:cNvPr>
          <p:cNvSpPr txBox="1"/>
          <p:nvPr/>
        </p:nvSpPr>
        <p:spPr>
          <a:xfrm>
            <a:off x="6762750" y="62293"/>
            <a:ext cx="5205470" cy="1077218"/>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הבעיה: פיצול השירותים לאזרח הוותיק בין גורמים רבים</a:t>
            </a:r>
            <a:endParaRPr kumimoji="0" lang="he-IL" sz="2800" b="1" i="0" u="none" strike="noStrike" kern="1200" cap="none" spc="0" normalizeH="0" baseline="0" noProof="0" dirty="0">
              <a:ln>
                <a:noFill/>
              </a:ln>
              <a:solidFill>
                <a:srgbClr val="009DD9"/>
              </a:solidFill>
              <a:effectLst/>
              <a:uLnTx/>
              <a:uFillTx/>
              <a:latin typeface="Calibri" panose="020F0502020204030204" pitchFamily="34" charset="0"/>
              <a:ea typeface="+mn-ea"/>
              <a:cs typeface="Calibri" panose="020F0502020204030204" pitchFamily="34" charset="0"/>
            </a:endParaRPr>
          </a:p>
        </p:txBody>
      </p:sp>
      <p:sp>
        <p:nvSpPr>
          <p:cNvPr id="9" name="Oval 8">
            <a:extLst>
              <a:ext uri="{FF2B5EF4-FFF2-40B4-BE49-F238E27FC236}">
                <a16:creationId xmlns:a16="http://schemas.microsoft.com/office/drawing/2014/main" id="{E551AB39-D7D5-41D2-BAFF-FCEBB5177A8E}"/>
              </a:ext>
            </a:extLst>
          </p:cNvPr>
          <p:cNvSpPr/>
          <p:nvPr/>
        </p:nvSpPr>
        <p:spPr>
          <a:xfrm>
            <a:off x="7443478" y="3432286"/>
            <a:ext cx="1008000" cy="100800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10" name="Rectangle 9">
            <a:extLst>
              <a:ext uri="{FF2B5EF4-FFF2-40B4-BE49-F238E27FC236}">
                <a16:creationId xmlns:a16="http://schemas.microsoft.com/office/drawing/2014/main" id="{1DF83B4E-809F-44ED-8049-563F64490F26}"/>
              </a:ext>
            </a:extLst>
          </p:cNvPr>
          <p:cNvSpPr/>
          <p:nvPr/>
        </p:nvSpPr>
        <p:spPr>
          <a:xfrm>
            <a:off x="301398" y="4756258"/>
            <a:ext cx="2605199" cy="948933"/>
          </a:xfrm>
          <a:prstGeom prst="rect">
            <a:avLst/>
          </a:prstGeom>
          <a:solidFill>
            <a:srgbClr val="EBF6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 name="אליפסה 1">
            <a:extLst>
              <a:ext uri="{FF2B5EF4-FFF2-40B4-BE49-F238E27FC236}">
                <a16:creationId xmlns:a16="http://schemas.microsoft.com/office/drawing/2014/main" id="{5108EBDD-AA0D-420A-B4E9-F094B0F9E866}"/>
              </a:ext>
            </a:extLst>
          </p:cNvPr>
          <p:cNvSpPr/>
          <p:nvPr/>
        </p:nvSpPr>
        <p:spPr>
          <a:xfrm>
            <a:off x="1337935" y="5029571"/>
            <a:ext cx="439633" cy="402307"/>
          </a:xfrm>
          <a:prstGeom prst="ellipse">
            <a:avLst/>
          </a:prstGeom>
          <a:solidFill>
            <a:srgbClr val="EBF6F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5" name="TextBox 4"/>
          <p:cNvSpPr txBox="1"/>
          <p:nvPr/>
        </p:nvSpPr>
        <p:spPr>
          <a:xfrm>
            <a:off x="330076" y="4861392"/>
            <a:ext cx="1705218" cy="738664"/>
          </a:xfrm>
          <a:prstGeom prst="rect">
            <a:avLst/>
          </a:prstGeom>
          <a:solidFill>
            <a:srgbClr val="EBF6F5"/>
          </a:solid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הרשויות המקומיות </a:t>
            </a:r>
            <a:r>
              <a:rPr kumimoji="0" lang="he-IL" sz="14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כגוף תפעולי נותן שירותים</a:t>
            </a:r>
          </a:p>
        </p:txBody>
      </p:sp>
      <p:pic>
        <p:nvPicPr>
          <p:cNvPr id="19" name="Graphic 18">
            <a:extLst>
              <a:ext uri="{FF2B5EF4-FFF2-40B4-BE49-F238E27FC236}">
                <a16:creationId xmlns:a16="http://schemas.microsoft.com/office/drawing/2014/main" id="{4A39C2F2-8D2C-4077-8D6B-AFF55134D5A1}"/>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xmlns="" r:embed="rId5"/>
              </a:ext>
            </a:extLst>
          </a:blip>
          <a:stretch>
            <a:fillRect/>
          </a:stretch>
        </p:blipFill>
        <p:spPr>
          <a:xfrm>
            <a:off x="2159691" y="4906874"/>
            <a:ext cx="518160" cy="647700"/>
          </a:xfrm>
          <a:prstGeom prst="rect">
            <a:avLst/>
          </a:prstGeom>
        </p:spPr>
      </p:pic>
      <p:pic>
        <p:nvPicPr>
          <p:cNvPr id="20" name="Picture 19">
            <a:extLst>
              <a:ext uri="{FF2B5EF4-FFF2-40B4-BE49-F238E27FC236}">
                <a16:creationId xmlns:a16="http://schemas.microsoft.com/office/drawing/2014/main" id="{FFE25ED3-B525-4326-8CF3-2DBBEF8A77FD}"/>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287430" y="1911555"/>
            <a:ext cx="2628900" cy="2676525"/>
          </a:xfrm>
          <a:prstGeom prst="rect">
            <a:avLst/>
          </a:prstGeom>
        </p:spPr>
      </p:pic>
      <p:pic>
        <p:nvPicPr>
          <p:cNvPr id="22" name="Picture 2" descr="סמל מדינת ישראל – ויקיפדיה">
            <a:extLst>
              <a:ext uri="{FF2B5EF4-FFF2-40B4-BE49-F238E27FC236}">
                <a16:creationId xmlns:a16="http://schemas.microsoft.com/office/drawing/2014/main" id="{E186DB7E-E110-4860-ACB1-6C24FE03B038}"/>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1895317" y="321056"/>
            <a:ext cx="333667" cy="414207"/>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3" descr="קובץ:Ministry of Labor, Social Affairs and Social Services ...">
            <a:extLst>
              <a:ext uri="{FF2B5EF4-FFF2-40B4-BE49-F238E27FC236}">
                <a16:creationId xmlns:a16="http://schemas.microsoft.com/office/drawing/2014/main" id="{15FC5F32-DB3B-4EC0-8032-13C317518C61}"/>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465574" y="321056"/>
            <a:ext cx="1326800" cy="36176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BC103B0D-E22C-415B-B0BB-602F7B3ABAE8}"/>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b="22963"/>
          <a:stretch/>
        </p:blipFill>
        <p:spPr>
          <a:xfrm>
            <a:off x="7502978" y="3593856"/>
            <a:ext cx="889000" cy="684859"/>
          </a:xfrm>
          <a:prstGeom prst="rect">
            <a:avLst/>
          </a:prstGeom>
        </p:spPr>
      </p:pic>
      <p:sp>
        <p:nvSpPr>
          <p:cNvPr id="8" name="AutoShape 6" descr="עד אלייך - ויצו - יום האישה 2023"/>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86662143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95B3318E-EC75-AA8C-A846-753931FCFC9B}"/>
            </a:ext>
          </a:extLst>
        </p:cNvPr>
        <p:cNvGrpSpPr/>
        <p:nvPr/>
      </p:nvGrpSpPr>
      <p:grpSpPr>
        <a:xfrm>
          <a:off x="0" y="0"/>
          <a:ext cx="0" cy="0"/>
          <a:chOff x="0" y="0"/>
          <a:chExt cx="0" cy="0"/>
        </a:xfrm>
      </p:grpSpPr>
      <p:sp>
        <p:nvSpPr>
          <p:cNvPr id="4" name="מלבן 3">
            <a:extLst>
              <a:ext uri="{FF2B5EF4-FFF2-40B4-BE49-F238E27FC236}">
                <a16:creationId xmlns:a16="http://schemas.microsoft.com/office/drawing/2014/main" id="{6B60BAC2-4B14-59DE-85DD-7A80FF163705}"/>
              </a:ext>
            </a:extLst>
          </p:cNvPr>
          <p:cNvSpPr/>
          <p:nvPr/>
        </p:nvSpPr>
        <p:spPr>
          <a:xfrm>
            <a:off x="-132522" y="273042"/>
            <a:ext cx="12192000" cy="4169731"/>
          </a:xfrm>
          <a:prstGeom prst="rect">
            <a:avLst/>
          </a:prstGeom>
        </p:spPr>
        <p:txBody>
          <a:bodyPr wrap="square">
            <a:spAutoFit/>
          </a:bodyPr>
          <a:lstStyle/>
          <a:p>
            <a:pPr algn="r" rtl="1">
              <a:lnSpc>
                <a:spcPct val="150000"/>
              </a:lnSpc>
              <a:spcAft>
                <a:spcPts val="800"/>
              </a:spcAft>
            </a:pPr>
            <a:r>
              <a:rPr lang="he-IL" sz="2400" b="1" dirty="0">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rPr>
              <a:t>רקע להקמת פורום 'ברק' | </a:t>
            </a:r>
          </a:p>
          <a:p>
            <a:pPr marL="285750" indent="-285750" algn="r" rtl="1">
              <a:lnSpc>
                <a:spcPct val="150000"/>
              </a:lnSpc>
              <a:spcAft>
                <a:spcPts val="800"/>
              </a:spcAft>
              <a:buFont typeface="Wingdings" panose="05000000000000000000" pitchFamily="2" charset="2"/>
              <a:buChar char="v"/>
            </a:pPr>
            <a:r>
              <a:rPr lang="he-IL" sz="1900" dirty="0">
                <a:latin typeface="Tahoma" panose="020B0604030504040204" pitchFamily="34" charset="0"/>
                <a:ea typeface="Tahoma" panose="020B0604030504040204" pitchFamily="34" charset="0"/>
                <a:cs typeface="Tahoma" panose="020B0604030504040204" pitchFamily="34" charset="0"/>
              </a:rPr>
              <a:t>היערכות לעידן של 100 שנות חיים היא אחד האתגרים האסטרטגיים של מדינת ישראל לעשורים הקרובים</a:t>
            </a:r>
          </a:p>
          <a:p>
            <a:pPr marL="285750" indent="-285750" algn="r" rtl="1">
              <a:lnSpc>
                <a:spcPct val="150000"/>
              </a:lnSpc>
              <a:spcAft>
                <a:spcPts val="800"/>
              </a:spcAft>
              <a:buFont typeface="Wingdings" panose="05000000000000000000" pitchFamily="2" charset="2"/>
              <a:buChar char="v"/>
            </a:pPr>
            <a:r>
              <a:rPr lang="he-IL" sz="1900" dirty="0">
                <a:latin typeface="Tahoma" panose="020B0604030504040204" pitchFamily="34" charset="0"/>
                <a:ea typeface="Tahoma" panose="020B0604030504040204" pitchFamily="34" charset="0"/>
                <a:cs typeface="Tahoma" panose="020B0604030504040204" pitchFamily="34" charset="0"/>
              </a:rPr>
              <a:t>החלטת ממשלה 127 לקידום הזדקנות מיטבית</a:t>
            </a:r>
          </a:p>
          <a:p>
            <a:pPr marL="285750" indent="-285750" algn="r" rtl="1">
              <a:lnSpc>
                <a:spcPct val="150000"/>
              </a:lnSpc>
              <a:spcAft>
                <a:spcPts val="800"/>
              </a:spcAft>
              <a:buFont typeface="Wingdings" panose="05000000000000000000" pitchFamily="2" charset="2"/>
              <a:buChar char="v"/>
            </a:pPr>
            <a:r>
              <a:rPr lang="he-IL" sz="1900" dirty="0">
                <a:latin typeface="Tahoma" panose="020B0604030504040204" pitchFamily="34" charset="0"/>
                <a:ea typeface="Tahoma" panose="020B0604030504040204" pitchFamily="34" charset="0"/>
                <a:cs typeface="Tahoma" panose="020B0604030504040204" pitchFamily="34" charset="0"/>
              </a:rPr>
              <a:t>צורך בהתארגנות רב-מערכתית בשורת הסוגיות והמענים הלאומיים</a:t>
            </a:r>
            <a:r>
              <a:rPr lang="en-US" sz="1900" dirty="0">
                <a:latin typeface="Tahoma" panose="020B0604030504040204" pitchFamily="34" charset="0"/>
                <a:ea typeface="Tahoma" panose="020B0604030504040204" pitchFamily="34" charset="0"/>
                <a:cs typeface="Tahoma" panose="020B0604030504040204" pitchFamily="34" charset="0"/>
              </a:rPr>
              <a:t> </a:t>
            </a:r>
            <a:r>
              <a:rPr lang="he-IL" sz="1900" dirty="0">
                <a:latin typeface="Tahoma" panose="020B0604030504040204" pitchFamily="34" charset="0"/>
                <a:ea typeface="Tahoma" panose="020B0604030504040204" pitchFamily="34" charset="0"/>
                <a:cs typeface="Tahoma" panose="020B0604030504040204" pitchFamily="34" charset="0"/>
              </a:rPr>
              <a:t>בהיבטים:</a:t>
            </a:r>
            <a:r>
              <a:rPr lang="en-US" sz="1900" dirty="0">
                <a:latin typeface="Tahoma" panose="020B0604030504040204" pitchFamily="34" charset="0"/>
                <a:ea typeface="Tahoma" panose="020B0604030504040204" pitchFamily="34" charset="0"/>
                <a:cs typeface="Tahoma" panose="020B0604030504040204" pitchFamily="34" charset="0"/>
              </a:rPr>
              <a:t/>
            </a:r>
            <a:br>
              <a:rPr lang="en-US" sz="1900" dirty="0">
                <a:latin typeface="Tahoma" panose="020B0604030504040204" pitchFamily="34" charset="0"/>
                <a:ea typeface="Tahoma" panose="020B0604030504040204" pitchFamily="34" charset="0"/>
                <a:cs typeface="Tahoma" panose="020B0604030504040204" pitchFamily="34" charset="0"/>
              </a:rPr>
            </a:br>
            <a:r>
              <a:rPr lang="he-IL" sz="1900" dirty="0">
                <a:latin typeface="Tahoma" panose="020B0604030504040204" pitchFamily="34" charset="0"/>
                <a:ea typeface="Tahoma" panose="020B0604030504040204" pitchFamily="34" charset="0"/>
                <a:cs typeface="Tahoma" panose="020B0604030504040204" pitchFamily="34" charset="0"/>
              </a:rPr>
              <a:t>חברתי, רווחתי, בריאותי וקהילתי - כדי לאפשר הזדקנות מיטבית בגישה צופה פני עתיד. </a:t>
            </a:r>
          </a:p>
          <a:p>
            <a:pPr marL="285750" indent="-285750" algn="r" rtl="1">
              <a:lnSpc>
                <a:spcPct val="150000"/>
              </a:lnSpc>
              <a:spcAft>
                <a:spcPts val="800"/>
              </a:spcAft>
              <a:buFont typeface="Wingdings" panose="05000000000000000000" pitchFamily="2" charset="2"/>
              <a:buChar char="v"/>
            </a:pPr>
            <a:r>
              <a:rPr lang="he-IL" sz="1900" dirty="0">
                <a:latin typeface="Tahoma" panose="020B0604030504040204" pitchFamily="34" charset="0"/>
                <a:ea typeface="Tahoma" panose="020B0604030504040204" pitchFamily="34" charset="0"/>
                <a:cs typeface="Tahoma" panose="020B0604030504040204" pitchFamily="34" charset="0"/>
              </a:rPr>
              <a:t>צורך בקידום של ראייה הוליסטית באקוסיסטם, תיאום, </a:t>
            </a:r>
            <a:r>
              <a:rPr lang="he-IL" sz="1900" dirty="0" err="1">
                <a:latin typeface="Tahoma" panose="020B0604030504040204" pitchFamily="34" charset="0"/>
                <a:ea typeface="Tahoma" panose="020B0604030504040204" pitchFamily="34" charset="0"/>
                <a:cs typeface="Tahoma" panose="020B0604030504040204" pitchFamily="34" charset="0"/>
              </a:rPr>
              <a:t>סינכרון</a:t>
            </a:r>
            <a:r>
              <a:rPr lang="he-IL" sz="1900" dirty="0">
                <a:latin typeface="Tahoma" panose="020B0604030504040204" pitchFamily="34" charset="0"/>
                <a:ea typeface="Tahoma" panose="020B0604030504040204" pitchFamily="34" charset="0"/>
                <a:cs typeface="Tahoma" panose="020B0604030504040204" pitchFamily="34" charset="0"/>
              </a:rPr>
              <a:t>, שיתופי פעולה רוחביים, </a:t>
            </a:r>
            <a:r>
              <a:rPr lang="en-US" sz="1900" dirty="0">
                <a:latin typeface="Tahoma" panose="020B0604030504040204" pitchFamily="34" charset="0"/>
                <a:ea typeface="Tahoma" panose="020B0604030504040204" pitchFamily="34" charset="0"/>
                <a:cs typeface="Tahoma" panose="020B0604030504040204" pitchFamily="34" charset="0"/>
              </a:rPr>
              <a:t/>
            </a:r>
            <a:br>
              <a:rPr lang="en-US" sz="1900" dirty="0">
                <a:latin typeface="Tahoma" panose="020B0604030504040204" pitchFamily="34" charset="0"/>
                <a:ea typeface="Tahoma" panose="020B0604030504040204" pitchFamily="34" charset="0"/>
                <a:cs typeface="Tahoma" panose="020B0604030504040204" pitchFamily="34" charset="0"/>
              </a:rPr>
            </a:br>
            <a:r>
              <a:rPr lang="he-IL" sz="1900" dirty="0">
                <a:latin typeface="Tahoma" panose="020B0604030504040204" pitchFamily="34" charset="0"/>
                <a:ea typeface="Tahoma" panose="020B0604030504040204" pitchFamily="34" charset="0"/>
                <a:cs typeface="Tahoma" panose="020B0604030504040204" pitchFamily="34" charset="0"/>
              </a:rPr>
              <a:t>מתן פתרונות תוך ובין מערכתיים, הטמעת חדשנות ועוד. </a:t>
            </a:r>
          </a:p>
          <a:p>
            <a:pPr marL="285750" indent="-285750" algn="r" rtl="1">
              <a:lnSpc>
                <a:spcPct val="150000"/>
              </a:lnSpc>
              <a:spcAft>
                <a:spcPts val="800"/>
              </a:spcAft>
              <a:buFont typeface="Wingdings" panose="05000000000000000000" pitchFamily="2" charset="2"/>
              <a:buChar char="v"/>
            </a:pPr>
            <a:r>
              <a:rPr lang="he-IL" sz="1900" dirty="0">
                <a:latin typeface="Tahoma" panose="020B0604030504040204" pitchFamily="34" charset="0"/>
                <a:ea typeface="Tahoma" panose="020B0604030504040204" pitchFamily="34" charset="0"/>
                <a:cs typeface="Tahoma" panose="020B0604030504040204" pitchFamily="34" charset="0"/>
              </a:rPr>
              <a:t>תוצר עבודה של התכנית 'זמן עתיד'</a:t>
            </a:r>
            <a:endParaRPr lang="en-US" sz="1900" dirty="0">
              <a:latin typeface="Tahoma" panose="020B0604030504040204" pitchFamily="34" charset="0"/>
              <a:ea typeface="Tahoma" panose="020B0604030504040204" pitchFamily="34" charset="0"/>
              <a:cs typeface="Tahoma" panose="020B0604030504040204" pitchFamily="34" charset="0"/>
            </a:endParaRPr>
          </a:p>
        </p:txBody>
      </p:sp>
      <p:sp>
        <p:nvSpPr>
          <p:cNvPr id="2" name="תיבת טקסט 1">
            <a:extLst>
              <a:ext uri="{FF2B5EF4-FFF2-40B4-BE49-F238E27FC236}">
                <a16:creationId xmlns:a16="http://schemas.microsoft.com/office/drawing/2014/main" id="{E1C657B3-7277-4584-81F7-0F4435272A4B}"/>
              </a:ext>
            </a:extLst>
          </p:cNvPr>
          <p:cNvSpPr txBox="1"/>
          <p:nvPr/>
        </p:nvSpPr>
        <p:spPr>
          <a:xfrm>
            <a:off x="477078" y="4632613"/>
            <a:ext cx="11582400" cy="2410916"/>
          </a:xfrm>
          <a:prstGeom prst="rect">
            <a:avLst/>
          </a:prstGeom>
          <a:noFill/>
        </p:spPr>
        <p:txBody>
          <a:bodyPr wrap="square" rtlCol="1">
            <a:spAutoFit/>
          </a:bodyPr>
          <a:lstStyle/>
          <a:p>
            <a:pPr algn="r" rtl="1">
              <a:lnSpc>
                <a:spcPct val="150000"/>
              </a:lnSpc>
              <a:spcAft>
                <a:spcPts val="800"/>
              </a:spcAft>
            </a:pPr>
            <a:r>
              <a:rPr lang="he-IL" sz="2400" b="1" dirty="0">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rPr>
              <a:t>הרכב הפורום והשותפים | </a:t>
            </a:r>
          </a:p>
          <a:p>
            <a:pPr algn="r">
              <a:lnSpc>
                <a:spcPct val="150000"/>
              </a:lnSpc>
            </a:pPr>
            <a:r>
              <a:rPr lang="he-IL" sz="2000" dirty="0">
                <a:latin typeface="Tahoma" panose="020B0604030504040204" pitchFamily="34" charset="0"/>
                <a:ea typeface="Tahoma" panose="020B0604030504040204" pitchFamily="34" charset="0"/>
                <a:cs typeface="Tahoma" panose="020B0604030504040204" pitchFamily="34" charset="0"/>
              </a:rPr>
              <a:t>נציגים בכירים ממשרד הרווחה, הבריאות, הביטוח הלאומי, רשויות מקומיות, הג'וינט וכל קופות החולים בישראל היושבים סביב שולחן עבודה משותף ובו משלבים ידע, מומחיות, ניסיון ומשאבים למציאת פתרונות ומענים לצרכים.</a:t>
            </a:r>
            <a:endParaRPr lang="en-US" sz="2000" dirty="0">
              <a:latin typeface="Tahoma" panose="020B0604030504040204" pitchFamily="34" charset="0"/>
              <a:ea typeface="Tahoma" panose="020B0604030504040204" pitchFamily="34" charset="0"/>
              <a:cs typeface="Tahoma" panose="020B0604030504040204" pitchFamily="34" charset="0"/>
            </a:endParaRPr>
          </a:p>
          <a:p>
            <a:pPr algn="r"/>
            <a:endParaRPr lang="he-IL" dirty="0"/>
          </a:p>
        </p:txBody>
      </p:sp>
    </p:spTree>
    <p:extLst>
      <p:ext uri="{BB962C8B-B14F-4D97-AF65-F5344CB8AC3E}">
        <p14:creationId xmlns:p14="http://schemas.microsoft.com/office/powerpoint/2010/main" val="11702120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500"/>
                                        <p:tgtEl>
                                          <p:spTgt spid="4">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Effect transition="in" filter="wipe(up)">
                                      <p:cBhvr>
                                        <p:cTn id="11" dur="500"/>
                                        <p:tgtEl>
                                          <p:spTgt spid="4">
                                            <p:txEl>
                                              <p:pRg st="1" end="1"/>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wipe(up)">
                                      <p:cBhvr>
                                        <p:cTn id="15" dur="500"/>
                                        <p:tgtEl>
                                          <p:spTgt spid="4">
                                            <p:txEl>
                                              <p:pRg st="2" end="2"/>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Effect transition="in" filter="wipe(up)">
                                      <p:cBhvr>
                                        <p:cTn id="19" dur="500"/>
                                        <p:tgtEl>
                                          <p:spTgt spid="4">
                                            <p:txEl>
                                              <p:pRg st="3" end="3"/>
                                            </p:txEl>
                                          </p:spTgt>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wipe(up)">
                                      <p:cBhvr>
                                        <p:cTn id="23" dur="500"/>
                                        <p:tgtEl>
                                          <p:spTgt spid="4">
                                            <p:txEl>
                                              <p:pRg st="4" end="4"/>
                                            </p:txEl>
                                          </p:spTgt>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wipe(up)">
                                      <p:cBhvr>
                                        <p:cTn id="27" dur="5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right)">
                                      <p:cBhvr>
                                        <p:cTn id="3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95B3318E-EC75-AA8C-A846-753931FCFC9B}"/>
            </a:ext>
          </a:extLst>
        </p:cNvPr>
        <p:cNvGrpSpPr/>
        <p:nvPr/>
      </p:nvGrpSpPr>
      <p:grpSpPr>
        <a:xfrm>
          <a:off x="0" y="0"/>
          <a:ext cx="0" cy="0"/>
          <a:chOff x="0" y="0"/>
          <a:chExt cx="0" cy="0"/>
        </a:xfrm>
      </p:grpSpPr>
      <p:sp>
        <p:nvSpPr>
          <p:cNvPr id="4" name="מלבן 3">
            <a:extLst>
              <a:ext uri="{FF2B5EF4-FFF2-40B4-BE49-F238E27FC236}">
                <a16:creationId xmlns:a16="http://schemas.microsoft.com/office/drawing/2014/main" id="{6B60BAC2-4B14-59DE-85DD-7A80FF163705}"/>
              </a:ext>
            </a:extLst>
          </p:cNvPr>
          <p:cNvSpPr/>
          <p:nvPr/>
        </p:nvSpPr>
        <p:spPr>
          <a:xfrm>
            <a:off x="-92765" y="0"/>
            <a:ext cx="12059798" cy="6333593"/>
          </a:xfrm>
          <a:prstGeom prst="rect">
            <a:avLst/>
          </a:prstGeom>
        </p:spPr>
        <p:txBody>
          <a:bodyPr wrap="square">
            <a:spAutoFit/>
          </a:bodyPr>
          <a:lstStyle/>
          <a:p>
            <a:pPr algn="r" rtl="1">
              <a:spcAft>
                <a:spcPts val="800"/>
              </a:spcAft>
            </a:pPr>
            <a:endParaRPr lang="he-IL" sz="2400" b="1" dirty="0">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endParaRPr>
          </a:p>
          <a:p>
            <a:pPr algn="r" rtl="1">
              <a:spcAft>
                <a:spcPts val="800"/>
              </a:spcAft>
            </a:pPr>
            <a:r>
              <a:rPr lang="he-IL" sz="2400" b="1" dirty="0">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rPr>
              <a:t>מבנה ארגוני |</a:t>
            </a:r>
            <a:r>
              <a:rPr lang="en-US" sz="2400" b="1" dirty="0">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rPr>
              <a:t/>
            </a:r>
            <a:br>
              <a:rPr lang="en-US" sz="2400" b="1" dirty="0">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rPr>
            </a:br>
            <a:endParaRPr lang="en-US" sz="2400" b="1" dirty="0">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endParaRPr>
          </a:p>
          <a:p>
            <a:pPr marL="285750" lvl="0" indent="-285750" algn="r" rtl="1">
              <a:spcAft>
                <a:spcPts val="0"/>
              </a:spcAft>
              <a:buFont typeface="Wingdings" panose="05000000000000000000" pitchFamily="2" charset="2"/>
              <a:buChar char="§"/>
            </a:pPr>
            <a:r>
              <a:rPr lang="he-IL" sz="1900" b="1" dirty="0">
                <a:latin typeface="Tahoma" panose="020B0604030504040204" pitchFamily="34" charset="0"/>
                <a:ea typeface="Tahoma" panose="020B0604030504040204" pitchFamily="34" charset="0"/>
                <a:cs typeface="Tahoma" panose="020B0604030504040204" pitchFamily="34" charset="0"/>
              </a:rPr>
              <a:t>ועדת היגוי </a:t>
            </a:r>
            <a:r>
              <a:rPr lang="en-US" sz="1900" b="1" dirty="0">
                <a:latin typeface="Tahoma" panose="020B0604030504040204" pitchFamily="34" charset="0"/>
                <a:ea typeface="Tahoma" panose="020B0604030504040204" pitchFamily="34" charset="0"/>
                <a:cs typeface="Tahoma" panose="020B0604030504040204" pitchFamily="34" charset="0"/>
              </a:rPr>
              <a:t/>
            </a:r>
            <a:br>
              <a:rPr lang="en-US" sz="1900" b="1" dirty="0">
                <a:latin typeface="Tahoma" panose="020B0604030504040204" pitchFamily="34" charset="0"/>
                <a:ea typeface="Tahoma" panose="020B0604030504040204" pitchFamily="34" charset="0"/>
                <a:cs typeface="Tahoma" panose="020B0604030504040204" pitchFamily="34" charset="0"/>
              </a:rPr>
            </a:br>
            <a:r>
              <a:rPr lang="he-IL" sz="1900" dirty="0">
                <a:latin typeface="Tahoma" panose="020B0604030504040204" pitchFamily="34" charset="0"/>
                <a:ea typeface="Tahoma" panose="020B0604030504040204" pitchFamily="34" charset="0"/>
                <a:cs typeface="Tahoma" panose="020B0604030504040204" pitchFamily="34" charset="0"/>
              </a:rPr>
              <a:t>ועדה המורכבת מנציגות בכירה של כל אחד מהגופים המרכזיים המעורבים בפורום, נפגשת אחת לרבעון. </a:t>
            </a:r>
            <a:r>
              <a:rPr lang="en-US" sz="1900" dirty="0">
                <a:latin typeface="Tahoma" panose="020B0604030504040204" pitchFamily="34" charset="0"/>
                <a:ea typeface="Tahoma" panose="020B0604030504040204" pitchFamily="34" charset="0"/>
                <a:cs typeface="Tahoma" panose="020B0604030504040204" pitchFamily="34" charset="0"/>
              </a:rPr>
              <a:t/>
            </a:r>
            <a:br>
              <a:rPr lang="en-US" sz="1900" dirty="0">
                <a:latin typeface="Tahoma" panose="020B0604030504040204" pitchFamily="34" charset="0"/>
                <a:ea typeface="Tahoma" panose="020B0604030504040204" pitchFamily="34" charset="0"/>
                <a:cs typeface="Tahoma" panose="020B0604030504040204" pitchFamily="34" charset="0"/>
              </a:rPr>
            </a:br>
            <a:endParaRPr lang="he-IL" sz="1900" dirty="0">
              <a:latin typeface="Tahoma" panose="020B0604030504040204" pitchFamily="34" charset="0"/>
              <a:ea typeface="Tahoma" panose="020B0604030504040204" pitchFamily="34" charset="0"/>
              <a:cs typeface="Tahoma" panose="020B0604030504040204" pitchFamily="34" charset="0"/>
            </a:endParaRPr>
          </a:p>
          <a:p>
            <a:pPr marL="285750" lvl="0" indent="-285750" algn="r" rtl="1">
              <a:spcAft>
                <a:spcPts val="0"/>
              </a:spcAft>
              <a:buFont typeface="Wingdings" panose="05000000000000000000" pitchFamily="2" charset="2"/>
              <a:buChar char="§"/>
            </a:pPr>
            <a:r>
              <a:rPr lang="he-IL" sz="1900" b="1" dirty="0">
                <a:latin typeface="Tahoma" panose="020B0604030504040204" pitchFamily="34" charset="0"/>
                <a:ea typeface="Tahoma" panose="020B0604030504040204" pitchFamily="34" charset="0"/>
                <a:cs typeface="Tahoma" panose="020B0604030504040204" pitchFamily="34" charset="0"/>
              </a:rPr>
              <a:t>'המטבחון'</a:t>
            </a:r>
            <a:r>
              <a:rPr lang="en-US" sz="1900" b="1" dirty="0">
                <a:latin typeface="Tahoma" panose="020B0604030504040204" pitchFamily="34" charset="0"/>
                <a:ea typeface="Tahoma" panose="020B0604030504040204" pitchFamily="34" charset="0"/>
                <a:cs typeface="Tahoma" panose="020B0604030504040204" pitchFamily="34" charset="0"/>
              </a:rPr>
              <a:t/>
            </a:r>
            <a:br>
              <a:rPr lang="en-US" sz="1900" b="1" dirty="0">
                <a:latin typeface="Tahoma" panose="020B0604030504040204" pitchFamily="34" charset="0"/>
                <a:ea typeface="Tahoma" panose="020B0604030504040204" pitchFamily="34" charset="0"/>
                <a:cs typeface="Tahoma" panose="020B0604030504040204" pitchFamily="34" charset="0"/>
              </a:rPr>
            </a:br>
            <a:r>
              <a:rPr lang="he-IL" sz="1900" dirty="0">
                <a:latin typeface="Tahoma" panose="020B0604030504040204" pitchFamily="34" charset="0"/>
                <a:ea typeface="Tahoma" panose="020B0604030504040204" pitchFamily="34" charset="0"/>
                <a:cs typeface="Tahoma" panose="020B0604030504040204" pitchFamily="34" charset="0"/>
              </a:rPr>
              <a:t>צוות מצומצם של נציגות מכל ארגון, שנועד לארגן ולקדם את הפעילות ואת המענים לסוגיות המתעוררות בשוטף.</a:t>
            </a:r>
            <a:r>
              <a:rPr lang="en-US" sz="1900" dirty="0">
                <a:latin typeface="Tahoma" panose="020B0604030504040204" pitchFamily="34" charset="0"/>
                <a:ea typeface="Tahoma" panose="020B0604030504040204" pitchFamily="34" charset="0"/>
                <a:cs typeface="Tahoma" panose="020B0604030504040204" pitchFamily="34" charset="0"/>
              </a:rPr>
              <a:t/>
            </a:r>
            <a:br>
              <a:rPr lang="en-US" sz="1900" dirty="0">
                <a:latin typeface="Tahoma" panose="020B0604030504040204" pitchFamily="34" charset="0"/>
                <a:ea typeface="Tahoma" panose="020B0604030504040204" pitchFamily="34" charset="0"/>
                <a:cs typeface="Tahoma" panose="020B0604030504040204" pitchFamily="34" charset="0"/>
              </a:rPr>
            </a:br>
            <a:endParaRPr lang="he-IL" sz="1900" dirty="0">
              <a:latin typeface="Tahoma" panose="020B0604030504040204" pitchFamily="34" charset="0"/>
              <a:ea typeface="Tahoma" panose="020B0604030504040204" pitchFamily="34" charset="0"/>
              <a:cs typeface="Tahoma" panose="020B0604030504040204" pitchFamily="34" charset="0"/>
            </a:endParaRPr>
          </a:p>
          <a:p>
            <a:pPr marL="285750" lvl="0" indent="-285750" algn="r" rtl="1">
              <a:lnSpc>
                <a:spcPct val="150000"/>
              </a:lnSpc>
              <a:spcAft>
                <a:spcPts val="0"/>
              </a:spcAft>
              <a:buFont typeface="Wingdings" panose="05000000000000000000" pitchFamily="2" charset="2"/>
              <a:buChar char="§"/>
            </a:pPr>
            <a:r>
              <a:rPr lang="he-IL" sz="1900" b="1" dirty="0">
                <a:latin typeface="Tahoma" panose="020B0604030504040204" pitchFamily="34" charset="0"/>
                <a:ea typeface="Tahoma" panose="020B0604030504040204" pitchFamily="34" charset="0"/>
                <a:cs typeface="Tahoma" panose="020B0604030504040204" pitchFamily="34" charset="0"/>
              </a:rPr>
              <a:t>צוותי עבודה - </a:t>
            </a:r>
            <a:r>
              <a:rPr lang="he-IL" sz="1900" dirty="0">
                <a:latin typeface="Tahoma" panose="020B0604030504040204" pitchFamily="34" charset="0"/>
                <a:ea typeface="Tahoma" panose="020B0604030504040204" pitchFamily="34" charset="0"/>
                <a:cs typeface="Tahoma" panose="020B0604030504040204" pitchFamily="34" charset="0"/>
              </a:rPr>
              <a:t>3 צוותי עבודה הממוקדים ב- 3 אתגרי ליבה שנבחרו: </a:t>
            </a:r>
            <a:r>
              <a:rPr lang="en-US" sz="1900" dirty="0">
                <a:latin typeface="Tahoma" panose="020B0604030504040204" pitchFamily="34" charset="0"/>
                <a:ea typeface="Tahoma" panose="020B0604030504040204" pitchFamily="34" charset="0"/>
                <a:cs typeface="Tahoma" panose="020B0604030504040204" pitchFamily="34" charset="0"/>
              </a:rPr>
              <a:t/>
            </a:r>
            <a:br>
              <a:rPr lang="en-US" sz="1900" dirty="0">
                <a:latin typeface="Tahoma" panose="020B0604030504040204" pitchFamily="34" charset="0"/>
                <a:ea typeface="Tahoma" panose="020B0604030504040204" pitchFamily="34" charset="0"/>
                <a:cs typeface="Tahoma" panose="020B0604030504040204" pitchFamily="34" charset="0"/>
              </a:rPr>
            </a:br>
            <a:r>
              <a:rPr lang="he-IL" sz="1900" dirty="0">
                <a:latin typeface="Tahoma" panose="020B0604030504040204" pitchFamily="34" charset="0"/>
                <a:ea typeface="Tahoma" panose="020B0604030504040204" pitchFamily="34" charset="0"/>
                <a:cs typeface="Tahoma" panose="020B0604030504040204" pitchFamily="34" charset="0"/>
              </a:rPr>
              <a:t>1. מניעת הדרדרות  2. דאטה ודיגיטציה  3. רשויות מקומיות.</a:t>
            </a:r>
          </a:p>
          <a:p>
            <a:pPr lvl="0" algn="r" rtl="1">
              <a:lnSpc>
                <a:spcPct val="150000"/>
              </a:lnSpc>
              <a:spcAft>
                <a:spcPts val="0"/>
              </a:spcAft>
            </a:pPr>
            <a:r>
              <a:rPr lang="en-US" sz="1900" dirty="0">
                <a:latin typeface="Tahoma" panose="020B0604030504040204" pitchFamily="34" charset="0"/>
                <a:ea typeface="Tahoma" panose="020B0604030504040204" pitchFamily="34" charset="0"/>
                <a:cs typeface="Tahoma" panose="020B0604030504040204" pitchFamily="34" charset="0"/>
              </a:rPr>
              <a:t/>
            </a:r>
            <a:br>
              <a:rPr lang="en-US" sz="1900" dirty="0">
                <a:latin typeface="Tahoma" panose="020B0604030504040204" pitchFamily="34" charset="0"/>
                <a:ea typeface="Tahoma" panose="020B0604030504040204" pitchFamily="34" charset="0"/>
                <a:cs typeface="Tahoma" panose="020B0604030504040204" pitchFamily="34" charset="0"/>
              </a:rPr>
            </a:br>
            <a:r>
              <a:rPr lang="he-IL" sz="1900" dirty="0">
                <a:latin typeface="Tahoma" panose="020B0604030504040204" pitchFamily="34" charset="0"/>
                <a:ea typeface="Tahoma" panose="020B0604030504040204" pitchFamily="34" charset="0"/>
                <a:cs typeface="Tahoma" panose="020B0604030504040204" pitchFamily="34" charset="0"/>
              </a:rPr>
              <a:t>את הפורום וצוותי העבודה מלווים הג'וינט-אלכא </a:t>
            </a:r>
            <a:r>
              <a:rPr lang="en-US" sz="1900" dirty="0">
                <a:latin typeface="Tahoma" panose="020B0604030504040204" pitchFamily="34" charset="0"/>
                <a:ea typeface="Tahoma" panose="020B0604030504040204" pitchFamily="34" charset="0"/>
                <a:cs typeface="Tahoma" panose="020B0604030504040204" pitchFamily="34" charset="0"/>
              </a:rPr>
              <a:t/>
            </a:r>
            <a:br>
              <a:rPr lang="en-US" sz="1900" dirty="0">
                <a:latin typeface="Tahoma" panose="020B0604030504040204" pitchFamily="34" charset="0"/>
                <a:ea typeface="Tahoma" panose="020B0604030504040204" pitchFamily="34" charset="0"/>
                <a:cs typeface="Tahoma" panose="020B0604030504040204" pitchFamily="34" charset="0"/>
              </a:rPr>
            </a:br>
            <a:r>
              <a:rPr lang="he-IL" sz="1900" dirty="0">
                <a:latin typeface="Tahoma" panose="020B0604030504040204" pitchFamily="34" charset="0"/>
                <a:ea typeface="Tahoma" panose="020B0604030504040204" pitchFamily="34" charset="0"/>
                <a:cs typeface="Tahoma" panose="020B0604030504040204" pitchFamily="34" charset="0"/>
              </a:rPr>
              <a:t>על מנת לסייע בפיתוח מודל עבודה להובלת שינוי מול האתגרים השונים.</a:t>
            </a:r>
          </a:p>
          <a:p>
            <a:pPr marL="457200" algn="just" rtl="1">
              <a:lnSpc>
                <a:spcPct val="150000"/>
              </a:lnSpc>
              <a:spcAft>
                <a:spcPts val="0"/>
              </a:spcAft>
            </a:pPr>
            <a:endParaRPr lang="he-IL" sz="1600" dirty="0">
              <a:latin typeface="Tahoma" panose="020B0604030504040204" pitchFamily="34" charset="0"/>
              <a:ea typeface="Tahoma" panose="020B0604030504040204" pitchFamily="34" charset="0"/>
              <a:cs typeface="Tahoma" panose="020B0604030504040204" pitchFamily="34" charset="0"/>
            </a:endParaRPr>
          </a:p>
          <a:p>
            <a:pPr algn="r" rtl="1">
              <a:lnSpc>
                <a:spcPct val="150000"/>
              </a:lnSpc>
              <a:spcAft>
                <a:spcPts val="800"/>
              </a:spcAft>
            </a:pPr>
            <a:endParaRPr lang="he-IL" sz="1600" b="1" dirty="0">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endParaRPr>
          </a:p>
        </p:txBody>
      </p:sp>
      <p:graphicFrame>
        <p:nvGraphicFramePr>
          <p:cNvPr id="2" name="דיאגרמה 1">
            <a:extLst>
              <a:ext uri="{FF2B5EF4-FFF2-40B4-BE49-F238E27FC236}">
                <a16:creationId xmlns:a16="http://schemas.microsoft.com/office/drawing/2014/main" id="{8F0EE49A-40DD-AF54-9019-42250117DCDC}"/>
              </a:ext>
            </a:extLst>
          </p:cNvPr>
          <p:cNvGraphicFramePr/>
          <p:nvPr>
            <p:extLst>
              <p:ext uri="{D42A27DB-BD31-4B8C-83A1-F6EECF244321}">
                <p14:modId xmlns:p14="http://schemas.microsoft.com/office/powerpoint/2010/main" val="3738301978"/>
              </p:ext>
            </p:extLst>
          </p:nvPr>
        </p:nvGraphicFramePr>
        <p:xfrm>
          <a:off x="-899539" y="2726633"/>
          <a:ext cx="6444211" cy="44342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219503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3778C84E-E613-AB5A-A3BC-780DCE551D75}"/>
            </a:ext>
          </a:extLst>
        </p:cNvPr>
        <p:cNvGrpSpPr/>
        <p:nvPr/>
      </p:nvGrpSpPr>
      <p:grpSpPr>
        <a:xfrm>
          <a:off x="0" y="0"/>
          <a:ext cx="0" cy="0"/>
          <a:chOff x="0" y="0"/>
          <a:chExt cx="0" cy="0"/>
        </a:xfrm>
      </p:grpSpPr>
      <p:sp>
        <p:nvSpPr>
          <p:cNvPr id="4" name="מלבן 3">
            <a:extLst>
              <a:ext uri="{FF2B5EF4-FFF2-40B4-BE49-F238E27FC236}">
                <a16:creationId xmlns:a16="http://schemas.microsoft.com/office/drawing/2014/main" id="{FCFBA1B6-06F4-D565-7429-48079DD73E1E}"/>
              </a:ext>
            </a:extLst>
          </p:cNvPr>
          <p:cNvSpPr/>
          <p:nvPr/>
        </p:nvSpPr>
        <p:spPr>
          <a:xfrm>
            <a:off x="-278616" y="500270"/>
            <a:ext cx="12059798" cy="5041893"/>
          </a:xfrm>
          <a:prstGeom prst="rect">
            <a:avLst/>
          </a:prstGeom>
        </p:spPr>
        <p:txBody>
          <a:bodyPr wrap="square">
            <a:spAutoFit/>
          </a:bodyPr>
          <a:lstStyle/>
          <a:p>
            <a:pPr algn="just" rtl="1">
              <a:lnSpc>
                <a:spcPct val="150000"/>
              </a:lnSpc>
              <a:spcAft>
                <a:spcPts val="800"/>
              </a:spcAft>
            </a:pPr>
            <a:endParaRPr lang="en-US" sz="1600" dirty="0">
              <a:latin typeface="Tahoma" panose="020B0604030504040204" pitchFamily="34" charset="0"/>
              <a:ea typeface="Tahoma" panose="020B0604030504040204" pitchFamily="34" charset="0"/>
              <a:cs typeface="Tahoma" panose="020B0604030504040204" pitchFamily="34" charset="0"/>
            </a:endParaRPr>
          </a:p>
          <a:p>
            <a:pPr lvl="0" algn="r" rtl="1">
              <a:lnSpc>
                <a:spcPct val="150000"/>
              </a:lnSpc>
            </a:pPr>
            <a:r>
              <a:rPr lang="he-IL" sz="2400" b="1" dirty="0">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rPr>
              <a:t>תוצאות רצויות |</a:t>
            </a:r>
            <a:r>
              <a:rPr lang="en-US" sz="2400" b="1" dirty="0">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rPr>
              <a:t> </a:t>
            </a:r>
            <a:r>
              <a:rPr lang="he-IL" sz="2400" b="1" dirty="0">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rPr>
              <a:t> </a:t>
            </a:r>
          </a:p>
          <a:p>
            <a:pPr marL="342900" lvl="0" indent="-342900" algn="r" rtl="1">
              <a:lnSpc>
                <a:spcPct val="150000"/>
              </a:lnSpc>
              <a:buFont typeface="Wingdings" panose="05000000000000000000" pitchFamily="2" charset="2"/>
              <a:buChar char="ü"/>
            </a:pPr>
            <a:r>
              <a:rPr lang="he-IL" sz="1900" dirty="0">
                <a:latin typeface="Tahoma" panose="020B0604030504040204" pitchFamily="34" charset="0"/>
                <a:ea typeface="Tahoma" panose="020B0604030504040204" pitchFamily="34" charset="0"/>
                <a:cs typeface="Tahoma" panose="020B0604030504040204" pitchFamily="34" charset="0"/>
              </a:rPr>
              <a:t>פיתוח מענים בהסתכלות רב מקצועית ורב מערכתית לאתגרי ההזדקנות. </a:t>
            </a:r>
          </a:p>
          <a:p>
            <a:pPr marL="342900" lvl="0" indent="-342900" algn="r" rtl="1">
              <a:lnSpc>
                <a:spcPct val="150000"/>
              </a:lnSpc>
              <a:buFont typeface="Wingdings" panose="05000000000000000000" pitchFamily="2" charset="2"/>
              <a:buChar char="ü"/>
            </a:pPr>
            <a:r>
              <a:rPr lang="he-IL" sz="1900" dirty="0">
                <a:latin typeface="Tahoma" panose="020B0604030504040204" pitchFamily="34" charset="0"/>
                <a:ea typeface="Tahoma" panose="020B0604030504040204" pitchFamily="34" charset="0"/>
                <a:cs typeface="Tahoma" panose="020B0604030504040204" pitchFamily="34" charset="0"/>
              </a:rPr>
              <a:t>שיתופי פעולה מובנים בין מערכת הרווחה למערכת הבריאות לשיפור המענה לזקן.</a:t>
            </a:r>
          </a:p>
          <a:p>
            <a:pPr marL="342900" lvl="0" indent="-342900" algn="r" rtl="1">
              <a:lnSpc>
                <a:spcPct val="150000"/>
              </a:lnSpc>
              <a:buFont typeface="Wingdings" panose="05000000000000000000" pitchFamily="2" charset="2"/>
              <a:buChar char="ü"/>
            </a:pPr>
            <a:r>
              <a:rPr lang="he-IL" sz="1900" dirty="0" smtClean="0">
                <a:latin typeface="Tahoma" panose="020B0604030504040204" pitchFamily="34" charset="0"/>
                <a:ea typeface="Tahoma" panose="020B0604030504040204" pitchFamily="34" charset="0"/>
                <a:cs typeface="Tahoma" panose="020B0604030504040204" pitchFamily="34" charset="0"/>
              </a:rPr>
              <a:t>מיפוי </a:t>
            </a:r>
            <a:r>
              <a:rPr lang="he-IL" sz="1900" dirty="0">
                <a:latin typeface="Tahoma" panose="020B0604030504040204" pitchFamily="34" charset="0"/>
                <a:ea typeface="Tahoma" panose="020B0604030504040204" pitchFamily="34" charset="0"/>
                <a:cs typeface="Tahoma" panose="020B0604030504040204" pitchFamily="34" charset="0"/>
              </a:rPr>
              <a:t>אתגרים וחסמי הליבה כבסיס לפיתוח תכניות עבודה משותפות המכוונות להתמודדות עימם.</a:t>
            </a:r>
          </a:p>
          <a:p>
            <a:pPr marL="342900" lvl="0" indent="-342900" algn="r" rtl="1">
              <a:lnSpc>
                <a:spcPct val="150000"/>
              </a:lnSpc>
              <a:buFont typeface="Wingdings" panose="05000000000000000000" pitchFamily="2" charset="2"/>
              <a:buChar char="ü"/>
            </a:pPr>
            <a:r>
              <a:rPr lang="he-IL" sz="1900" dirty="0" err="1">
                <a:latin typeface="Tahoma" panose="020B0604030504040204" pitchFamily="34" charset="0"/>
                <a:ea typeface="Tahoma" panose="020B0604030504040204" pitchFamily="34" charset="0"/>
                <a:cs typeface="Tahoma" panose="020B0604030504040204" pitchFamily="34" charset="0"/>
              </a:rPr>
              <a:t>אקוסיסטם</a:t>
            </a:r>
            <a:r>
              <a:rPr lang="he-IL" sz="1900" dirty="0">
                <a:latin typeface="Tahoma" panose="020B0604030504040204" pitchFamily="34" charset="0"/>
                <a:ea typeface="Tahoma" panose="020B0604030504040204" pitchFamily="34" charset="0"/>
                <a:cs typeface="Tahoma" panose="020B0604030504040204" pitchFamily="34" charset="0"/>
              </a:rPr>
              <a:t> הפועל במשותף באופן מתואם, מתוכנן תוך מיצוי אפקטיבי של המשאבים.</a:t>
            </a:r>
          </a:p>
          <a:p>
            <a:pPr marL="342900" lvl="0" indent="-342900" algn="r" rtl="1">
              <a:lnSpc>
                <a:spcPct val="150000"/>
              </a:lnSpc>
              <a:buFont typeface="Wingdings" panose="05000000000000000000" pitchFamily="2" charset="2"/>
              <a:buChar char="ü"/>
            </a:pPr>
            <a:r>
              <a:rPr lang="he-IL" sz="1900" dirty="0">
                <a:latin typeface="Tahoma" panose="020B0604030504040204" pitchFamily="34" charset="0"/>
                <a:ea typeface="Tahoma" panose="020B0604030504040204" pitchFamily="34" charset="0"/>
                <a:cs typeface="Tahoma" panose="020B0604030504040204" pitchFamily="34" charset="0"/>
              </a:rPr>
              <a:t>תמונת עתיד משותפת הגוזרת יוזמות משותפות המכוונות לייצר שירותים איכותיים, נגישים, </a:t>
            </a:r>
            <a:r>
              <a:rPr lang="en-US" sz="1900" dirty="0">
                <a:latin typeface="Tahoma" panose="020B0604030504040204" pitchFamily="34" charset="0"/>
                <a:ea typeface="Tahoma" panose="020B0604030504040204" pitchFamily="34" charset="0"/>
                <a:cs typeface="Tahoma" panose="020B0604030504040204" pitchFamily="34" charset="0"/>
              </a:rPr>
              <a:t/>
            </a:r>
            <a:br>
              <a:rPr lang="en-US" sz="1900" dirty="0">
                <a:latin typeface="Tahoma" panose="020B0604030504040204" pitchFamily="34" charset="0"/>
                <a:ea typeface="Tahoma" panose="020B0604030504040204" pitchFamily="34" charset="0"/>
                <a:cs typeface="Tahoma" panose="020B0604030504040204" pitchFamily="34" charset="0"/>
              </a:rPr>
            </a:br>
            <a:r>
              <a:rPr lang="he-IL" sz="1900" dirty="0">
                <a:latin typeface="Tahoma" panose="020B0604030504040204" pitchFamily="34" charset="0"/>
                <a:ea typeface="Tahoma" panose="020B0604030504040204" pitchFamily="34" charset="0"/>
                <a:cs typeface="Tahoma" panose="020B0604030504040204" pitchFamily="34" charset="0"/>
              </a:rPr>
              <a:t>חדשניים ומותאמים לאוכלוסייה המגוונת.</a:t>
            </a:r>
          </a:p>
          <a:p>
            <a:pPr marL="342900" indent="-342900" algn="r" rtl="1">
              <a:lnSpc>
                <a:spcPct val="150000"/>
              </a:lnSpc>
              <a:spcAft>
                <a:spcPts val="800"/>
              </a:spcAft>
              <a:buFont typeface="Wingdings" panose="05000000000000000000" pitchFamily="2" charset="2"/>
              <a:buChar char="ü"/>
            </a:pPr>
            <a:endParaRPr lang="he-IL" sz="1900" dirty="0">
              <a:latin typeface="Tahoma" panose="020B0604030504040204" pitchFamily="34" charset="0"/>
              <a:ea typeface="Tahoma" panose="020B0604030504040204" pitchFamily="34" charset="0"/>
              <a:cs typeface="Tahoma" panose="020B0604030504040204" pitchFamily="34" charset="0"/>
            </a:endParaRPr>
          </a:p>
          <a:p>
            <a:pPr marL="342900" indent="-342900" algn="r" rtl="1">
              <a:lnSpc>
                <a:spcPct val="150000"/>
              </a:lnSpc>
              <a:spcAft>
                <a:spcPts val="800"/>
              </a:spcAft>
              <a:buFont typeface="Wingdings" panose="05000000000000000000" pitchFamily="2" charset="2"/>
              <a:buChar char="ü"/>
            </a:pPr>
            <a:endParaRPr lang="he-IL" sz="1900" dirty="0">
              <a:latin typeface="Tahoma" panose="020B0604030504040204" pitchFamily="34" charset="0"/>
              <a:ea typeface="Tahoma" panose="020B0604030504040204" pitchFamily="34" charset="0"/>
              <a:cs typeface="Tahoma" panose="020B0604030504040204" pitchFamily="34" charset="0"/>
            </a:endParaRPr>
          </a:p>
          <a:p>
            <a:pPr marL="457200" algn="just" rtl="1">
              <a:lnSpc>
                <a:spcPct val="107000"/>
              </a:lnSpc>
              <a:spcAft>
                <a:spcPts val="0"/>
              </a:spcAft>
            </a:pPr>
            <a:endParaRPr lang="en-US" sz="14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3697209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Box 5"/>
          <p:cNvSpPr txBox="1"/>
          <p:nvPr/>
        </p:nvSpPr>
        <p:spPr>
          <a:xfrm>
            <a:off x="6830567" y="814322"/>
            <a:ext cx="4923889" cy="830997"/>
          </a:xfrm>
          <a:prstGeom prst="rect">
            <a:avLst/>
          </a:prstGeom>
          <a:noFill/>
        </p:spPr>
        <p:txBody>
          <a:bodyPr wrap="square" rtlCol="1">
            <a:spAutoFit/>
          </a:bodyPr>
          <a:lstStyle/>
          <a:p>
            <a:pPr algn="r" rtl="1"/>
            <a:r>
              <a:rPr lang="he-IL" sz="2400" b="1" dirty="0">
                <a:latin typeface="Arial" panose="020B0604020202020204" pitchFamily="34" charset="0"/>
                <a:cs typeface="Arial" panose="020B0604020202020204" pitchFamily="34" charset="0"/>
              </a:rPr>
              <a:t>צוות מניעת הדרדרות | </a:t>
            </a:r>
            <a:r>
              <a:rPr lang="he-IL" sz="2400" b="1" dirty="0" smtClean="0">
                <a:latin typeface="Arial" panose="020B0604020202020204" pitchFamily="34" charset="0"/>
                <a:cs typeface="Arial" panose="020B0604020202020204" pitchFamily="34" charset="0"/>
              </a:rPr>
              <a:t>הובלת תפיסת ומהלכי מניעת התדרדרות תפקודית</a:t>
            </a:r>
            <a:endParaRPr lang="he-IL" sz="2400" b="1" dirty="0">
              <a:latin typeface="Arial" panose="020B0604020202020204" pitchFamily="34" charset="0"/>
              <a:cs typeface="Arial" panose="020B0604020202020204" pitchFamily="34" charset="0"/>
            </a:endParaRPr>
          </a:p>
        </p:txBody>
      </p:sp>
      <p:graphicFrame>
        <p:nvGraphicFramePr>
          <p:cNvPr id="9" name="דיאגרמה 8"/>
          <p:cNvGraphicFramePr/>
          <p:nvPr>
            <p:extLst>
              <p:ext uri="{D42A27DB-BD31-4B8C-83A1-F6EECF244321}">
                <p14:modId xmlns:p14="http://schemas.microsoft.com/office/powerpoint/2010/main" val="4249488660"/>
              </p:ext>
            </p:extLst>
          </p:nvPr>
        </p:nvGraphicFramePr>
        <p:xfrm>
          <a:off x="1022027" y="1520685"/>
          <a:ext cx="6444211" cy="44342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Box 9"/>
          <p:cNvSpPr txBox="1"/>
          <p:nvPr/>
        </p:nvSpPr>
        <p:spPr>
          <a:xfrm>
            <a:off x="10025149" y="2327564"/>
            <a:ext cx="1418978" cy="1200329"/>
          </a:xfrm>
          <a:prstGeom prst="rect">
            <a:avLst/>
          </a:prstGeom>
          <a:noFill/>
        </p:spPr>
        <p:txBody>
          <a:bodyPr wrap="none" rtlCol="1">
            <a:spAutoFit/>
          </a:bodyPr>
          <a:lstStyle/>
          <a:p>
            <a:r>
              <a:rPr lang="he-IL" dirty="0"/>
              <a:t>מרכזות הצוות</a:t>
            </a:r>
          </a:p>
          <a:p>
            <a:r>
              <a:rPr lang="he-IL" dirty="0"/>
              <a:t>נטלי גבאי</a:t>
            </a:r>
          </a:p>
          <a:p>
            <a:r>
              <a:rPr lang="he-IL" dirty="0"/>
              <a:t>רויטל</a:t>
            </a:r>
          </a:p>
          <a:p>
            <a:r>
              <a:rPr lang="he-IL" dirty="0"/>
              <a:t>ושותפים..</a:t>
            </a:r>
          </a:p>
        </p:txBody>
      </p:sp>
      <p:graphicFrame>
        <p:nvGraphicFramePr>
          <p:cNvPr id="3" name="טבלה 2"/>
          <p:cNvGraphicFramePr>
            <a:graphicFrameLocks noGrp="1"/>
          </p:cNvGraphicFramePr>
          <p:nvPr>
            <p:extLst>
              <p:ext uri="{D42A27DB-BD31-4B8C-83A1-F6EECF244321}">
                <p14:modId xmlns:p14="http://schemas.microsoft.com/office/powerpoint/2010/main" val="4258765298"/>
              </p:ext>
            </p:extLst>
          </p:nvPr>
        </p:nvGraphicFramePr>
        <p:xfrm>
          <a:off x="7003534" y="1838168"/>
          <a:ext cx="4882897" cy="4465854"/>
        </p:xfrm>
        <a:graphic>
          <a:graphicData uri="http://schemas.openxmlformats.org/drawingml/2006/table">
            <a:tbl>
              <a:tblPr rtl="1" firstRow="1" firstCol="1" bandRow="1">
                <a:tableStyleId>{93296810-A885-4BE3-A3E7-6D5BEEA58F35}</a:tableStyleId>
              </a:tblPr>
              <a:tblGrid>
                <a:gridCol w="1382965">
                  <a:extLst>
                    <a:ext uri="{9D8B030D-6E8A-4147-A177-3AD203B41FA5}">
                      <a16:colId xmlns:a16="http://schemas.microsoft.com/office/drawing/2014/main" val="3468168582"/>
                    </a:ext>
                  </a:extLst>
                </a:gridCol>
                <a:gridCol w="3499932">
                  <a:extLst>
                    <a:ext uri="{9D8B030D-6E8A-4147-A177-3AD203B41FA5}">
                      <a16:colId xmlns:a16="http://schemas.microsoft.com/office/drawing/2014/main" val="2062339399"/>
                    </a:ext>
                  </a:extLst>
                </a:gridCol>
              </a:tblGrid>
              <a:tr h="201149">
                <a:tc>
                  <a:txBody>
                    <a:bodyPr/>
                    <a:lstStyle/>
                    <a:p>
                      <a:pPr algn="r" rtl="1">
                        <a:lnSpc>
                          <a:spcPct val="107000"/>
                        </a:lnSpc>
                        <a:spcAft>
                          <a:spcPts val="0"/>
                        </a:spcAft>
                      </a:pPr>
                      <a:r>
                        <a:rPr lang="he-IL" sz="1200" kern="100">
                          <a:effectLst/>
                          <a:latin typeface="Arial" panose="020B0604020202020204" pitchFamily="34" charset="0"/>
                          <a:cs typeface="Arial" panose="020B0604020202020204" pitchFamily="34" charset="0"/>
                        </a:rPr>
                        <a:t>שם</a:t>
                      </a:r>
                      <a:endParaRPr lang="en-US" sz="1200" kern="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0"/>
                        </a:spcAft>
                      </a:pPr>
                      <a:r>
                        <a:rPr lang="he-IL" sz="1200" kern="100">
                          <a:effectLst/>
                          <a:latin typeface="Arial" panose="020B0604020202020204" pitchFamily="34" charset="0"/>
                          <a:cs typeface="Arial" panose="020B0604020202020204" pitchFamily="34" charset="0"/>
                        </a:rPr>
                        <a:t>תפקיד, ארגון</a:t>
                      </a:r>
                      <a:endParaRPr lang="en-US" sz="1200" kern="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953084968"/>
                  </a:ext>
                </a:extLst>
              </a:tr>
              <a:tr h="201149">
                <a:tc>
                  <a:txBody>
                    <a:bodyPr/>
                    <a:lstStyle/>
                    <a:p>
                      <a:pPr algn="r" rtl="1">
                        <a:lnSpc>
                          <a:spcPct val="107000"/>
                        </a:lnSpc>
                        <a:spcAft>
                          <a:spcPts val="0"/>
                        </a:spcAft>
                      </a:pPr>
                      <a:r>
                        <a:rPr lang="he-IL" sz="1200" b="1" kern="100">
                          <a:effectLst/>
                          <a:latin typeface="Arial" panose="020B0604020202020204" pitchFamily="34" charset="0"/>
                          <a:cs typeface="Arial" panose="020B0604020202020204" pitchFamily="34" charset="0"/>
                        </a:rPr>
                        <a:t>נטלי גבאי</a:t>
                      </a:r>
                      <a:endParaRPr lang="en-US" sz="1200" b="1" kern="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0"/>
                        </a:spcAft>
                      </a:pPr>
                      <a:r>
                        <a:rPr lang="he-IL" sz="1200" b="1" kern="100">
                          <a:effectLst/>
                          <a:latin typeface="Arial" panose="020B0604020202020204" pitchFamily="34" charset="0"/>
                          <a:cs typeface="Arial" panose="020B0604020202020204" pitchFamily="34" charset="0"/>
                        </a:rPr>
                        <a:t>מנהלת אגף סיעוד, הביטוח הלאומי</a:t>
                      </a:r>
                      <a:endParaRPr lang="en-US" sz="1200" b="1" kern="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337792395"/>
                  </a:ext>
                </a:extLst>
              </a:tr>
              <a:tr h="402297">
                <a:tc>
                  <a:txBody>
                    <a:bodyPr/>
                    <a:lstStyle/>
                    <a:p>
                      <a:pPr algn="r" rtl="1">
                        <a:lnSpc>
                          <a:spcPct val="107000"/>
                        </a:lnSpc>
                        <a:spcAft>
                          <a:spcPts val="0"/>
                        </a:spcAft>
                      </a:pPr>
                      <a:r>
                        <a:rPr lang="he-IL" sz="1200" b="1" kern="100">
                          <a:effectLst/>
                          <a:latin typeface="Arial" panose="020B0604020202020204" pitchFamily="34" charset="0"/>
                          <a:cs typeface="Arial" panose="020B0604020202020204" pitchFamily="34" charset="0"/>
                        </a:rPr>
                        <a:t>רויטל גרוס נבו</a:t>
                      </a:r>
                      <a:endParaRPr lang="en-US" sz="1200" b="1" kern="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0"/>
                        </a:spcAft>
                      </a:pPr>
                      <a:r>
                        <a:rPr lang="he-IL" sz="1200" b="1" kern="100" dirty="0">
                          <a:effectLst/>
                          <a:latin typeface="Arial" panose="020B0604020202020204" pitchFamily="34" charset="0"/>
                          <a:cs typeface="Arial" panose="020B0604020202020204" pitchFamily="34" charset="0"/>
                        </a:rPr>
                        <a:t>מנהלת המחלקה לשירותי קהילה אגף גריאטריה בשגרה. מנהלת דסק קהילה במכלול גריאטריה בחירום, מ. הבריאות</a:t>
                      </a:r>
                      <a:endParaRPr lang="en-US" sz="1200" b="1"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331377999"/>
                  </a:ext>
                </a:extLst>
              </a:tr>
              <a:tr h="402297">
                <a:tc>
                  <a:txBody>
                    <a:bodyPr/>
                    <a:lstStyle/>
                    <a:p>
                      <a:pPr algn="r" rtl="1">
                        <a:lnSpc>
                          <a:spcPct val="107000"/>
                        </a:lnSpc>
                        <a:spcAft>
                          <a:spcPts val="0"/>
                        </a:spcAft>
                      </a:pPr>
                      <a:r>
                        <a:rPr lang="he-IL" sz="1200" kern="100">
                          <a:effectLst/>
                          <a:latin typeface="Arial" panose="020B0604020202020204" pitchFamily="34" charset="0"/>
                          <a:cs typeface="Arial" panose="020B0604020202020204" pitchFamily="34" charset="0"/>
                        </a:rPr>
                        <a:t>אסנת שמיר</a:t>
                      </a:r>
                      <a:endParaRPr lang="en-US" sz="1200" kern="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רכזת תחום גריאטריה המחלקה הארצית לפיזיותרפיה מ. הבריאות</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504268299"/>
                  </a:ext>
                </a:extLst>
              </a:tr>
              <a:tr h="201149">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טל ניצן</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מנהלת מערך מקצועות הבריאות, קופ"ח מכבי</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504627957"/>
                  </a:ext>
                </a:extLst>
              </a:tr>
              <a:tr h="201149">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זוריאן רדומיסלסקי</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מנהל גריאטריה ארצי ויו"ר ועדת התמחויות, קופ"ח מכבי</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857351161"/>
                  </a:ext>
                </a:extLst>
              </a:tr>
              <a:tr h="201149">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גלית סגל</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קופ"ח מאוחדת</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855404208"/>
                  </a:ext>
                </a:extLst>
              </a:tr>
              <a:tr h="201149">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שגית ארבל אלון</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רופאה ראשית, משרד הרווחה</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596574505"/>
                  </a:ext>
                </a:extLst>
              </a:tr>
              <a:tr h="201149">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ישי קום</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ראש מנהל אזרחים ותיקים, קופ"ח מאוחדת</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22771834"/>
                  </a:ext>
                </a:extLst>
              </a:tr>
              <a:tr h="201149">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עידית וולף</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רכזת תחום גריאטריה בסיעוד, קופ"ח מאוחדת</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242228711"/>
                  </a:ext>
                </a:extLst>
              </a:tr>
              <a:tr h="258054">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דלית </a:t>
                      </a:r>
                      <a:r>
                        <a:rPr lang="he-IL" sz="1200" kern="100" dirty="0" err="1">
                          <a:effectLst/>
                          <a:latin typeface="Arial" panose="020B0604020202020204" pitchFamily="34" charset="0"/>
                          <a:cs typeface="Arial" panose="020B0604020202020204" pitchFamily="34" charset="0"/>
                        </a:rPr>
                        <a:t>ציפל</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ראש תחום טיפול בזקן ובחולה הכרוני, קופ"ח כללית</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91745675"/>
                  </a:ext>
                </a:extLst>
              </a:tr>
              <a:tr h="201149">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טובה כץ</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קופ"ח לאומית</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201339173"/>
                  </a:ext>
                </a:extLst>
              </a:tr>
              <a:tr h="201149">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אורית שחר</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מנהלת תחום שיקום ושימור תפקוד, הג'וינט אשל</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120273569"/>
                  </a:ext>
                </a:extLst>
              </a:tr>
              <a:tr h="201149">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רות מייטליס</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מנהלת תחום מחקר הערכה ומדידה, רווחה</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425848962"/>
                  </a:ext>
                </a:extLst>
              </a:tr>
              <a:tr h="402297">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פרח סומך</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מנהלת תחום אזרחים ותיקים ויועצת ראש העיר לנושא, עיריית ת"א</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975670568"/>
                  </a:ext>
                </a:extLst>
              </a:tr>
              <a:tr h="201149">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ורד </a:t>
                      </a:r>
                      <a:r>
                        <a:rPr lang="he-IL" sz="1200" kern="100" dirty="0" err="1">
                          <a:effectLst/>
                          <a:latin typeface="Arial" panose="020B0604020202020204" pitchFamily="34" charset="0"/>
                          <a:cs typeface="Arial" panose="020B0604020202020204" pitchFamily="34" charset="0"/>
                        </a:rPr>
                        <a:t>יוליוסבורגר</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הממונה על המחלקה לתושבים ותיקים, עיריית ירושלים</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883563521"/>
                  </a:ext>
                </a:extLst>
              </a:tr>
              <a:tr h="402297">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אביעד יצחקי</a:t>
                      </a:r>
                      <a:endParaRPr lang="en-US" sz="1200" kern="100" dirty="0">
                        <a:effectLst/>
                        <a:latin typeface="Arial" panose="020B0604020202020204" pitchFamily="34" charset="0"/>
                        <a:cs typeface="Arial" panose="020B0604020202020204" pitchFamily="34" charset="0"/>
                      </a:endParaRPr>
                    </a:p>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מנהל הפורום</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ראש אגף תכנון מדיניות הזדקנות האוכלוסייה, רווחה</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174496528"/>
                  </a:ext>
                </a:extLst>
              </a:tr>
            </a:tbl>
          </a:graphicData>
        </a:graphic>
      </p:graphicFrame>
    </p:spTree>
    <p:extLst>
      <p:ext uri="{BB962C8B-B14F-4D97-AF65-F5344CB8AC3E}">
        <p14:creationId xmlns:p14="http://schemas.microsoft.com/office/powerpoint/2010/main" val="1617500223"/>
      </p:ext>
    </p:extLst>
  </p:cSld>
  <p:clrMapOvr>
    <a:masterClrMapping/>
  </p:clrMapOvr>
  <p:transition spd="slow">
    <p:wipe dir="r"/>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9" name="דיאגרמה 8"/>
          <p:cNvGraphicFramePr/>
          <p:nvPr/>
        </p:nvGraphicFramePr>
        <p:xfrm>
          <a:off x="1155569" y="1644919"/>
          <a:ext cx="5410484" cy="44342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טבלה 3"/>
          <p:cNvGraphicFramePr>
            <a:graphicFrameLocks noGrp="1"/>
          </p:cNvGraphicFramePr>
          <p:nvPr>
            <p:extLst>
              <p:ext uri="{D42A27DB-BD31-4B8C-83A1-F6EECF244321}">
                <p14:modId xmlns:p14="http://schemas.microsoft.com/office/powerpoint/2010/main" val="4006191543"/>
              </p:ext>
            </p:extLst>
          </p:nvPr>
        </p:nvGraphicFramePr>
        <p:xfrm>
          <a:off x="6818323" y="1359800"/>
          <a:ext cx="4998681" cy="5315981"/>
        </p:xfrm>
        <a:graphic>
          <a:graphicData uri="http://schemas.openxmlformats.org/drawingml/2006/table">
            <a:tbl>
              <a:tblPr rtl="1" firstRow="1" firstCol="1" bandRow="1">
                <a:tableStyleId>{93296810-A885-4BE3-A3E7-6D5BEEA58F35}</a:tableStyleId>
              </a:tblPr>
              <a:tblGrid>
                <a:gridCol w="1379556">
                  <a:extLst>
                    <a:ext uri="{9D8B030D-6E8A-4147-A177-3AD203B41FA5}">
                      <a16:colId xmlns:a16="http://schemas.microsoft.com/office/drawing/2014/main" val="4271647526"/>
                    </a:ext>
                  </a:extLst>
                </a:gridCol>
                <a:gridCol w="3619125">
                  <a:extLst>
                    <a:ext uri="{9D8B030D-6E8A-4147-A177-3AD203B41FA5}">
                      <a16:colId xmlns:a16="http://schemas.microsoft.com/office/drawing/2014/main" val="3389936505"/>
                    </a:ext>
                  </a:extLst>
                </a:gridCol>
              </a:tblGrid>
              <a:tr h="175911">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שם</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תפקיד, ארגון</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extLst>
                  <a:ext uri="{0D108BD9-81ED-4DB2-BD59-A6C34878D82A}">
                    <a16:rowId xmlns:a16="http://schemas.microsoft.com/office/drawing/2014/main" val="2858755314"/>
                  </a:ext>
                </a:extLst>
              </a:tr>
              <a:tr h="175911">
                <a:tc>
                  <a:txBody>
                    <a:bodyPr/>
                    <a:lstStyle/>
                    <a:p>
                      <a:pPr algn="r" rtl="1">
                        <a:lnSpc>
                          <a:spcPct val="107000"/>
                        </a:lnSpc>
                        <a:spcAft>
                          <a:spcPts val="0"/>
                        </a:spcAft>
                      </a:pPr>
                      <a:r>
                        <a:rPr lang="he-IL" sz="1200" b="1" kern="100">
                          <a:effectLst/>
                          <a:latin typeface="Arial" panose="020B0604020202020204" pitchFamily="34" charset="0"/>
                          <a:cs typeface="Arial" panose="020B0604020202020204" pitchFamily="34" charset="0"/>
                        </a:rPr>
                        <a:t>אביעד יצחקי</a:t>
                      </a:r>
                      <a:endParaRPr lang="en-US" sz="1200" b="1" kern="10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tc>
                  <a:txBody>
                    <a:bodyPr/>
                    <a:lstStyle/>
                    <a:p>
                      <a:pPr algn="r" rtl="1">
                        <a:lnSpc>
                          <a:spcPct val="107000"/>
                        </a:lnSpc>
                        <a:spcAft>
                          <a:spcPts val="0"/>
                        </a:spcAft>
                      </a:pPr>
                      <a:r>
                        <a:rPr lang="he-IL" sz="1200" b="1" kern="100">
                          <a:effectLst/>
                          <a:latin typeface="Arial" panose="020B0604020202020204" pitchFamily="34" charset="0"/>
                          <a:cs typeface="Arial" panose="020B0604020202020204" pitchFamily="34" charset="0"/>
                        </a:rPr>
                        <a:t>מנהל אגף תכנון ואסטרטגיה, משרד הרווחה</a:t>
                      </a:r>
                      <a:endParaRPr lang="en-US" sz="1200" b="1" kern="10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extLst>
                  <a:ext uri="{0D108BD9-81ED-4DB2-BD59-A6C34878D82A}">
                    <a16:rowId xmlns:a16="http://schemas.microsoft.com/office/drawing/2014/main" val="1743549406"/>
                  </a:ext>
                </a:extLst>
              </a:tr>
              <a:tr h="351823">
                <a:tc>
                  <a:txBody>
                    <a:bodyPr/>
                    <a:lstStyle/>
                    <a:p>
                      <a:pPr algn="r" rtl="1">
                        <a:lnSpc>
                          <a:spcPct val="107000"/>
                        </a:lnSpc>
                        <a:spcAft>
                          <a:spcPts val="0"/>
                        </a:spcAft>
                      </a:pPr>
                      <a:r>
                        <a:rPr lang="he-IL" sz="1200" b="1" kern="100">
                          <a:effectLst/>
                          <a:latin typeface="Arial" panose="020B0604020202020204" pitchFamily="34" charset="0"/>
                          <a:cs typeface="Arial" panose="020B0604020202020204" pitchFamily="34" charset="0"/>
                        </a:rPr>
                        <a:t>רותם ארנרייך</a:t>
                      </a:r>
                      <a:endParaRPr lang="en-US" sz="1200" b="1" kern="10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tc>
                  <a:txBody>
                    <a:bodyPr/>
                    <a:lstStyle/>
                    <a:p>
                      <a:pPr algn="r" rtl="1">
                        <a:lnSpc>
                          <a:spcPct val="107000"/>
                        </a:lnSpc>
                        <a:spcAft>
                          <a:spcPts val="0"/>
                        </a:spcAft>
                      </a:pPr>
                      <a:r>
                        <a:rPr lang="he-IL" sz="1200" b="1" kern="100" dirty="0">
                          <a:effectLst/>
                          <a:latin typeface="Arial" panose="020B0604020202020204" pitchFamily="34" charset="0"/>
                          <a:cs typeface="Arial" panose="020B0604020202020204" pitchFamily="34" charset="0"/>
                        </a:rPr>
                        <a:t>מנהלת תחום בכירה מדיניות </a:t>
                      </a:r>
                      <a:r>
                        <a:rPr lang="he-IL" sz="1200" b="1" kern="100" dirty="0" err="1">
                          <a:effectLst/>
                          <a:latin typeface="Arial" panose="020B0604020202020204" pitchFamily="34" charset="0"/>
                          <a:cs typeface="Arial" panose="020B0604020202020204" pitchFamily="34" charset="0"/>
                        </a:rPr>
                        <a:t>ואסט</a:t>
                      </a:r>
                      <a:r>
                        <a:rPr lang="he-IL" sz="1200" b="1" kern="100" dirty="0">
                          <a:effectLst/>
                          <a:latin typeface="Arial" panose="020B0604020202020204" pitchFamily="34" charset="0"/>
                          <a:cs typeface="Arial" panose="020B0604020202020204" pitchFamily="34" charset="0"/>
                        </a:rPr>
                        <a:t>' בשלטון המקומי, מערך </a:t>
                      </a:r>
                      <a:r>
                        <a:rPr lang="he-IL" sz="1200" b="1" kern="100" dirty="0" err="1">
                          <a:effectLst/>
                          <a:latin typeface="Arial" panose="020B0604020202020204" pitchFamily="34" charset="0"/>
                          <a:cs typeface="Arial" panose="020B0604020202020204" pitchFamily="34" charset="0"/>
                        </a:rPr>
                        <a:t>הדיגיטל</a:t>
                      </a:r>
                      <a:r>
                        <a:rPr lang="he-IL" sz="1200" b="1" kern="100" dirty="0">
                          <a:effectLst/>
                          <a:latin typeface="Arial" panose="020B0604020202020204" pitchFamily="34" charset="0"/>
                          <a:cs typeface="Arial" panose="020B0604020202020204" pitchFamily="34" charset="0"/>
                        </a:rPr>
                        <a:t> הלאומי</a:t>
                      </a:r>
                      <a:endParaRPr lang="en-US" sz="1200" b="1"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extLst>
                  <a:ext uri="{0D108BD9-81ED-4DB2-BD59-A6C34878D82A}">
                    <a16:rowId xmlns:a16="http://schemas.microsoft.com/office/drawing/2014/main" val="3837937359"/>
                  </a:ext>
                </a:extLst>
              </a:tr>
              <a:tr h="175911">
                <a:tc>
                  <a:txBody>
                    <a:bodyPr/>
                    <a:lstStyle/>
                    <a:p>
                      <a:pPr algn="r" rtl="1">
                        <a:lnSpc>
                          <a:spcPct val="107000"/>
                        </a:lnSpc>
                        <a:spcAft>
                          <a:spcPts val="0"/>
                        </a:spcAft>
                      </a:pPr>
                      <a:r>
                        <a:rPr lang="he-IL" sz="1200" kern="100">
                          <a:effectLst/>
                          <a:latin typeface="Arial" panose="020B0604020202020204" pitchFamily="34" charset="0"/>
                          <a:cs typeface="Arial" panose="020B0604020202020204" pitchFamily="34" charset="0"/>
                        </a:rPr>
                        <a:t>רון אשכנזי</a:t>
                      </a:r>
                      <a:endParaRPr lang="en-US" sz="1200" kern="10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tc>
                  <a:txBody>
                    <a:bodyPr/>
                    <a:lstStyle/>
                    <a:p>
                      <a:pPr algn="r" rtl="1">
                        <a:lnSpc>
                          <a:spcPct val="107000"/>
                        </a:lnSpc>
                        <a:spcAft>
                          <a:spcPts val="0"/>
                        </a:spcAft>
                      </a:pPr>
                      <a:r>
                        <a:rPr lang="he-IL" sz="1200" kern="100">
                          <a:effectLst/>
                          <a:latin typeface="Arial" panose="020B0604020202020204" pitchFamily="34" charset="0"/>
                          <a:cs typeface="Arial" panose="020B0604020202020204" pitchFamily="34" charset="0"/>
                        </a:rPr>
                        <a:t>הלשכה המשפטית,  משרד הרווחה</a:t>
                      </a:r>
                      <a:endParaRPr lang="en-US" sz="1200" kern="10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extLst>
                  <a:ext uri="{0D108BD9-81ED-4DB2-BD59-A6C34878D82A}">
                    <a16:rowId xmlns:a16="http://schemas.microsoft.com/office/drawing/2014/main" val="2260047586"/>
                  </a:ext>
                </a:extLst>
              </a:tr>
              <a:tr h="175911">
                <a:tc>
                  <a:txBody>
                    <a:bodyPr/>
                    <a:lstStyle/>
                    <a:p>
                      <a:pPr algn="r" rtl="1">
                        <a:lnSpc>
                          <a:spcPct val="107000"/>
                        </a:lnSpc>
                        <a:spcAft>
                          <a:spcPts val="0"/>
                        </a:spcAft>
                      </a:pPr>
                      <a:r>
                        <a:rPr lang="he-IL" sz="1200" kern="100">
                          <a:effectLst/>
                          <a:latin typeface="Arial" panose="020B0604020202020204" pitchFamily="34" charset="0"/>
                          <a:cs typeface="Arial" panose="020B0604020202020204" pitchFamily="34" charset="0"/>
                        </a:rPr>
                        <a:t>סיגי אבארבנאל</a:t>
                      </a:r>
                      <a:endParaRPr lang="en-US" sz="1200" kern="10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אחות ארצית אזרחים ותיקים מערך הבריאות, משרד הרווחה</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extLst>
                  <a:ext uri="{0D108BD9-81ED-4DB2-BD59-A6C34878D82A}">
                    <a16:rowId xmlns:a16="http://schemas.microsoft.com/office/drawing/2014/main" val="3345694789"/>
                  </a:ext>
                </a:extLst>
              </a:tr>
              <a:tr h="175911">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לריסה אלמקייס</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מערכות מידע,  משרד הרווחה</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extLst>
                  <a:ext uri="{0D108BD9-81ED-4DB2-BD59-A6C34878D82A}">
                    <a16:rowId xmlns:a16="http://schemas.microsoft.com/office/drawing/2014/main" val="1384547978"/>
                  </a:ext>
                </a:extLst>
              </a:tr>
              <a:tr h="175911">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חיים פרג</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אזרח ותיק - רכז צוות </a:t>
                      </a:r>
                      <a:r>
                        <a:rPr lang="he-IL" sz="1200" kern="100" dirty="0" err="1">
                          <a:effectLst/>
                          <a:latin typeface="Arial" panose="020B0604020202020204" pitchFamily="34" charset="0"/>
                          <a:cs typeface="Arial" panose="020B0604020202020204" pitchFamily="34" charset="0"/>
                        </a:rPr>
                        <a:t>דיגטל</a:t>
                      </a:r>
                      <a:r>
                        <a:rPr lang="he-IL" sz="1200" kern="100" dirty="0">
                          <a:effectLst/>
                          <a:latin typeface="Arial" panose="020B0604020202020204" pitchFamily="34" charset="0"/>
                          <a:cs typeface="Arial" panose="020B0604020202020204" pitchFamily="34" charset="0"/>
                        </a:rPr>
                        <a:t>-דאטה, משרד הרווחה</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extLst>
                  <a:ext uri="{0D108BD9-81ED-4DB2-BD59-A6C34878D82A}">
                    <a16:rowId xmlns:a16="http://schemas.microsoft.com/office/drawing/2014/main" val="345049415"/>
                  </a:ext>
                </a:extLst>
              </a:tr>
              <a:tr h="175911">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נעמי </a:t>
                      </a:r>
                      <a:r>
                        <a:rPr lang="he-IL" sz="1200" kern="100" dirty="0" err="1">
                          <a:effectLst/>
                          <a:latin typeface="Arial" panose="020B0604020202020204" pitchFamily="34" charset="0"/>
                          <a:cs typeface="Arial" panose="020B0604020202020204" pitchFamily="34" charset="0"/>
                        </a:rPr>
                        <a:t>שולמן</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מנהלת פיתוח עסקי באגף לבריאות דיגיטלית, משרד הבריאות</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extLst>
                  <a:ext uri="{0D108BD9-81ED-4DB2-BD59-A6C34878D82A}">
                    <a16:rowId xmlns:a16="http://schemas.microsoft.com/office/drawing/2014/main" val="1138045951"/>
                  </a:ext>
                </a:extLst>
              </a:tr>
              <a:tr h="351823">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צפי הילל </a:t>
                      </a:r>
                      <a:r>
                        <a:rPr lang="he-IL" sz="1200" kern="100" dirty="0" err="1">
                          <a:effectLst/>
                          <a:latin typeface="Arial" panose="020B0604020202020204" pitchFamily="34" charset="0"/>
                          <a:cs typeface="Arial" panose="020B0604020202020204" pitchFamily="34" charset="0"/>
                        </a:rPr>
                        <a:t>דיאמנט</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מנהלת המחלקה ליישום סטנדרטים באחיות בגריאטריה,  משרד הבריאות</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extLst>
                  <a:ext uri="{0D108BD9-81ED-4DB2-BD59-A6C34878D82A}">
                    <a16:rowId xmlns:a16="http://schemas.microsoft.com/office/drawing/2014/main" val="2730807369"/>
                  </a:ext>
                </a:extLst>
              </a:tr>
              <a:tr h="227599">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ניר קפטן</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tc>
                  <a:txBody>
                    <a:bodyPr/>
                    <a:lstStyle/>
                    <a:p>
                      <a:pPr algn="r" rtl="1">
                        <a:lnSpc>
                          <a:spcPct val="107000"/>
                        </a:lnSpc>
                        <a:spcAft>
                          <a:spcPts val="0"/>
                        </a:spcAft>
                        <a:tabLst>
                          <a:tab pos="1970405" algn="l"/>
                        </a:tabLst>
                      </a:pPr>
                      <a:r>
                        <a:rPr lang="he-IL" sz="1200" kern="100" dirty="0">
                          <a:effectLst/>
                          <a:latin typeface="Arial" panose="020B0604020202020204" pitchFamily="34" charset="0"/>
                          <a:cs typeface="Arial" panose="020B0604020202020204" pitchFamily="34" charset="0"/>
                        </a:rPr>
                        <a:t>ישראל דיגיטלית</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extLst>
                  <a:ext uri="{0D108BD9-81ED-4DB2-BD59-A6C34878D82A}">
                    <a16:rowId xmlns:a16="http://schemas.microsoft.com/office/drawing/2014/main" val="30430335"/>
                  </a:ext>
                </a:extLst>
              </a:tr>
              <a:tr h="175911">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ישי קום</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ראש מנהל אזרחים ותיקים, קופ"ח מאוחדת</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extLst>
                  <a:ext uri="{0D108BD9-81ED-4DB2-BD59-A6C34878D82A}">
                    <a16:rowId xmlns:a16="http://schemas.microsoft.com/office/drawing/2014/main" val="107460994"/>
                  </a:ext>
                </a:extLst>
              </a:tr>
              <a:tr h="175911">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עידית וולף</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רכזת תחום גריאטריה בסיעוד,  קופ"ח מאוחדת</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extLst>
                  <a:ext uri="{0D108BD9-81ED-4DB2-BD59-A6C34878D82A}">
                    <a16:rowId xmlns:a16="http://schemas.microsoft.com/office/drawing/2014/main" val="1306637330"/>
                  </a:ext>
                </a:extLst>
              </a:tr>
              <a:tr h="175911">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אלונית טל</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סגנית מנהלת השירות הסוציאלי,  קופ"ח מאוחדת</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extLst>
                  <a:ext uri="{0D108BD9-81ED-4DB2-BD59-A6C34878D82A}">
                    <a16:rowId xmlns:a16="http://schemas.microsoft.com/office/drawing/2014/main" val="3308062637"/>
                  </a:ext>
                </a:extLst>
              </a:tr>
              <a:tr h="175911">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זוריאן רדומיסלסקי</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מנהל גריאטריה ארצי ויו"ר ועדת התמחויות, קופ"ח מכבי</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extLst>
                  <a:ext uri="{0D108BD9-81ED-4DB2-BD59-A6C34878D82A}">
                    <a16:rowId xmlns:a16="http://schemas.microsoft.com/office/drawing/2014/main" val="2880849178"/>
                  </a:ext>
                </a:extLst>
              </a:tr>
              <a:tr h="351823">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נועה בן יעקב שטרנברג</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רכזת יחסי חבר ארצית, מחלקה לעבודה סוציאלית-מערך מקצועות הבריאות, קופ"ח מכבי</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extLst>
                  <a:ext uri="{0D108BD9-81ED-4DB2-BD59-A6C34878D82A}">
                    <a16:rowId xmlns:a16="http://schemas.microsoft.com/office/drawing/2014/main" val="306184954"/>
                  </a:ext>
                </a:extLst>
              </a:tr>
              <a:tr h="175911">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טלי שגב</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קופ"ח מכבי</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extLst>
                  <a:ext uri="{0D108BD9-81ED-4DB2-BD59-A6C34878D82A}">
                    <a16:rowId xmlns:a16="http://schemas.microsoft.com/office/drawing/2014/main" val="3410825115"/>
                  </a:ext>
                </a:extLst>
              </a:tr>
              <a:tr h="175911">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דלית </a:t>
                      </a:r>
                      <a:r>
                        <a:rPr lang="he-IL" sz="1200" kern="100" dirty="0" err="1">
                          <a:effectLst/>
                          <a:latin typeface="Arial" panose="020B0604020202020204" pitchFamily="34" charset="0"/>
                          <a:cs typeface="Arial" panose="020B0604020202020204" pitchFamily="34" charset="0"/>
                        </a:rPr>
                        <a:t>ציפל</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ראש תחום טיפול בזקן ובחולה הכרוני, קופ"ח כללית</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extLst>
                  <a:ext uri="{0D108BD9-81ED-4DB2-BD59-A6C34878D82A}">
                    <a16:rowId xmlns:a16="http://schemas.microsoft.com/office/drawing/2014/main" val="3150048373"/>
                  </a:ext>
                </a:extLst>
              </a:tr>
              <a:tr h="175911">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עידית חמל</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מנכ"לית מועצה אזורית גליל עליון</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extLst>
                  <a:ext uri="{0D108BD9-81ED-4DB2-BD59-A6C34878D82A}">
                    <a16:rowId xmlns:a16="http://schemas.microsoft.com/office/drawing/2014/main" val="1176037537"/>
                  </a:ext>
                </a:extLst>
              </a:tr>
              <a:tr h="175911">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ענבל בורנשטיין</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מנהלת מטה מקצועי ומתאמת פעולות </a:t>
                      </a:r>
                      <a:r>
                        <a:rPr lang="he-IL" sz="1200" kern="100" dirty="0" err="1">
                          <a:effectLst/>
                          <a:latin typeface="Arial" panose="020B0604020202020204" pitchFamily="34" charset="0"/>
                          <a:cs typeface="Arial" panose="020B0604020202020204" pitchFamily="34" charset="0"/>
                        </a:rPr>
                        <a:t>המינהל</a:t>
                      </a:r>
                      <a:r>
                        <a:rPr lang="he-IL" sz="1200" kern="100" dirty="0">
                          <a:effectLst/>
                          <a:latin typeface="Arial" panose="020B0604020202020204" pitchFamily="34" charset="0"/>
                          <a:cs typeface="Arial" panose="020B0604020202020204" pitchFamily="34" charset="0"/>
                        </a:rPr>
                        <a:t>, עיריית ת"א</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extLst>
                  <a:ext uri="{0D108BD9-81ED-4DB2-BD59-A6C34878D82A}">
                    <a16:rowId xmlns:a16="http://schemas.microsoft.com/office/drawing/2014/main" val="3135133562"/>
                  </a:ext>
                </a:extLst>
              </a:tr>
              <a:tr h="175911">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רינת סלם</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מנהלת מערך ניהול ידע ולמידה ארגונית - עיריית ירושלים</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extLst>
                  <a:ext uri="{0D108BD9-81ED-4DB2-BD59-A6C34878D82A}">
                    <a16:rowId xmlns:a16="http://schemas.microsoft.com/office/drawing/2014/main" val="1541096946"/>
                  </a:ext>
                </a:extLst>
              </a:tr>
              <a:tr h="175911">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דפנה לוין</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הג'וינט</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extLst>
                  <a:ext uri="{0D108BD9-81ED-4DB2-BD59-A6C34878D82A}">
                    <a16:rowId xmlns:a16="http://schemas.microsoft.com/office/drawing/2014/main" val="4158734489"/>
                  </a:ext>
                </a:extLst>
              </a:tr>
              <a:tr h="175911">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אופיר בן נתן</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tc>
                  <a:txBody>
                    <a:bodyPr/>
                    <a:lstStyle/>
                    <a:p>
                      <a:pPr algn="r" rtl="1">
                        <a:lnSpc>
                          <a:spcPct val="107000"/>
                        </a:lnSpc>
                        <a:spcAft>
                          <a:spcPts val="0"/>
                        </a:spcAft>
                      </a:pPr>
                      <a:r>
                        <a:rPr lang="he-IL" sz="1200" kern="100" dirty="0">
                          <a:effectLst/>
                          <a:latin typeface="Arial" panose="020B0604020202020204" pitchFamily="34" charset="0"/>
                          <a:cs typeface="Arial" panose="020B0604020202020204" pitchFamily="34" charset="0"/>
                        </a:rPr>
                        <a:t>מנהל חדשנות וטכנולוגיות בשירות הזקנה הג'וינט אשל</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extLst>
                  <a:ext uri="{0D108BD9-81ED-4DB2-BD59-A6C34878D82A}">
                    <a16:rowId xmlns:a16="http://schemas.microsoft.com/office/drawing/2014/main" val="3659809193"/>
                  </a:ext>
                </a:extLst>
              </a:tr>
              <a:tr h="175911">
                <a:tc>
                  <a:txBody>
                    <a:bodyPr/>
                    <a:lstStyle/>
                    <a:p>
                      <a:pPr algn="r" rtl="1">
                        <a:lnSpc>
                          <a:spcPct val="107000"/>
                        </a:lnSpc>
                        <a:spcAft>
                          <a:spcPts val="0"/>
                        </a:spcAft>
                      </a:pPr>
                      <a:r>
                        <a:rPr lang="he-IL" sz="1200" kern="100" dirty="0">
                          <a:effectLst/>
                          <a:latin typeface="Arial" panose="020B0604020202020204" pitchFamily="34" charset="0"/>
                          <a:ea typeface="Calibri" panose="020F0502020204030204" pitchFamily="34" charset="0"/>
                          <a:cs typeface="Arial" panose="020B0604020202020204" pitchFamily="34" charset="0"/>
                        </a:rPr>
                        <a:t>ורד כהן</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tc>
                  <a:txBody>
                    <a:bodyPr/>
                    <a:lstStyle/>
                    <a:p>
                      <a:pPr algn="r" rtl="1">
                        <a:lnSpc>
                          <a:spcPct val="107000"/>
                        </a:lnSpc>
                        <a:spcAft>
                          <a:spcPts val="0"/>
                        </a:spcAft>
                      </a:pPr>
                      <a:r>
                        <a:rPr lang="he-IL" sz="1200" kern="100" dirty="0">
                          <a:effectLst/>
                          <a:latin typeface="Arial" panose="020B0604020202020204" pitchFamily="34" charset="0"/>
                          <a:ea typeface="Calibri" panose="020F0502020204030204" pitchFamily="34" charset="0"/>
                          <a:cs typeface="Arial" panose="020B0604020202020204" pitchFamily="34" charset="0"/>
                        </a:rPr>
                        <a:t>ביטוח לאומי</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extLst>
                  <a:ext uri="{0D108BD9-81ED-4DB2-BD59-A6C34878D82A}">
                    <a16:rowId xmlns:a16="http://schemas.microsoft.com/office/drawing/2014/main" val="2861387708"/>
                  </a:ext>
                </a:extLst>
              </a:tr>
            </a:tbl>
          </a:graphicData>
        </a:graphic>
      </p:graphicFrame>
      <p:sp>
        <p:nvSpPr>
          <p:cNvPr id="5" name="מלבן 4"/>
          <p:cNvSpPr/>
          <p:nvPr/>
        </p:nvSpPr>
        <p:spPr>
          <a:xfrm>
            <a:off x="5340096" y="493739"/>
            <a:ext cx="6476908" cy="830997"/>
          </a:xfrm>
          <a:prstGeom prst="rect">
            <a:avLst/>
          </a:prstGeom>
        </p:spPr>
        <p:txBody>
          <a:bodyPr wrap="square">
            <a:spAutoFit/>
          </a:bodyPr>
          <a:lstStyle/>
          <a:p>
            <a:pPr algn="r" rtl="1"/>
            <a:r>
              <a:rPr lang="he-IL" sz="2400" b="1" dirty="0">
                <a:latin typeface="Arial" panose="020B0604020202020204" pitchFamily="34" charset="0"/>
                <a:cs typeface="Arial" panose="020B0604020202020204" pitchFamily="34" charset="0"/>
              </a:rPr>
              <a:t>צוות דאטה ודיגיטציה |</a:t>
            </a:r>
            <a:r>
              <a:rPr lang="en-US" sz="2400" b="1" dirty="0">
                <a:latin typeface="Arial" panose="020B0604020202020204" pitchFamily="34" charset="0"/>
                <a:cs typeface="Arial" panose="020B0604020202020204" pitchFamily="34" charset="0"/>
              </a:rPr>
              <a:t> </a:t>
            </a:r>
            <a:r>
              <a:rPr lang="he-IL" sz="2400" b="1" dirty="0" smtClean="0">
                <a:latin typeface="Arial" panose="020B0604020202020204" pitchFamily="34" charset="0"/>
                <a:cs typeface="Arial" panose="020B0604020202020204" pitchFamily="34" charset="0"/>
              </a:rPr>
              <a:t>הובלת מהלכי ממשקים וטרנספורמציה דיגיטלית בין המערכות</a:t>
            </a:r>
            <a:endParaRPr lang="he-IL"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5400529"/>
      </p:ext>
    </p:extLst>
  </p:cSld>
  <p:clrMapOvr>
    <a:masterClrMapping/>
  </p:clrMapOvr>
  <p:transition spd="slow">
    <p:wipe dir="r"/>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64A4318-5547-44BC-3289-1EB624DC75D2}"/>
            </a:ext>
          </a:extLst>
        </p:cNvPr>
        <p:cNvGrpSpPr/>
        <p:nvPr/>
      </p:nvGrpSpPr>
      <p:grpSpPr>
        <a:xfrm>
          <a:off x="0" y="0"/>
          <a:ext cx="0" cy="0"/>
          <a:chOff x="0" y="0"/>
          <a:chExt cx="0" cy="0"/>
        </a:xfrm>
      </p:grpSpPr>
      <p:graphicFrame>
        <p:nvGraphicFramePr>
          <p:cNvPr id="9" name="דיאגרמה 8">
            <a:extLst>
              <a:ext uri="{FF2B5EF4-FFF2-40B4-BE49-F238E27FC236}">
                <a16:creationId xmlns:a16="http://schemas.microsoft.com/office/drawing/2014/main" id="{7F24CD1E-2F80-1D6B-D694-7FEA4244F19C}"/>
              </a:ext>
            </a:extLst>
          </p:cNvPr>
          <p:cNvGraphicFramePr/>
          <p:nvPr>
            <p:extLst>
              <p:ext uri="{D42A27DB-BD31-4B8C-83A1-F6EECF244321}">
                <p14:modId xmlns:p14="http://schemas.microsoft.com/office/powerpoint/2010/main" val="3585148948"/>
              </p:ext>
            </p:extLst>
          </p:nvPr>
        </p:nvGraphicFramePr>
        <p:xfrm>
          <a:off x="1612668" y="1820488"/>
          <a:ext cx="5691515" cy="44342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 name="טבלה 1"/>
          <p:cNvGraphicFramePr>
            <a:graphicFrameLocks noGrp="1"/>
          </p:cNvGraphicFramePr>
          <p:nvPr>
            <p:extLst>
              <p:ext uri="{D42A27DB-BD31-4B8C-83A1-F6EECF244321}">
                <p14:modId xmlns:p14="http://schemas.microsoft.com/office/powerpoint/2010/main" val="4095760461"/>
              </p:ext>
            </p:extLst>
          </p:nvPr>
        </p:nvGraphicFramePr>
        <p:xfrm>
          <a:off x="7304183" y="2160479"/>
          <a:ext cx="4447647" cy="3602891"/>
        </p:xfrm>
        <a:graphic>
          <a:graphicData uri="http://schemas.openxmlformats.org/drawingml/2006/table">
            <a:tbl>
              <a:tblPr rtl="1" firstRow="1" firstCol="1" bandRow="1">
                <a:tableStyleId>{93296810-A885-4BE3-A3E7-6D5BEEA58F35}</a:tableStyleId>
              </a:tblPr>
              <a:tblGrid>
                <a:gridCol w="1506144">
                  <a:extLst>
                    <a:ext uri="{9D8B030D-6E8A-4147-A177-3AD203B41FA5}">
                      <a16:colId xmlns:a16="http://schemas.microsoft.com/office/drawing/2014/main" val="4238971081"/>
                    </a:ext>
                  </a:extLst>
                </a:gridCol>
                <a:gridCol w="2941503">
                  <a:extLst>
                    <a:ext uri="{9D8B030D-6E8A-4147-A177-3AD203B41FA5}">
                      <a16:colId xmlns:a16="http://schemas.microsoft.com/office/drawing/2014/main" val="3163151172"/>
                    </a:ext>
                  </a:extLst>
                </a:gridCol>
              </a:tblGrid>
              <a:tr h="356771">
                <a:tc>
                  <a:txBody>
                    <a:bodyPr/>
                    <a:lstStyle/>
                    <a:p>
                      <a:pPr algn="ctr" rtl="1">
                        <a:lnSpc>
                          <a:spcPct val="107000"/>
                        </a:lnSpc>
                        <a:spcAft>
                          <a:spcPts val="0"/>
                        </a:spcAft>
                      </a:pPr>
                      <a:r>
                        <a:rPr lang="he-IL" sz="1200" kern="100" dirty="0">
                          <a:effectLst/>
                          <a:latin typeface="Arial" panose="020B0604020202020204" pitchFamily="34" charset="0"/>
                          <a:cs typeface="Arial" panose="020B0604020202020204" pitchFamily="34" charset="0"/>
                        </a:rPr>
                        <a:t>שם</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tc>
                  <a:txBody>
                    <a:bodyPr/>
                    <a:lstStyle/>
                    <a:p>
                      <a:pPr algn="ctr" rtl="1">
                        <a:lnSpc>
                          <a:spcPct val="107000"/>
                        </a:lnSpc>
                        <a:spcAft>
                          <a:spcPts val="0"/>
                        </a:spcAft>
                      </a:pPr>
                      <a:r>
                        <a:rPr lang="he-IL" sz="1200" kern="100" dirty="0">
                          <a:effectLst/>
                          <a:latin typeface="Arial" panose="020B0604020202020204" pitchFamily="34" charset="0"/>
                          <a:cs typeface="Arial" panose="020B0604020202020204" pitchFamily="34" charset="0"/>
                        </a:rPr>
                        <a:t>תפקיד, ארגון</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marL="61088" marR="61088" marT="0" marB="0"/>
                </a:tc>
                <a:extLst>
                  <a:ext uri="{0D108BD9-81ED-4DB2-BD59-A6C34878D82A}">
                    <a16:rowId xmlns:a16="http://schemas.microsoft.com/office/drawing/2014/main" val="1477600745"/>
                  </a:ext>
                </a:extLst>
              </a:tr>
              <a:tr h="356771">
                <a:tc>
                  <a:txBody>
                    <a:bodyPr/>
                    <a:lstStyle/>
                    <a:p>
                      <a:pPr algn="r" rtl="1">
                        <a:lnSpc>
                          <a:spcPct val="150000"/>
                        </a:lnSpc>
                        <a:spcBef>
                          <a:spcPts val="600"/>
                        </a:spcBef>
                        <a:spcAft>
                          <a:spcPts val="0"/>
                        </a:spcAft>
                      </a:pPr>
                      <a:r>
                        <a:rPr lang="he-IL" sz="12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מיכל </a:t>
                      </a:r>
                      <a:r>
                        <a:rPr lang="he-IL" sz="1200" b="1" dirty="0" err="1">
                          <a:solidFill>
                            <a:schemeClr val="bg1"/>
                          </a:solidFill>
                          <a:effectLst/>
                          <a:latin typeface="Arial" panose="020B0604020202020204" pitchFamily="34" charset="0"/>
                          <a:ea typeface="Calibri" panose="020F0502020204030204" pitchFamily="34" charset="0"/>
                          <a:cs typeface="Arial" panose="020B0604020202020204" pitchFamily="34" charset="0"/>
                        </a:rPr>
                        <a:t>שייטנמן</a:t>
                      </a:r>
                      <a:r>
                        <a:rPr lang="he-IL" sz="12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 ליברמן</a:t>
                      </a:r>
                      <a:endParaRPr lang="en-US" sz="1200" b="1"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43611" marR="43611" marT="0" marB="0">
                    <a:solidFill>
                      <a:schemeClr val="accent6"/>
                    </a:solidFill>
                  </a:tcPr>
                </a:tc>
                <a:tc>
                  <a:txBody>
                    <a:bodyPr/>
                    <a:lstStyle/>
                    <a:p>
                      <a:pPr marL="0" marR="0" lvl="0" indent="0" algn="r" defTabSz="457200" rtl="1" eaLnBrk="1" fontAlgn="auto" latinLnBrk="0" hangingPunct="1">
                        <a:lnSpc>
                          <a:spcPct val="150000"/>
                        </a:lnSpc>
                        <a:spcBef>
                          <a:spcPts val="600"/>
                        </a:spcBef>
                        <a:spcAft>
                          <a:spcPts val="0"/>
                        </a:spcAft>
                        <a:buClrTx/>
                        <a:buSzTx/>
                        <a:buFontTx/>
                        <a:buNone/>
                        <a:tabLst/>
                        <a:defRPr/>
                      </a:pPr>
                      <a:r>
                        <a:rPr lang="he-IL" sz="1200" b="1" dirty="0">
                          <a:effectLst/>
                          <a:latin typeface="Arial" panose="020B0604020202020204" pitchFamily="34" charset="0"/>
                          <a:ea typeface="Calibri" panose="020F0502020204030204" pitchFamily="34" charset="0"/>
                          <a:cs typeface="Arial" panose="020B0604020202020204" pitchFamily="34" charset="0"/>
                        </a:rPr>
                        <a:t>מנהלת תחום תיאום טיפול, אגף קהילה, משרד הרווחה</a:t>
                      </a:r>
                      <a:endParaRPr lang="en-US" sz="1200" b="1" dirty="0">
                        <a:effectLst/>
                        <a:latin typeface="Arial" panose="020B0604020202020204" pitchFamily="34" charset="0"/>
                        <a:ea typeface="Calibri" panose="020F0502020204030204" pitchFamily="34" charset="0"/>
                        <a:cs typeface="Arial" panose="020B0604020202020204" pitchFamily="34" charset="0"/>
                      </a:endParaRPr>
                    </a:p>
                  </a:txBody>
                  <a:tcPr marL="43611" marR="43611" marT="0" marB="0"/>
                </a:tc>
                <a:extLst>
                  <a:ext uri="{0D108BD9-81ED-4DB2-BD59-A6C34878D82A}">
                    <a16:rowId xmlns:a16="http://schemas.microsoft.com/office/drawing/2014/main" val="4087987743"/>
                  </a:ext>
                </a:extLst>
              </a:tr>
              <a:tr h="178386">
                <a:tc>
                  <a:txBody>
                    <a:bodyPr/>
                    <a:lstStyle/>
                    <a:p>
                      <a:pPr algn="r" rtl="1">
                        <a:lnSpc>
                          <a:spcPct val="150000"/>
                        </a:lnSpc>
                        <a:spcBef>
                          <a:spcPts val="600"/>
                        </a:spcBef>
                        <a:spcAft>
                          <a:spcPts val="0"/>
                        </a:spcAft>
                      </a:pPr>
                      <a:r>
                        <a:rPr lang="he-IL" sz="1200" b="1" dirty="0">
                          <a:effectLst/>
                          <a:latin typeface="Arial" panose="020B0604020202020204" pitchFamily="34" charset="0"/>
                          <a:cs typeface="Arial" panose="020B0604020202020204" pitchFamily="34" charset="0"/>
                        </a:rPr>
                        <a:t>עדינה </a:t>
                      </a:r>
                      <a:r>
                        <a:rPr lang="he-IL" sz="1200" b="1" dirty="0" err="1">
                          <a:effectLst/>
                          <a:latin typeface="Arial" panose="020B0604020202020204" pitchFamily="34" charset="0"/>
                          <a:cs typeface="Arial" panose="020B0604020202020204" pitchFamily="34" charset="0"/>
                        </a:rPr>
                        <a:t>אנגלברג</a:t>
                      </a:r>
                      <a:endParaRPr lang="en-US" sz="1200" b="1" dirty="0">
                        <a:effectLst/>
                        <a:latin typeface="Arial" panose="020B0604020202020204" pitchFamily="34" charset="0"/>
                        <a:ea typeface="Calibri" panose="020F0502020204030204" pitchFamily="34" charset="0"/>
                        <a:cs typeface="Arial" panose="020B0604020202020204" pitchFamily="34" charset="0"/>
                      </a:endParaRPr>
                    </a:p>
                  </a:txBody>
                  <a:tcPr marL="43611" marR="43611" marT="0" marB="0"/>
                </a:tc>
                <a:tc>
                  <a:txBody>
                    <a:bodyPr/>
                    <a:lstStyle/>
                    <a:p>
                      <a:pPr algn="r" rtl="1">
                        <a:lnSpc>
                          <a:spcPct val="150000"/>
                        </a:lnSpc>
                        <a:spcBef>
                          <a:spcPts val="600"/>
                        </a:spcBef>
                        <a:spcAft>
                          <a:spcPts val="0"/>
                        </a:spcAft>
                      </a:pPr>
                      <a:r>
                        <a:rPr lang="he-IL" sz="1200" b="1" dirty="0">
                          <a:effectLst/>
                          <a:latin typeface="Arial" panose="020B0604020202020204" pitchFamily="34" charset="0"/>
                          <a:cs typeface="Arial" panose="020B0604020202020204" pitchFamily="34" charset="0"/>
                        </a:rPr>
                        <a:t>מנהלת המחלקה לעבודה סוציאלית בגריאטריה, משרד הבריאות</a:t>
                      </a:r>
                      <a:endParaRPr lang="en-US" sz="1200" b="1" dirty="0">
                        <a:effectLst/>
                        <a:latin typeface="Arial" panose="020B0604020202020204" pitchFamily="34" charset="0"/>
                        <a:ea typeface="Calibri" panose="020F0502020204030204" pitchFamily="34" charset="0"/>
                        <a:cs typeface="Arial" panose="020B0604020202020204" pitchFamily="34" charset="0"/>
                      </a:endParaRPr>
                    </a:p>
                  </a:txBody>
                  <a:tcPr marL="43611" marR="43611" marT="0" marB="0"/>
                </a:tc>
                <a:extLst>
                  <a:ext uri="{0D108BD9-81ED-4DB2-BD59-A6C34878D82A}">
                    <a16:rowId xmlns:a16="http://schemas.microsoft.com/office/drawing/2014/main" val="2425918797"/>
                  </a:ext>
                </a:extLst>
              </a:tr>
              <a:tr h="441717">
                <a:tc>
                  <a:txBody>
                    <a:bodyPr/>
                    <a:lstStyle/>
                    <a:p>
                      <a:pPr algn="r" rtl="1">
                        <a:lnSpc>
                          <a:spcPct val="150000"/>
                        </a:lnSpc>
                        <a:spcBef>
                          <a:spcPts val="600"/>
                        </a:spcBef>
                        <a:spcAft>
                          <a:spcPts val="0"/>
                        </a:spcAft>
                      </a:pPr>
                      <a:r>
                        <a:rPr lang="he-IL" sz="1200" dirty="0">
                          <a:effectLst/>
                          <a:latin typeface="Arial" panose="020B0604020202020204" pitchFamily="34" charset="0"/>
                          <a:cs typeface="Arial" panose="020B0604020202020204" pitchFamily="34" charset="0"/>
                        </a:rPr>
                        <a:t>גלית סגל</a:t>
                      </a:r>
                      <a:endParaRPr lang="en-US" sz="1200" dirty="0">
                        <a:effectLst/>
                        <a:latin typeface="Arial" panose="020B0604020202020204" pitchFamily="34" charset="0"/>
                        <a:cs typeface="Arial" panose="020B0604020202020204" pitchFamily="34" charset="0"/>
                      </a:endParaRPr>
                    </a:p>
                    <a:p>
                      <a:pPr algn="r" rtl="1">
                        <a:lnSpc>
                          <a:spcPct val="150000"/>
                        </a:lnSpc>
                        <a:spcBef>
                          <a:spcPts val="600"/>
                        </a:spcBef>
                        <a:spcAft>
                          <a:spcPts val="0"/>
                        </a:spcAft>
                      </a:pPr>
                      <a:r>
                        <a:rPr lang="he-IL" sz="1200" dirty="0">
                          <a:effectLst/>
                          <a:latin typeface="Arial" panose="020B0604020202020204" pitchFamily="34" charset="0"/>
                          <a:cs typeface="Arial" panose="020B0604020202020204" pitchFamily="34" charset="0"/>
                        </a:rPr>
                        <a:t> </a:t>
                      </a:r>
                      <a:endParaRPr lang="en-US" sz="1200" dirty="0">
                        <a:effectLst/>
                        <a:latin typeface="Arial" panose="020B0604020202020204" pitchFamily="34" charset="0"/>
                        <a:ea typeface="Calibri" panose="020F0502020204030204" pitchFamily="34" charset="0"/>
                        <a:cs typeface="Arial" panose="020B0604020202020204" pitchFamily="34" charset="0"/>
                      </a:endParaRPr>
                    </a:p>
                  </a:txBody>
                  <a:tcPr marL="43611" marR="43611" marT="0" marB="0"/>
                </a:tc>
                <a:tc>
                  <a:txBody>
                    <a:bodyPr/>
                    <a:lstStyle/>
                    <a:p>
                      <a:pPr algn="r" rtl="1">
                        <a:lnSpc>
                          <a:spcPct val="150000"/>
                        </a:lnSpc>
                        <a:spcBef>
                          <a:spcPts val="600"/>
                        </a:spcBef>
                        <a:spcAft>
                          <a:spcPts val="0"/>
                        </a:spcAft>
                      </a:pPr>
                      <a:r>
                        <a:rPr lang="he-IL" sz="1200" dirty="0">
                          <a:effectLst/>
                          <a:latin typeface="Arial" panose="020B0604020202020204" pitchFamily="34" charset="0"/>
                          <a:cs typeface="Arial" panose="020B0604020202020204" pitchFamily="34" charset="0"/>
                        </a:rPr>
                        <a:t>קופ"ח מאוחדת</a:t>
                      </a:r>
                      <a:endParaRPr lang="en-US" sz="1200" dirty="0">
                        <a:effectLst/>
                        <a:latin typeface="Arial" panose="020B0604020202020204" pitchFamily="34" charset="0"/>
                        <a:cs typeface="Arial" panose="020B0604020202020204" pitchFamily="34" charset="0"/>
                      </a:endParaRPr>
                    </a:p>
                    <a:p>
                      <a:pPr algn="r" rtl="1">
                        <a:lnSpc>
                          <a:spcPct val="150000"/>
                        </a:lnSpc>
                        <a:spcBef>
                          <a:spcPts val="600"/>
                        </a:spcBef>
                        <a:spcAft>
                          <a:spcPts val="0"/>
                        </a:spcAft>
                      </a:pPr>
                      <a:r>
                        <a:rPr lang="he-IL" sz="1200" dirty="0">
                          <a:effectLst/>
                          <a:latin typeface="Arial" panose="020B0604020202020204" pitchFamily="34" charset="0"/>
                          <a:cs typeface="Arial" panose="020B0604020202020204" pitchFamily="34" charset="0"/>
                        </a:rPr>
                        <a:t> </a:t>
                      </a:r>
                      <a:endParaRPr lang="en-US" sz="1200" dirty="0">
                        <a:effectLst/>
                        <a:latin typeface="Arial" panose="020B0604020202020204" pitchFamily="34" charset="0"/>
                        <a:ea typeface="Calibri" panose="020F0502020204030204" pitchFamily="34" charset="0"/>
                        <a:cs typeface="Arial" panose="020B0604020202020204" pitchFamily="34" charset="0"/>
                      </a:endParaRPr>
                    </a:p>
                  </a:txBody>
                  <a:tcPr marL="43611" marR="43611" marT="0" marB="0"/>
                </a:tc>
                <a:extLst>
                  <a:ext uri="{0D108BD9-81ED-4DB2-BD59-A6C34878D82A}">
                    <a16:rowId xmlns:a16="http://schemas.microsoft.com/office/drawing/2014/main" val="2374250179"/>
                  </a:ext>
                </a:extLst>
              </a:tr>
              <a:tr h="534368">
                <a:tc>
                  <a:txBody>
                    <a:bodyPr/>
                    <a:lstStyle/>
                    <a:p>
                      <a:pPr algn="r" rtl="1">
                        <a:lnSpc>
                          <a:spcPct val="150000"/>
                        </a:lnSpc>
                        <a:spcBef>
                          <a:spcPts val="600"/>
                        </a:spcBef>
                        <a:spcAft>
                          <a:spcPts val="0"/>
                        </a:spcAft>
                      </a:pPr>
                      <a:r>
                        <a:rPr lang="he-IL" sz="1200">
                          <a:effectLst/>
                          <a:latin typeface="Arial" panose="020B0604020202020204" pitchFamily="34" charset="0"/>
                          <a:cs typeface="Arial" panose="020B0604020202020204" pitchFamily="34" charset="0"/>
                        </a:rPr>
                        <a:t>סיגי אברבנאל</a:t>
                      </a:r>
                      <a:endParaRPr lang="en-US" sz="1200">
                        <a:effectLst/>
                        <a:latin typeface="Arial" panose="020B0604020202020204" pitchFamily="34" charset="0"/>
                        <a:cs typeface="Arial" panose="020B0604020202020204" pitchFamily="34" charset="0"/>
                      </a:endParaRPr>
                    </a:p>
                    <a:p>
                      <a:pPr algn="r" rtl="1">
                        <a:lnSpc>
                          <a:spcPct val="150000"/>
                        </a:lnSpc>
                        <a:spcBef>
                          <a:spcPts val="600"/>
                        </a:spcBef>
                        <a:spcAft>
                          <a:spcPts val="0"/>
                        </a:spcAft>
                      </a:pPr>
                      <a:r>
                        <a:rPr lang="he-IL" sz="1200">
                          <a:effectLst/>
                          <a:latin typeface="Arial" panose="020B0604020202020204" pitchFamily="34" charset="0"/>
                          <a:cs typeface="Arial" panose="020B0604020202020204" pitchFamily="34" charset="0"/>
                        </a:rPr>
                        <a:t> </a:t>
                      </a:r>
                      <a:endParaRPr lang="en-US" sz="1200">
                        <a:effectLst/>
                        <a:latin typeface="Arial" panose="020B0604020202020204" pitchFamily="34" charset="0"/>
                        <a:ea typeface="Calibri" panose="020F0502020204030204" pitchFamily="34" charset="0"/>
                        <a:cs typeface="Arial" panose="020B0604020202020204" pitchFamily="34" charset="0"/>
                      </a:endParaRPr>
                    </a:p>
                  </a:txBody>
                  <a:tcPr marL="43611" marR="43611" marT="0" marB="0"/>
                </a:tc>
                <a:tc>
                  <a:txBody>
                    <a:bodyPr/>
                    <a:lstStyle/>
                    <a:p>
                      <a:pPr algn="r" rtl="1">
                        <a:lnSpc>
                          <a:spcPct val="150000"/>
                        </a:lnSpc>
                        <a:spcBef>
                          <a:spcPts val="600"/>
                        </a:spcBef>
                        <a:spcAft>
                          <a:spcPts val="0"/>
                        </a:spcAft>
                      </a:pPr>
                      <a:r>
                        <a:rPr lang="he-IL" sz="1200" dirty="0">
                          <a:effectLst/>
                          <a:latin typeface="Arial" panose="020B0604020202020204" pitchFamily="34" charset="0"/>
                          <a:cs typeface="Arial" panose="020B0604020202020204" pitchFamily="34" charset="0"/>
                        </a:rPr>
                        <a:t>אחות ארצית אזרחים ותיקים, מערך הבריאות, משרד הרווחה </a:t>
                      </a:r>
                      <a:endParaRPr lang="en-US" sz="1200" dirty="0">
                        <a:effectLst/>
                        <a:latin typeface="Arial" panose="020B0604020202020204" pitchFamily="34" charset="0"/>
                        <a:ea typeface="Calibri" panose="020F0502020204030204" pitchFamily="34" charset="0"/>
                        <a:cs typeface="Arial" panose="020B0604020202020204" pitchFamily="34" charset="0"/>
                      </a:endParaRPr>
                    </a:p>
                  </a:txBody>
                  <a:tcPr marL="43611" marR="43611" marT="0" marB="0"/>
                </a:tc>
                <a:extLst>
                  <a:ext uri="{0D108BD9-81ED-4DB2-BD59-A6C34878D82A}">
                    <a16:rowId xmlns:a16="http://schemas.microsoft.com/office/drawing/2014/main" val="2703647095"/>
                  </a:ext>
                </a:extLst>
              </a:tr>
              <a:tr h="622022">
                <a:tc>
                  <a:txBody>
                    <a:bodyPr/>
                    <a:lstStyle/>
                    <a:p>
                      <a:pPr algn="r" rtl="1">
                        <a:lnSpc>
                          <a:spcPct val="150000"/>
                        </a:lnSpc>
                        <a:spcBef>
                          <a:spcPts val="600"/>
                        </a:spcBef>
                        <a:spcAft>
                          <a:spcPts val="0"/>
                        </a:spcAft>
                      </a:pPr>
                      <a:r>
                        <a:rPr lang="he-IL" sz="1200">
                          <a:effectLst/>
                          <a:latin typeface="Arial" panose="020B0604020202020204" pitchFamily="34" charset="0"/>
                          <a:cs typeface="Arial" panose="020B0604020202020204" pitchFamily="34" charset="0"/>
                        </a:rPr>
                        <a:t>נועה שטרנברג</a:t>
                      </a:r>
                      <a:endParaRPr lang="en-US" sz="1200">
                        <a:effectLst/>
                        <a:latin typeface="Arial" panose="020B0604020202020204" pitchFamily="34" charset="0"/>
                        <a:cs typeface="Arial" panose="020B0604020202020204" pitchFamily="34" charset="0"/>
                      </a:endParaRPr>
                    </a:p>
                    <a:p>
                      <a:pPr algn="r" rtl="1">
                        <a:lnSpc>
                          <a:spcPct val="150000"/>
                        </a:lnSpc>
                        <a:spcBef>
                          <a:spcPts val="600"/>
                        </a:spcBef>
                        <a:spcAft>
                          <a:spcPts val="0"/>
                        </a:spcAft>
                      </a:pPr>
                      <a:r>
                        <a:rPr lang="he-IL" sz="1200">
                          <a:effectLst/>
                          <a:latin typeface="Arial" panose="020B0604020202020204" pitchFamily="34" charset="0"/>
                          <a:cs typeface="Arial" panose="020B0604020202020204" pitchFamily="34" charset="0"/>
                        </a:rPr>
                        <a:t> </a:t>
                      </a:r>
                      <a:endParaRPr lang="en-US" sz="1200">
                        <a:effectLst/>
                        <a:latin typeface="Arial" panose="020B0604020202020204" pitchFamily="34" charset="0"/>
                        <a:ea typeface="Calibri" panose="020F0502020204030204" pitchFamily="34" charset="0"/>
                        <a:cs typeface="Arial" panose="020B0604020202020204" pitchFamily="34" charset="0"/>
                      </a:endParaRPr>
                    </a:p>
                  </a:txBody>
                  <a:tcPr marL="43611" marR="43611" marT="0" marB="0"/>
                </a:tc>
                <a:tc>
                  <a:txBody>
                    <a:bodyPr/>
                    <a:lstStyle/>
                    <a:p>
                      <a:pPr algn="r" rtl="1">
                        <a:lnSpc>
                          <a:spcPct val="150000"/>
                        </a:lnSpc>
                        <a:spcBef>
                          <a:spcPts val="600"/>
                        </a:spcBef>
                        <a:spcAft>
                          <a:spcPts val="0"/>
                        </a:spcAft>
                      </a:pPr>
                      <a:r>
                        <a:rPr lang="he-IL" sz="1200" dirty="0">
                          <a:effectLst/>
                          <a:latin typeface="Arial" panose="020B0604020202020204" pitchFamily="34" charset="0"/>
                          <a:cs typeface="Arial" panose="020B0604020202020204" pitchFamily="34" charset="0"/>
                        </a:rPr>
                        <a:t>קופ"ח מכבי - רכזת יחסי חבר ארצית, מחלקה לעבודה סוציאלית-מערך מקצועות הבריאות</a:t>
                      </a:r>
                      <a:endParaRPr lang="en-US" sz="1200" dirty="0">
                        <a:effectLst/>
                        <a:latin typeface="Arial" panose="020B0604020202020204" pitchFamily="34" charset="0"/>
                        <a:ea typeface="Calibri" panose="020F0502020204030204" pitchFamily="34" charset="0"/>
                        <a:cs typeface="Arial" panose="020B0604020202020204" pitchFamily="34" charset="0"/>
                      </a:endParaRPr>
                    </a:p>
                  </a:txBody>
                  <a:tcPr marL="43611" marR="43611" marT="0" marB="0"/>
                </a:tc>
                <a:extLst>
                  <a:ext uri="{0D108BD9-81ED-4DB2-BD59-A6C34878D82A}">
                    <a16:rowId xmlns:a16="http://schemas.microsoft.com/office/drawing/2014/main" val="2708191950"/>
                  </a:ext>
                </a:extLst>
              </a:tr>
              <a:tr h="178386">
                <a:tc>
                  <a:txBody>
                    <a:bodyPr/>
                    <a:lstStyle/>
                    <a:p>
                      <a:pPr algn="r" rtl="1">
                        <a:lnSpc>
                          <a:spcPct val="150000"/>
                        </a:lnSpc>
                        <a:spcBef>
                          <a:spcPts val="600"/>
                        </a:spcBef>
                        <a:spcAft>
                          <a:spcPts val="0"/>
                        </a:spcAft>
                      </a:pPr>
                      <a:r>
                        <a:rPr lang="he-IL" sz="1200" dirty="0">
                          <a:effectLst/>
                          <a:latin typeface="Arial" panose="020B0604020202020204" pitchFamily="34" charset="0"/>
                          <a:cs typeface="Arial" panose="020B0604020202020204" pitchFamily="34" charset="0"/>
                        </a:rPr>
                        <a:t>טובה כץ</a:t>
                      </a:r>
                      <a:endParaRPr lang="en-US" sz="1200" dirty="0">
                        <a:effectLst/>
                        <a:latin typeface="Arial" panose="020B0604020202020204" pitchFamily="34" charset="0"/>
                        <a:ea typeface="Calibri" panose="020F0502020204030204" pitchFamily="34" charset="0"/>
                        <a:cs typeface="Arial" panose="020B0604020202020204" pitchFamily="34" charset="0"/>
                      </a:endParaRPr>
                    </a:p>
                  </a:txBody>
                  <a:tcPr marL="43611" marR="43611" marT="0" marB="0"/>
                </a:tc>
                <a:tc>
                  <a:txBody>
                    <a:bodyPr/>
                    <a:lstStyle/>
                    <a:p>
                      <a:pPr algn="r" rtl="1">
                        <a:lnSpc>
                          <a:spcPct val="150000"/>
                        </a:lnSpc>
                        <a:spcBef>
                          <a:spcPts val="600"/>
                        </a:spcBef>
                        <a:spcAft>
                          <a:spcPts val="0"/>
                        </a:spcAft>
                      </a:pPr>
                      <a:r>
                        <a:rPr lang="he-IL" sz="1200" dirty="0">
                          <a:effectLst/>
                          <a:latin typeface="Arial" panose="020B0604020202020204" pitchFamily="34" charset="0"/>
                          <a:cs typeface="Arial" panose="020B0604020202020204" pitchFamily="34" charset="0"/>
                        </a:rPr>
                        <a:t>קופ"ח לאומית</a:t>
                      </a:r>
                      <a:endParaRPr lang="en-US" sz="1200" dirty="0">
                        <a:effectLst/>
                        <a:latin typeface="Arial" panose="020B0604020202020204" pitchFamily="34" charset="0"/>
                        <a:ea typeface="Calibri" panose="020F0502020204030204" pitchFamily="34" charset="0"/>
                        <a:cs typeface="Arial" panose="020B0604020202020204" pitchFamily="34" charset="0"/>
                      </a:endParaRPr>
                    </a:p>
                  </a:txBody>
                  <a:tcPr marL="43611" marR="43611" marT="0" marB="0"/>
                </a:tc>
                <a:extLst>
                  <a:ext uri="{0D108BD9-81ED-4DB2-BD59-A6C34878D82A}">
                    <a16:rowId xmlns:a16="http://schemas.microsoft.com/office/drawing/2014/main" val="3209842999"/>
                  </a:ext>
                </a:extLst>
              </a:tr>
            </a:tbl>
          </a:graphicData>
        </a:graphic>
      </p:graphicFrame>
      <p:sp>
        <p:nvSpPr>
          <p:cNvPr id="4" name="מלבן 3"/>
          <p:cNvSpPr/>
          <p:nvPr/>
        </p:nvSpPr>
        <p:spPr>
          <a:xfrm>
            <a:off x="5047573" y="3079978"/>
            <a:ext cx="1474413" cy="1015663"/>
          </a:xfrm>
          <a:prstGeom prst="rect">
            <a:avLst/>
          </a:prstGeom>
        </p:spPr>
        <p:txBody>
          <a:bodyPr wrap="square">
            <a:spAutoFit/>
          </a:bodyPr>
          <a:lstStyle/>
          <a:p>
            <a:pPr lvl="0" algn="ctr" rtl="1"/>
            <a:r>
              <a:rPr lang="he-IL" sz="2000" b="1" dirty="0">
                <a:solidFill>
                  <a:schemeClr val="bg1"/>
                </a:solidFill>
              </a:rPr>
              <a:t>צוות רשויות</a:t>
            </a:r>
          </a:p>
          <a:p>
            <a:pPr lvl="0" algn="ctr" rtl="1"/>
            <a:r>
              <a:rPr lang="he-IL" sz="2000" b="1" dirty="0">
                <a:solidFill>
                  <a:schemeClr val="bg1"/>
                </a:solidFill>
              </a:rPr>
              <a:t>מקומיות</a:t>
            </a:r>
          </a:p>
        </p:txBody>
      </p:sp>
      <p:sp>
        <p:nvSpPr>
          <p:cNvPr id="5" name="מלבן 4"/>
          <p:cNvSpPr/>
          <p:nvPr/>
        </p:nvSpPr>
        <p:spPr>
          <a:xfrm>
            <a:off x="1298713" y="805008"/>
            <a:ext cx="10453117" cy="461665"/>
          </a:xfrm>
          <a:prstGeom prst="rect">
            <a:avLst/>
          </a:prstGeom>
        </p:spPr>
        <p:txBody>
          <a:bodyPr wrap="square">
            <a:spAutoFit/>
          </a:bodyPr>
          <a:lstStyle/>
          <a:p>
            <a:pPr algn="r" rtl="1"/>
            <a:r>
              <a:rPr lang="he-IL" sz="2400" b="1" dirty="0">
                <a:latin typeface="Arial" panose="020B0604020202020204" pitchFamily="34" charset="0"/>
                <a:cs typeface="Arial" panose="020B0604020202020204" pitchFamily="34" charset="0"/>
              </a:rPr>
              <a:t>צוות רשויות מקומיות </a:t>
            </a:r>
            <a:r>
              <a:rPr lang="he-IL" sz="1400" dirty="0">
                <a:latin typeface="Arial" panose="020B0604020202020204" pitchFamily="34" charset="0"/>
                <a:cs typeface="Arial" panose="020B0604020202020204" pitchFamily="34" charset="0"/>
              </a:rPr>
              <a:t>(עדיין בבנייה) </a:t>
            </a:r>
            <a:r>
              <a:rPr lang="he-IL" sz="2400" b="1" dirty="0">
                <a:latin typeface="Arial" panose="020B0604020202020204" pitchFamily="34" charset="0"/>
                <a:cs typeface="Arial" panose="020B0604020202020204" pitchFamily="34" charset="0"/>
              </a:rPr>
              <a:t>|</a:t>
            </a:r>
            <a:r>
              <a:rPr lang="en-US" sz="2400" b="1" dirty="0">
                <a:latin typeface="Arial" panose="020B0604020202020204" pitchFamily="34" charset="0"/>
                <a:cs typeface="Arial" panose="020B0604020202020204" pitchFamily="34" charset="0"/>
              </a:rPr>
              <a:t> </a:t>
            </a:r>
            <a:r>
              <a:rPr lang="he-IL" sz="2400" b="1" dirty="0">
                <a:latin typeface="Arial" panose="020B0604020202020204" pitchFamily="34" charset="0"/>
                <a:cs typeface="Arial" panose="020B0604020202020204" pitchFamily="34" charset="0"/>
              </a:rPr>
              <a:t>מטרה...</a:t>
            </a:r>
          </a:p>
        </p:txBody>
      </p:sp>
    </p:spTree>
    <p:extLst>
      <p:ext uri="{BB962C8B-B14F-4D97-AF65-F5344CB8AC3E}">
        <p14:creationId xmlns:p14="http://schemas.microsoft.com/office/powerpoint/2010/main" val="1625153625"/>
      </p:ext>
    </p:extLst>
  </p:cSld>
  <p:clrMapOvr>
    <a:masterClrMapping/>
  </p:clrMapOvr>
  <p:transition spd="slow">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21878F1A-2132-C111-4D52-D9179CE1CDC2}"/>
            </a:ext>
          </a:extLst>
        </p:cNvPr>
        <p:cNvGrpSpPr/>
        <p:nvPr/>
      </p:nvGrpSpPr>
      <p:grpSpPr>
        <a:xfrm>
          <a:off x="0" y="0"/>
          <a:ext cx="0" cy="0"/>
          <a:chOff x="0" y="0"/>
          <a:chExt cx="0" cy="0"/>
        </a:xfrm>
      </p:grpSpPr>
      <p:sp>
        <p:nvSpPr>
          <p:cNvPr id="4" name="מלבן 3">
            <a:extLst>
              <a:ext uri="{FF2B5EF4-FFF2-40B4-BE49-F238E27FC236}">
                <a16:creationId xmlns:a16="http://schemas.microsoft.com/office/drawing/2014/main" id="{36FEA90C-2E81-882F-1A3F-1858FB43B79C}"/>
              </a:ext>
            </a:extLst>
          </p:cNvPr>
          <p:cNvSpPr/>
          <p:nvPr/>
        </p:nvSpPr>
        <p:spPr>
          <a:xfrm>
            <a:off x="1778664" y="915286"/>
            <a:ext cx="9867441" cy="4364785"/>
          </a:xfrm>
          <a:prstGeom prst="rect">
            <a:avLst/>
          </a:prstGeom>
        </p:spPr>
        <p:txBody>
          <a:bodyPr wrap="square">
            <a:spAutoFit/>
          </a:bodyPr>
          <a:lstStyle/>
          <a:p>
            <a:pPr marL="457200" algn="just" rtl="1">
              <a:lnSpc>
                <a:spcPct val="150000"/>
              </a:lnSpc>
              <a:spcAft>
                <a:spcPts val="0"/>
              </a:spcAft>
            </a:pPr>
            <a:endParaRPr lang="he-IL" sz="1600" dirty="0">
              <a:latin typeface="Tahoma" panose="020B0604030504040204" pitchFamily="34" charset="0"/>
              <a:ea typeface="Tahoma" panose="020B0604030504040204" pitchFamily="34" charset="0"/>
              <a:cs typeface="Tahoma" panose="020B0604030504040204" pitchFamily="34" charset="0"/>
            </a:endParaRPr>
          </a:p>
          <a:p>
            <a:pPr lvl="0" algn="r" rtl="1">
              <a:lnSpc>
                <a:spcPct val="150000"/>
              </a:lnSpc>
            </a:pPr>
            <a:r>
              <a:rPr lang="he-IL" sz="2400" b="1" dirty="0">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rPr>
              <a:t>שלבים מרכזיים בתכנית עד כה |</a:t>
            </a:r>
          </a:p>
          <a:p>
            <a:pPr lvl="0" algn="r" rtl="1">
              <a:lnSpc>
                <a:spcPct val="150000"/>
              </a:lnSpc>
            </a:pPr>
            <a:endParaRPr lang="he-IL" sz="1600" b="1" strike="sngStrike" dirty="0">
              <a:latin typeface="Tahoma" panose="020B0604030504040204" pitchFamily="34" charset="0"/>
              <a:ea typeface="Tahoma" panose="020B0604030504040204" pitchFamily="34" charset="0"/>
              <a:cs typeface="Tahoma" panose="020B0604030504040204" pitchFamily="34" charset="0"/>
            </a:endParaRPr>
          </a:p>
          <a:p>
            <a:pPr marL="285750" lvl="0" indent="-285750" algn="r" rtl="1">
              <a:lnSpc>
                <a:spcPct val="150000"/>
              </a:lnSpc>
              <a:buFont typeface="Wingdings" panose="05000000000000000000" pitchFamily="2" charset="2"/>
              <a:buChar char="ü"/>
            </a:pPr>
            <a:r>
              <a:rPr lang="he-IL" sz="2000" dirty="0">
                <a:latin typeface="Tahoma" panose="020B0604030504040204" pitchFamily="34" charset="0"/>
                <a:ea typeface="Tahoma" panose="020B0604030504040204" pitchFamily="34" charset="0"/>
                <a:cs typeface="Tahoma" panose="020B0604030504040204" pitchFamily="34" charset="0"/>
              </a:rPr>
              <a:t>הקמה והתכנסות הפורום - 15.8.23 </a:t>
            </a:r>
          </a:p>
          <a:p>
            <a:pPr marL="285750" lvl="0" indent="-285750" algn="r" rtl="1">
              <a:lnSpc>
                <a:spcPct val="150000"/>
              </a:lnSpc>
              <a:buFont typeface="Wingdings" panose="05000000000000000000" pitchFamily="2" charset="2"/>
              <a:buChar char="ü"/>
            </a:pPr>
            <a:r>
              <a:rPr lang="he-IL" sz="2000" dirty="0">
                <a:latin typeface="Tahoma" panose="020B0604030504040204" pitchFamily="34" charset="0"/>
                <a:ea typeface="Tahoma" panose="020B0604030504040204" pitchFamily="34" charset="0"/>
                <a:cs typeface="Tahoma" panose="020B0604030504040204" pitchFamily="34" charset="0"/>
              </a:rPr>
              <a:t>העלאת אתגרי הליבה למיקוד </a:t>
            </a:r>
          </a:p>
          <a:p>
            <a:pPr marL="285750" lvl="0" indent="-285750" algn="r" rtl="1">
              <a:lnSpc>
                <a:spcPct val="150000"/>
              </a:lnSpc>
              <a:buFont typeface="Wingdings" panose="05000000000000000000" pitchFamily="2" charset="2"/>
              <a:buChar char="ü"/>
            </a:pPr>
            <a:r>
              <a:rPr lang="he-IL" sz="2000" dirty="0">
                <a:latin typeface="Tahoma" panose="020B0604030504040204" pitchFamily="34" charset="0"/>
                <a:ea typeface="Tahoma" panose="020B0604030504040204" pitchFamily="34" charset="0"/>
                <a:cs typeface="Tahoma" panose="020B0604030504040204" pitchFamily="34" charset="0"/>
              </a:rPr>
              <a:t>בחירה במפגש ובסקר ב- 3 אתגרים אסטרטגיים למיקוד</a:t>
            </a:r>
          </a:p>
          <a:p>
            <a:pPr marL="285750" lvl="0" indent="-285750" algn="r" rtl="1">
              <a:lnSpc>
                <a:spcPct val="150000"/>
              </a:lnSpc>
              <a:buFont typeface="Wingdings" panose="05000000000000000000" pitchFamily="2" charset="2"/>
              <a:buChar char="ü"/>
            </a:pPr>
            <a:r>
              <a:rPr lang="he-IL" sz="2000" dirty="0">
                <a:latin typeface="Tahoma" panose="020B0604030504040204" pitchFamily="34" charset="0"/>
                <a:ea typeface="Tahoma" panose="020B0604030504040204" pitchFamily="34" charset="0"/>
                <a:cs typeface="Tahoma" panose="020B0604030504040204" pitchFamily="34" charset="0"/>
              </a:rPr>
              <a:t>מיפוי וציוות סביב 3 צוותי עבודה בהתאמה ל-3 האתגרים</a:t>
            </a:r>
          </a:p>
          <a:p>
            <a:pPr marL="285750" lvl="0" indent="-285750" algn="r" rtl="1">
              <a:lnSpc>
                <a:spcPct val="150000"/>
              </a:lnSpc>
              <a:buFont typeface="Wingdings" panose="05000000000000000000" pitchFamily="2" charset="2"/>
              <a:buChar char="ü"/>
            </a:pPr>
            <a:r>
              <a:rPr lang="he-IL" sz="2000" dirty="0">
                <a:latin typeface="Tahoma" panose="020B0604030504040204" pitchFamily="34" charset="0"/>
                <a:ea typeface="Tahoma" panose="020B0604030504040204" pitchFamily="34" charset="0"/>
                <a:cs typeface="Tahoma" panose="020B0604030504040204" pitchFamily="34" charset="0"/>
              </a:rPr>
              <a:t>התנעת 2 צוותים, השלישי בדרך</a:t>
            </a:r>
          </a:p>
          <a:p>
            <a:pPr marL="285750" lvl="0" indent="-285750" algn="r" rtl="1">
              <a:lnSpc>
                <a:spcPct val="150000"/>
              </a:lnSpc>
              <a:buFont typeface="Wingdings" panose="05000000000000000000" pitchFamily="2" charset="2"/>
              <a:buChar char="ü"/>
            </a:pPr>
            <a:r>
              <a:rPr lang="he-IL" sz="2000" dirty="0">
                <a:latin typeface="Tahoma" panose="020B0604030504040204" pitchFamily="34" charset="0"/>
                <a:ea typeface="Tahoma" panose="020B0604030504040204" pitchFamily="34" charset="0"/>
                <a:cs typeface="Tahoma" panose="020B0604030504040204" pitchFamily="34" charset="0"/>
              </a:rPr>
              <a:t>בקרוב: רעיונאות </a:t>
            </a:r>
            <a:r>
              <a:rPr lang="he-IL" sz="2000" dirty="0" err="1">
                <a:latin typeface="Tahoma" panose="020B0604030504040204" pitchFamily="34" charset="0"/>
                <a:ea typeface="Tahoma" panose="020B0604030504040204" pitchFamily="34" charset="0"/>
                <a:cs typeface="Tahoma" panose="020B0604030504040204" pitchFamily="34" charset="0"/>
              </a:rPr>
              <a:t>ותעדוף</a:t>
            </a:r>
            <a:r>
              <a:rPr lang="he-IL" sz="2000" dirty="0">
                <a:latin typeface="Tahoma" panose="020B0604030504040204" pitchFamily="34" charset="0"/>
                <a:ea typeface="Tahoma" panose="020B0604030504040204" pitchFamily="34" charset="0"/>
                <a:cs typeface="Tahoma" panose="020B0604030504040204" pitchFamily="34" charset="0"/>
              </a:rPr>
              <a:t> של הצוותים לגבי פרויקטים פוטנציאלים משותפים </a:t>
            </a:r>
          </a:p>
          <a:p>
            <a:pPr marL="457200" algn="just" rtl="1">
              <a:lnSpc>
                <a:spcPct val="107000"/>
              </a:lnSpc>
              <a:spcAft>
                <a:spcPts val="0"/>
              </a:spcAft>
            </a:pPr>
            <a:endParaRPr lang="en-US" sz="14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411341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עשן מתפתל">
  <a:themeElements>
    <a:clrScheme name="עשן מתפתל">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עשן מתפתל">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עשן מתפתל">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ערכת נושא Office">
  <a:themeElements>
    <a:clrScheme name="כחול">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ערכת נושא Office">
  <a:themeElements>
    <a:clrScheme name="כחול">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3201</TotalTime>
  <Words>1124</Words>
  <Application>Microsoft Office PowerPoint</Application>
  <PresentationFormat>מסך רחב</PresentationFormat>
  <Paragraphs>174</Paragraphs>
  <Slides>11</Slides>
  <Notes>7</Notes>
  <HiddenSlides>3</HiddenSlides>
  <MMClips>0</MMClips>
  <ScaleCrop>false</ScaleCrop>
  <HeadingPairs>
    <vt:vector size="6" baseType="variant">
      <vt:variant>
        <vt:lpstr>גופנים בשימוש</vt:lpstr>
      </vt:variant>
      <vt:variant>
        <vt:i4>12</vt:i4>
      </vt:variant>
      <vt:variant>
        <vt:lpstr>ערכת נושא</vt:lpstr>
      </vt:variant>
      <vt:variant>
        <vt:i4>3</vt:i4>
      </vt:variant>
      <vt:variant>
        <vt:lpstr>כותרות שקופיות</vt:lpstr>
      </vt:variant>
      <vt:variant>
        <vt:i4>11</vt:i4>
      </vt:variant>
    </vt:vector>
  </HeadingPairs>
  <TitlesOfParts>
    <vt:vector size="26" baseType="lpstr">
      <vt:lpstr>Arial</vt:lpstr>
      <vt:lpstr>Arial Rounded MT Bold</vt:lpstr>
      <vt:lpstr>Calibri</vt:lpstr>
      <vt:lpstr>Calibri Light</vt:lpstr>
      <vt:lpstr>Century Gothic</vt:lpstr>
      <vt:lpstr>David</vt:lpstr>
      <vt:lpstr>Gisha</vt:lpstr>
      <vt:lpstr>Guttman Yad-Brush</vt:lpstr>
      <vt:lpstr>Tahoma</vt:lpstr>
      <vt:lpstr>Times New Roman</vt:lpstr>
      <vt:lpstr>Wingdings</vt:lpstr>
      <vt:lpstr>Wingdings 3</vt:lpstr>
      <vt:lpstr>עשן מתפתל</vt:lpstr>
      <vt:lpstr>ערכת נושא Office</vt:lpstr>
      <vt:lpstr>1_ערכת נושא Office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Molsa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עמית שמואליאן</dc:creator>
  <cp:lastModifiedBy>אביעד יצחקי</cp:lastModifiedBy>
  <cp:revision>124</cp:revision>
  <dcterms:created xsi:type="dcterms:W3CDTF">2022-05-25T07:00:49Z</dcterms:created>
  <dcterms:modified xsi:type="dcterms:W3CDTF">2024-03-11T13:02:17Z</dcterms:modified>
</cp:coreProperties>
</file>